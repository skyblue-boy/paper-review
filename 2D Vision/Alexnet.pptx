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56" r:id="rId1"/>
  </p:sldMasterIdLst>
  <p:notesMasterIdLst>
    <p:notesMasterId r:id="rId62"/>
  </p:notesMasterIdLst>
  <p:handoutMasterIdLst>
    <p:handoutMasterId r:id="rId63"/>
  </p:handoutMasterIdLst>
  <p:sldIdLst>
    <p:sldId id="274" r:id="rId2"/>
    <p:sldId id="281" r:id="rId3"/>
    <p:sldId id="524" r:id="rId4"/>
    <p:sldId id="460" r:id="rId5"/>
    <p:sldId id="466" r:id="rId6"/>
    <p:sldId id="469" r:id="rId7"/>
    <p:sldId id="470" r:id="rId8"/>
    <p:sldId id="467" r:id="rId9"/>
    <p:sldId id="468" r:id="rId10"/>
    <p:sldId id="461" r:id="rId11"/>
    <p:sldId id="477" r:id="rId12"/>
    <p:sldId id="479" r:id="rId13"/>
    <p:sldId id="480" r:id="rId14"/>
    <p:sldId id="481" r:id="rId15"/>
    <p:sldId id="482" r:id="rId16"/>
    <p:sldId id="484" r:id="rId17"/>
    <p:sldId id="485" r:id="rId18"/>
    <p:sldId id="486" r:id="rId19"/>
    <p:sldId id="509" r:id="rId20"/>
    <p:sldId id="472" r:id="rId21"/>
    <p:sldId id="491" r:id="rId22"/>
    <p:sldId id="492" r:id="rId23"/>
    <p:sldId id="493" r:id="rId24"/>
    <p:sldId id="494" r:id="rId25"/>
    <p:sldId id="495" r:id="rId26"/>
    <p:sldId id="496" r:id="rId27"/>
    <p:sldId id="497" r:id="rId28"/>
    <p:sldId id="498" r:id="rId29"/>
    <p:sldId id="499" r:id="rId30"/>
    <p:sldId id="464" r:id="rId31"/>
    <p:sldId id="488" r:id="rId32"/>
    <p:sldId id="508" r:id="rId33"/>
    <p:sldId id="465" r:id="rId34"/>
    <p:sldId id="487" r:id="rId35"/>
    <p:sldId id="489" r:id="rId36"/>
    <p:sldId id="490" r:id="rId37"/>
    <p:sldId id="471" r:id="rId38"/>
    <p:sldId id="500" r:id="rId39"/>
    <p:sldId id="462" r:id="rId40"/>
    <p:sldId id="463" r:id="rId41"/>
    <p:sldId id="474" r:id="rId42"/>
    <p:sldId id="473" r:id="rId43"/>
    <p:sldId id="476" r:id="rId44"/>
    <p:sldId id="525" r:id="rId45"/>
    <p:sldId id="502" r:id="rId46"/>
    <p:sldId id="459" r:id="rId47"/>
    <p:sldId id="526" r:id="rId48"/>
    <p:sldId id="418" r:id="rId49"/>
    <p:sldId id="510" r:id="rId50"/>
    <p:sldId id="511" r:id="rId51"/>
    <p:sldId id="512" r:id="rId52"/>
    <p:sldId id="527" r:id="rId53"/>
    <p:sldId id="420" r:id="rId54"/>
    <p:sldId id="504" r:id="rId55"/>
    <p:sldId id="506" r:id="rId56"/>
    <p:sldId id="507" r:id="rId57"/>
    <p:sldId id="505" r:id="rId58"/>
    <p:sldId id="503" r:id="rId59"/>
    <p:sldId id="513" r:id="rId60"/>
    <p:sldId id="340" r:id="rId61"/>
  </p:sldIdLst>
  <p:sldSz cx="12192000" cy="6858000"/>
  <p:notesSz cx="6858000" cy="9144000"/>
  <p:embeddedFontLst>
    <p:embeddedFont>
      <p:font typeface="Pretendard Light" panose="020B0600000101010101" charset="-127"/>
      <p:regular r:id="rId64"/>
    </p:embeddedFont>
    <p:embeddedFont>
      <p:font typeface="Pretendard Medium" panose="020B0600000101010101" charset="-127"/>
      <p:regular r:id="rId65"/>
    </p:embeddedFont>
    <p:embeddedFont>
      <p:font typeface="Pretendard SemiBold" panose="020B0600000101010101" charset="-127"/>
      <p:bold r:id="rId6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MES PPT Template 2024_v1 (와이드)" id="{B8760B49-5149-4400-AA68-A980C11811FA}">
          <p14:sldIdLst>
            <p14:sldId id="274"/>
            <p14:sldId id="281"/>
            <p14:sldId id="524"/>
            <p14:sldId id="460"/>
            <p14:sldId id="466"/>
            <p14:sldId id="469"/>
            <p14:sldId id="470"/>
            <p14:sldId id="467"/>
            <p14:sldId id="468"/>
            <p14:sldId id="461"/>
            <p14:sldId id="477"/>
            <p14:sldId id="479"/>
            <p14:sldId id="480"/>
            <p14:sldId id="481"/>
            <p14:sldId id="482"/>
            <p14:sldId id="484"/>
            <p14:sldId id="485"/>
            <p14:sldId id="486"/>
            <p14:sldId id="509"/>
            <p14:sldId id="472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  <p14:sldId id="464"/>
            <p14:sldId id="488"/>
            <p14:sldId id="508"/>
            <p14:sldId id="465"/>
            <p14:sldId id="487"/>
            <p14:sldId id="489"/>
            <p14:sldId id="490"/>
            <p14:sldId id="471"/>
            <p14:sldId id="500"/>
            <p14:sldId id="462"/>
            <p14:sldId id="463"/>
            <p14:sldId id="474"/>
            <p14:sldId id="473"/>
            <p14:sldId id="476"/>
            <p14:sldId id="525"/>
            <p14:sldId id="502"/>
            <p14:sldId id="459"/>
            <p14:sldId id="526"/>
            <p14:sldId id="418"/>
            <p14:sldId id="510"/>
            <p14:sldId id="511"/>
            <p14:sldId id="512"/>
            <p14:sldId id="527"/>
            <p14:sldId id="420"/>
            <p14:sldId id="504"/>
            <p14:sldId id="506"/>
            <p14:sldId id="507"/>
            <p14:sldId id="505"/>
            <p14:sldId id="503"/>
            <p14:sldId id="513"/>
            <p14:sldId id="340"/>
          </p14:sldIdLst>
        </p14:section>
        <p14:section name="참고자료" id="{702F3589-6241-47FE-8178-FB4D520B975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371BBE-1705-D67E-09BD-F232B96CD1A0}" v="3828" dt="2025-03-26T06:02:58.052"/>
    <p1510:client id="{0D1F5AAD-C062-45D1-96A1-C00FA6A5EE1F}" v="3297" dt="2025-03-27T05:25:15.257"/>
    <p1510:client id="{7E246724-39C2-2EB7-2344-AF33B473A318}" v="1925" dt="2025-03-26T09:02:06.833"/>
    <p1510:client id="{A99EC8A8-D44F-B37B-D278-1BB16D6BFF4D}" v="2786" dt="2025-03-25T08:27:49.0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32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handoutMaster" Target="handoutMasters/handoutMaster1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3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1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&amp;D/intern" userId="S::intern-a@cmesrobotics.ai::71f9efdc-7f13-403d-a66a-3368df03b1a9" providerId="AD" clId="Web-{7E246724-39C2-2EB7-2344-AF33B473A318}"/>
    <pc:docChg chg="addSld delSld modSld sldOrd modSection">
      <pc:chgData name="R&amp;D/intern" userId="S::intern-a@cmesrobotics.ai::71f9efdc-7f13-403d-a66a-3368df03b1a9" providerId="AD" clId="Web-{7E246724-39C2-2EB7-2344-AF33B473A318}" dt="2025-03-26T09:02:04.629" v="1037" actId="20577"/>
      <pc:docMkLst>
        <pc:docMk/>
      </pc:docMkLst>
      <pc:sldChg chg="addSp delSp modSp">
        <pc:chgData name="R&amp;D/intern" userId="S::intern-a@cmesrobotics.ai::71f9efdc-7f13-403d-a66a-3368df03b1a9" providerId="AD" clId="Web-{7E246724-39C2-2EB7-2344-AF33B473A318}" dt="2025-03-26T08:19:36.121" v="699" actId="20577"/>
        <pc:sldMkLst>
          <pc:docMk/>
          <pc:sldMk cId="977443070" sldId="274"/>
        </pc:sldMkLst>
        <pc:spChg chg="mod">
          <ac:chgData name="R&amp;D/intern" userId="S::intern-a@cmesrobotics.ai::71f9efdc-7f13-403d-a66a-3368df03b1a9" providerId="AD" clId="Web-{7E246724-39C2-2EB7-2344-AF33B473A318}" dt="2025-03-26T08:19:36.121" v="699" actId="20577"/>
          <ac:spMkLst>
            <pc:docMk/>
            <pc:sldMk cId="977443070" sldId="274"/>
            <ac:spMk id="4" creationId="{27463016-B154-6EF9-255F-56583080A767}"/>
          </ac:spMkLst>
        </pc:spChg>
        <pc:spChg chg="mod">
          <ac:chgData name="R&amp;D/intern" userId="S::intern-a@cmesrobotics.ai::71f9efdc-7f13-403d-a66a-3368df03b1a9" providerId="AD" clId="Web-{7E246724-39C2-2EB7-2344-AF33B473A318}" dt="2025-03-26T06:40:58.611" v="376" actId="20577"/>
          <ac:spMkLst>
            <pc:docMk/>
            <pc:sldMk cId="977443070" sldId="274"/>
            <ac:spMk id="7" creationId="{ADB83822-B6AC-69DD-D07E-35AD14ED2D3D}"/>
          </ac:spMkLst>
        </pc:spChg>
        <pc:picChg chg="add mod">
          <ac:chgData name="R&amp;D/intern" userId="S::intern-a@cmesrobotics.ai::71f9efdc-7f13-403d-a66a-3368df03b1a9" providerId="AD" clId="Web-{7E246724-39C2-2EB7-2344-AF33B473A318}" dt="2025-03-26T08:18:59.948" v="662" actId="1076"/>
          <ac:picMkLst>
            <pc:docMk/>
            <pc:sldMk cId="977443070" sldId="274"/>
            <ac:picMk id="2" creationId="{7C1CA3FD-835D-0D3A-E302-E40806B48224}"/>
          </ac:picMkLst>
        </pc:picChg>
        <pc:picChg chg="add del">
          <ac:chgData name="R&amp;D/intern" userId="S::intern-a@cmesrobotics.ai::71f9efdc-7f13-403d-a66a-3368df03b1a9" providerId="AD" clId="Web-{7E246724-39C2-2EB7-2344-AF33B473A318}" dt="2025-03-26T06:43:30.366" v="391"/>
          <ac:picMkLst>
            <pc:docMk/>
            <pc:sldMk cId="977443070" sldId="274"/>
            <ac:picMk id="8" creationId="{5E3CD4BC-2687-F849-B71D-29C4D1AF5AC6}"/>
          </ac:picMkLst>
        </pc:picChg>
      </pc:sldChg>
      <pc:sldChg chg="modSp">
        <pc:chgData name="R&amp;D/intern" userId="S::intern-a@cmesrobotics.ai::71f9efdc-7f13-403d-a66a-3368df03b1a9" providerId="AD" clId="Web-{7E246724-39C2-2EB7-2344-AF33B473A318}" dt="2025-03-26T08:55:38.538" v="979" actId="20577"/>
        <pc:sldMkLst>
          <pc:docMk/>
          <pc:sldMk cId="3661590156" sldId="281"/>
        </pc:sldMkLst>
        <pc:spChg chg="mod">
          <ac:chgData name="R&amp;D/intern" userId="S::intern-a@cmesrobotics.ai::71f9efdc-7f13-403d-a66a-3368df03b1a9" providerId="AD" clId="Web-{7E246724-39C2-2EB7-2344-AF33B473A318}" dt="2025-03-26T06:40:09.141" v="371" actId="20577"/>
          <ac:spMkLst>
            <pc:docMk/>
            <pc:sldMk cId="3661590156" sldId="281"/>
            <ac:spMk id="5" creationId="{C03AE5F4-C0EB-99F5-EF03-39A127ACF21A}"/>
          </ac:spMkLst>
        </pc:spChg>
        <pc:spChg chg="mod">
          <ac:chgData name="R&amp;D/intern" userId="S::intern-a@cmesrobotics.ai::71f9efdc-7f13-403d-a66a-3368df03b1a9" providerId="AD" clId="Web-{7E246724-39C2-2EB7-2344-AF33B473A318}" dt="2025-03-26T06:40:02.766" v="369" actId="20577"/>
          <ac:spMkLst>
            <pc:docMk/>
            <pc:sldMk cId="3661590156" sldId="281"/>
            <ac:spMk id="8" creationId="{1CF1EBAA-01D4-B6FF-EAF8-2FFF3796BB58}"/>
          </ac:spMkLst>
        </pc:spChg>
        <pc:spChg chg="mod">
          <ac:chgData name="R&amp;D/intern" userId="S::intern-a@cmesrobotics.ai::71f9efdc-7f13-403d-a66a-3368df03b1a9" providerId="AD" clId="Web-{7E246724-39C2-2EB7-2344-AF33B473A318}" dt="2025-03-26T08:55:38.538" v="979" actId="20577"/>
          <ac:spMkLst>
            <pc:docMk/>
            <pc:sldMk cId="3661590156" sldId="281"/>
            <ac:spMk id="11" creationId="{E642F1DD-EBA3-DFBD-6F22-0F4F18A79C6B}"/>
          </ac:spMkLst>
        </pc:spChg>
        <pc:spChg chg="mod">
          <ac:chgData name="R&amp;D/intern" userId="S::intern-a@cmesrobotics.ai::71f9efdc-7f13-403d-a66a-3368df03b1a9" providerId="AD" clId="Web-{7E246724-39C2-2EB7-2344-AF33B473A318}" dt="2025-03-26T08:55:23.617" v="971" actId="20577"/>
          <ac:spMkLst>
            <pc:docMk/>
            <pc:sldMk cId="3661590156" sldId="281"/>
            <ac:spMk id="42" creationId="{E371061F-A463-2FF5-DF09-BA6A79731915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8:55:08.693" v="961" actId="20577"/>
        <pc:sldMkLst>
          <pc:docMk/>
          <pc:sldMk cId="1114981163" sldId="283"/>
        </pc:sldMkLst>
        <pc:spChg chg="mod">
          <ac:chgData name="R&amp;D/intern" userId="S::intern-a@cmesrobotics.ai::71f9efdc-7f13-403d-a66a-3368df03b1a9" providerId="AD" clId="Web-{7E246724-39C2-2EB7-2344-AF33B473A318}" dt="2025-03-26T08:55:08.693" v="961" actId="20577"/>
          <ac:spMkLst>
            <pc:docMk/>
            <pc:sldMk cId="1114981163" sldId="283"/>
            <ac:spMk id="2" creationId="{3AAFE348-10B0-272A-9295-9B004FA25A1A}"/>
          </ac:spMkLst>
        </pc:spChg>
      </pc:sldChg>
      <pc:sldChg chg="addSp delSp modSp">
        <pc:chgData name="R&amp;D/intern" userId="S::intern-a@cmesrobotics.ai::71f9efdc-7f13-403d-a66a-3368df03b1a9" providerId="AD" clId="Web-{7E246724-39C2-2EB7-2344-AF33B473A318}" dt="2025-03-26T08:52:40.673" v="911" actId="1076"/>
        <pc:sldMkLst>
          <pc:docMk/>
          <pc:sldMk cId="4264906656" sldId="418"/>
        </pc:sldMkLst>
        <pc:spChg chg="ord">
          <ac:chgData name="R&amp;D/intern" userId="S::intern-a@cmesrobotics.ai::71f9efdc-7f13-403d-a66a-3368df03b1a9" providerId="AD" clId="Web-{7E246724-39C2-2EB7-2344-AF33B473A318}" dt="2025-03-26T08:43:52.842" v="878"/>
          <ac:spMkLst>
            <pc:docMk/>
            <pc:sldMk cId="4264906656" sldId="418"/>
            <ac:spMk id="2" creationId="{3E26CA98-ADEF-E931-CD85-C54B81F4C48F}"/>
          </ac:spMkLst>
        </pc:spChg>
        <pc:spChg chg="add del mod ord">
          <ac:chgData name="R&amp;D/intern" userId="S::intern-a@cmesrobotics.ai::71f9efdc-7f13-403d-a66a-3368df03b1a9" providerId="AD" clId="Web-{7E246724-39C2-2EB7-2344-AF33B473A318}" dt="2025-03-26T08:45:14.705" v="892"/>
          <ac:spMkLst>
            <pc:docMk/>
            <pc:sldMk cId="4264906656" sldId="418"/>
            <ac:spMk id="9" creationId="{CB9D6D2C-2E26-9B1F-7B5C-F673FD709F6B}"/>
          </ac:spMkLst>
        </pc:spChg>
        <pc:spChg chg="mod">
          <ac:chgData name="R&amp;D/intern" userId="S::intern-a@cmesrobotics.ai::71f9efdc-7f13-403d-a66a-3368df03b1a9" providerId="AD" clId="Web-{7E246724-39C2-2EB7-2344-AF33B473A318}" dt="2025-03-26T08:36:13.077" v="851" actId="20577"/>
          <ac:spMkLst>
            <pc:docMk/>
            <pc:sldMk cId="4264906656" sldId="418"/>
            <ac:spMk id="12" creationId="{6FB1903C-2636-F1AB-6251-2913A3D26666}"/>
          </ac:spMkLst>
        </pc:spChg>
        <pc:picChg chg="add del mod ord">
          <ac:chgData name="R&amp;D/intern" userId="S::intern-a@cmesrobotics.ai::71f9efdc-7f13-403d-a66a-3368df03b1a9" providerId="AD" clId="Web-{7E246724-39C2-2EB7-2344-AF33B473A318}" dt="2025-03-26T08:46:21.957" v="895"/>
          <ac:picMkLst>
            <pc:docMk/>
            <pc:sldMk cId="4264906656" sldId="418"/>
            <ac:picMk id="6" creationId="{2F22CC68-18ED-9899-5EC4-FDEAEFE0F0EC}"/>
          </ac:picMkLst>
        </pc:picChg>
        <pc:picChg chg="add mod modCrop">
          <ac:chgData name="R&amp;D/intern" userId="S::intern-a@cmesrobotics.ai::71f9efdc-7f13-403d-a66a-3368df03b1a9" providerId="AD" clId="Web-{7E246724-39C2-2EB7-2344-AF33B473A318}" dt="2025-03-26T08:52:40.673" v="911" actId="1076"/>
          <ac:picMkLst>
            <pc:docMk/>
            <pc:sldMk cId="4264906656" sldId="418"/>
            <ac:picMk id="10" creationId="{B08DAB6E-166C-B16B-D981-7D326671FAD1}"/>
          </ac:picMkLst>
        </pc:picChg>
      </pc:sldChg>
      <pc:sldChg chg="modSp">
        <pc:chgData name="R&amp;D/intern" userId="S::intern-a@cmesrobotics.ai::71f9efdc-7f13-403d-a66a-3368df03b1a9" providerId="AD" clId="Web-{7E246724-39C2-2EB7-2344-AF33B473A318}" dt="2025-03-26T08:55:17.084" v="964" actId="20577"/>
        <pc:sldMkLst>
          <pc:docMk/>
          <pc:sldMk cId="3802532465" sldId="419"/>
        </pc:sldMkLst>
        <pc:spChg chg="mod">
          <ac:chgData name="R&amp;D/intern" userId="S::intern-a@cmesrobotics.ai::71f9efdc-7f13-403d-a66a-3368df03b1a9" providerId="AD" clId="Web-{7E246724-39C2-2EB7-2344-AF33B473A318}" dt="2025-03-26T08:55:17.084" v="964" actId="20577"/>
          <ac:spMkLst>
            <pc:docMk/>
            <pc:sldMk cId="3802532465" sldId="419"/>
            <ac:spMk id="2" creationId="{8200F294-9698-C978-BBFC-F90864CA789B}"/>
          </ac:spMkLst>
        </pc:spChg>
      </pc:sldChg>
      <pc:sldChg chg="delSp modSp">
        <pc:chgData name="R&amp;D/intern" userId="S::intern-a@cmesrobotics.ai::71f9efdc-7f13-403d-a66a-3368df03b1a9" providerId="AD" clId="Web-{7E246724-39C2-2EB7-2344-AF33B473A318}" dt="2025-03-26T08:57:02.682" v="993" actId="20577"/>
        <pc:sldMkLst>
          <pc:docMk/>
          <pc:sldMk cId="4260820969" sldId="420"/>
        </pc:sldMkLst>
        <pc:spChg chg="mod">
          <ac:chgData name="R&amp;D/intern" userId="S::intern-a@cmesrobotics.ai::71f9efdc-7f13-403d-a66a-3368df03b1a9" providerId="AD" clId="Web-{7E246724-39C2-2EB7-2344-AF33B473A318}" dt="2025-03-26T08:56:12.727" v="985" actId="20577"/>
          <ac:spMkLst>
            <pc:docMk/>
            <pc:sldMk cId="4260820969" sldId="420"/>
            <ac:spMk id="3" creationId="{37FB82D8-DE44-BC54-A0DA-8FFC96E46981}"/>
          </ac:spMkLst>
        </pc:spChg>
        <pc:spChg chg="mod">
          <ac:chgData name="R&amp;D/intern" userId="S::intern-a@cmesrobotics.ai::71f9efdc-7f13-403d-a66a-3368df03b1a9" providerId="AD" clId="Web-{7E246724-39C2-2EB7-2344-AF33B473A318}" dt="2025-03-26T08:56:26.009" v="986" actId="20577"/>
          <ac:spMkLst>
            <pc:docMk/>
            <pc:sldMk cId="4260820969" sldId="420"/>
            <ac:spMk id="5" creationId="{9452E880-45B9-B37E-D5CE-9A9BB1B679B3}"/>
          </ac:spMkLst>
        </pc:spChg>
        <pc:spChg chg="mod">
          <ac:chgData name="R&amp;D/intern" userId="S::intern-a@cmesrobotics.ai::71f9efdc-7f13-403d-a66a-3368df03b1a9" providerId="AD" clId="Web-{7E246724-39C2-2EB7-2344-AF33B473A318}" dt="2025-03-26T08:57:00.525" v="990" actId="20577"/>
          <ac:spMkLst>
            <pc:docMk/>
            <pc:sldMk cId="4260820969" sldId="420"/>
            <ac:spMk id="8" creationId="{D34B98FC-F504-621E-3D6D-3926C618FBA3}"/>
          </ac:spMkLst>
        </pc:spChg>
        <pc:spChg chg="mod">
          <ac:chgData name="R&amp;D/intern" userId="S::intern-a@cmesrobotics.ai::71f9efdc-7f13-403d-a66a-3368df03b1a9" providerId="AD" clId="Web-{7E246724-39C2-2EB7-2344-AF33B473A318}" dt="2025-03-26T08:57:02.682" v="993" actId="20577"/>
          <ac:spMkLst>
            <pc:docMk/>
            <pc:sldMk cId="4260820969" sldId="420"/>
            <ac:spMk id="12" creationId="{943D3147-33AF-B3DB-020A-85946C7FB672}"/>
          </ac:spMkLst>
        </pc:spChg>
        <pc:picChg chg="del">
          <ac:chgData name="R&amp;D/intern" userId="S::intern-a@cmesrobotics.ai::71f9efdc-7f13-403d-a66a-3368df03b1a9" providerId="AD" clId="Web-{7E246724-39C2-2EB7-2344-AF33B473A318}" dt="2025-03-26T08:56:33.774" v="988"/>
          <ac:picMkLst>
            <pc:docMk/>
            <pc:sldMk cId="4260820969" sldId="420"/>
            <ac:picMk id="10" creationId="{6CEB38E8-3F6D-3824-094B-D30B800CE4B6}"/>
          </ac:picMkLst>
        </pc:picChg>
      </pc:sldChg>
      <pc:sldChg chg="del">
        <pc:chgData name="R&amp;D/intern" userId="S::intern-a@cmesrobotics.ai::71f9efdc-7f13-403d-a66a-3368df03b1a9" providerId="AD" clId="Web-{7E246724-39C2-2EB7-2344-AF33B473A318}" dt="2025-03-26T08:57:11.323" v="995"/>
        <pc:sldMkLst>
          <pc:docMk/>
          <pc:sldMk cId="503908824" sldId="421"/>
        </pc:sldMkLst>
      </pc:sldChg>
      <pc:sldChg chg="del">
        <pc:chgData name="R&amp;D/intern" userId="S::intern-a@cmesrobotics.ai::71f9efdc-7f13-403d-a66a-3368df03b1a9" providerId="AD" clId="Web-{7E246724-39C2-2EB7-2344-AF33B473A318}" dt="2025-03-26T08:57:18.323" v="998"/>
        <pc:sldMkLst>
          <pc:docMk/>
          <pc:sldMk cId="2875821011" sldId="422"/>
        </pc:sldMkLst>
      </pc:sldChg>
      <pc:sldChg chg="del">
        <pc:chgData name="R&amp;D/intern" userId="S::intern-a@cmesrobotics.ai::71f9efdc-7f13-403d-a66a-3368df03b1a9" providerId="AD" clId="Web-{7E246724-39C2-2EB7-2344-AF33B473A318}" dt="2025-03-26T08:57:13.354" v="996"/>
        <pc:sldMkLst>
          <pc:docMk/>
          <pc:sldMk cId="3006827416" sldId="423"/>
        </pc:sldMkLst>
      </pc:sldChg>
      <pc:sldChg chg="del">
        <pc:chgData name="R&amp;D/intern" userId="S::intern-a@cmesrobotics.ai::71f9efdc-7f13-403d-a66a-3368df03b1a9" providerId="AD" clId="Web-{7E246724-39C2-2EB7-2344-AF33B473A318}" dt="2025-03-26T08:59:05.327" v="1003"/>
        <pc:sldMkLst>
          <pc:docMk/>
          <pc:sldMk cId="2043871986" sldId="424"/>
        </pc:sldMkLst>
      </pc:sldChg>
      <pc:sldChg chg="del">
        <pc:chgData name="R&amp;D/intern" userId="S::intern-a@cmesrobotics.ai::71f9efdc-7f13-403d-a66a-3368df03b1a9" providerId="AD" clId="Web-{7E246724-39C2-2EB7-2344-AF33B473A318}" dt="2025-03-26T08:59:07.702" v="1004"/>
        <pc:sldMkLst>
          <pc:docMk/>
          <pc:sldMk cId="4037107041" sldId="426"/>
        </pc:sldMkLst>
      </pc:sldChg>
      <pc:sldChg chg="add del">
        <pc:chgData name="R&amp;D/intern" userId="S::intern-a@cmesrobotics.ai::71f9efdc-7f13-403d-a66a-3368df03b1a9" providerId="AD" clId="Web-{7E246724-39C2-2EB7-2344-AF33B473A318}" dt="2025-03-26T09:00:37.814" v="1007"/>
        <pc:sldMkLst>
          <pc:docMk/>
          <pc:sldMk cId="1316752885" sldId="427"/>
        </pc:sldMkLst>
      </pc:sldChg>
      <pc:sldChg chg="modSp del">
        <pc:chgData name="R&amp;D/intern" userId="S::intern-a@cmesrobotics.ai::71f9efdc-7f13-403d-a66a-3368df03b1a9" providerId="AD" clId="Web-{7E246724-39C2-2EB7-2344-AF33B473A318}" dt="2025-03-26T08:57:07.744" v="994"/>
        <pc:sldMkLst>
          <pc:docMk/>
          <pc:sldMk cId="1379363189" sldId="429"/>
        </pc:sldMkLst>
        <pc:spChg chg="mod">
          <ac:chgData name="R&amp;D/intern" userId="S::intern-a@cmesrobotics.ai::71f9efdc-7f13-403d-a66a-3368df03b1a9" providerId="AD" clId="Web-{7E246724-39C2-2EB7-2344-AF33B473A318}" dt="2025-03-26T08:56:29.649" v="987" actId="20577"/>
          <ac:spMkLst>
            <pc:docMk/>
            <pc:sldMk cId="1379363189" sldId="429"/>
            <ac:spMk id="5" creationId="{9452E880-45B9-B37E-D5CE-9A9BB1B679B3}"/>
          </ac:spMkLst>
        </pc:spChg>
      </pc:sldChg>
      <pc:sldChg chg="del">
        <pc:chgData name="R&amp;D/intern" userId="S::intern-a@cmesrobotics.ai::71f9efdc-7f13-403d-a66a-3368df03b1a9" providerId="AD" clId="Web-{7E246724-39C2-2EB7-2344-AF33B473A318}" dt="2025-03-26T08:58:59.576" v="1000"/>
        <pc:sldMkLst>
          <pc:docMk/>
          <pc:sldMk cId="3710690794" sldId="430"/>
        </pc:sldMkLst>
      </pc:sldChg>
      <pc:sldChg chg="del">
        <pc:chgData name="R&amp;D/intern" userId="S::intern-a@cmesrobotics.ai::71f9efdc-7f13-403d-a66a-3368df03b1a9" providerId="AD" clId="Web-{7E246724-39C2-2EB7-2344-AF33B473A318}" dt="2025-03-26T08:58:56.873" v="999"/>
        <pc:sldMkLst>
          <pc:docMk/>
          <pc:sldMk cId="1287168932" sldId="431"/>
        </pc:sldMkLst>
      </pc:sldChg>
      <pc:sldChg chg="del">
        <pc:chgData name="R&amp;D/intern" userId="S::intern-a@cmesrobotics.ai::71f9efdc-7f13-403d-a66a-3368df03b1a9" providerId="AD" clId="Web-{7E246724-39C2-2EB7-2344-AF33B473A318}" dt="2025-03-26T08:59:04.483" v="1002"/>
        <pc:sldMkLst>
          <pc:docMk/>
          <pc:sldMk cId="3507240722" sldId="432"/>
        </pc:sldMkLst>
      </pc:sldChg>
      <pc:sldChg chg="del">
        <pc:chgData name="R&amp;D/intern" userId="S::intern-a@cmesrobotics.ai::71f9efdc-7f13-403d-a66a-3368df03b1a9" providerId="AD" clId="Web-{7E246724-39C2-2EB7-2344-AF33B473A318}" dt="2025-03-26T08:57:16.010" v="997"/>
        <pc:sldMkLst>
          <pc:docMk/>
          <pc:sldMk cId="3828703893" sldId="434"/>
        </pc:sldMkLst>
      </pc:sldChg>
      <pc:sldChg chg="del">
        <pc:chgData name="R&amp;D/intern" userId="S::intern-a@cmesrobotics.ai::71f9efdc-7f13-403d-a66a-3368df03b1a9" providerId="AD" clId="Web-{7E246724-39C2-2EB7-2344-AF33B473A318}" dt="2025-03-26T08:59:02.280" v="1001"/>
        <pc:sldMkLst>
          <pc:docMk/>
          <pc:sldMk cId="3356329151" sldId="435"/>
        </pc:sldMkLst>
      </pc:sldChg>
      <pc:sldChg chg="modSp">
        <pc:chgData name="R&amp;D/intern" userId="S::intern-a@cmesrobotics.ai::71f9efdc-7f13-403d-a66a-3368df03b1a9" providerId="AD" clId="Web-{7E246724-39C2-2EB7-2344-AF33B473A318}" dt="2025-03-26T08:53:49.238" v="917" actId="20577"/>
        <pc:sldMkLst>
          <pc:docMk/>
          <pc:sldMk cId="874285888" sldId="436"/>
        </pc:sldMkLst>
        <pc:spChg chg="mod">
          <ac:chgData name="R&amp;D/intern" userId="S::intern-a@cmesrobotics.ai::71f9efdc-7f13-403d-a66a-3368df03b1a9" providerId="AD" clId="Web-{7E246724-39C2-2EB7-2344-AF33B473A318}" dt="2025-03-26T08:53:49.238" v="917" actId="20577"/>
          <ac:spMkLst>
            <pc:docMk/>
            <pc:sldMk cId="874285888" sldId="436"/>
            <ac:spMk id="3" creationId="{F202B04E-4CD7-88A4-973F-AD21A27FE1BE}"/>
          </ac:spMkLst>
        </pc:spChg>
      </pc:sldChg>
      <pc:sldChg chg="modSp ord">
        <pc:chgData name="R&amp;D/intern" userId="S::intern-a@cmesrobotics.ai::71f9efdc-7f13-403d-a66a-3368df03b1a9" providerId="AD" clId="Web-{7E246724-39C2-2EB7-2344-AF33B473A318}" dt="2025-03-26T06:42:07.567" v="388" actId="20577"/>
        <pc:sldMkLst>
          <pc:docMk/>
          <pc:sldMk cId="1630415941" sldId="457"/>
        </pc:sldMkLst>
        <pc:spChg chg="mod">
          <ac:chgData name="R&amp;D/intern" userId="S::intern-a@cmesrobotics.ai::71f9efdc-7f13-403d-a66a-3368df03b1a9" providerId="AD" clId="Web-{7E246724-39C2-2EB7-2344-AF33B473A318}" dt="2025-03-26T06:42:07.567" v="388" actId="20577"/>
          <ac:spMkLst>
            <pc:docMk/>
            <pc:sldMk cId="1630415941" sldId="457"/>
            <ac:spMk id="3" creationId="{A7B8D12B-3FE2-0A8A-997D-06E167DC362F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1:50.144" v="382" actId="20577"/>
        <pc:sldMkLst>
          <pc:docMk/>
          <pc:sldMk cId="4184731062" sldId="458"/>
        </pc:sldMkLst>
        <pc:spChg chg="mod">
          <ac:chgData name="R&amp;D/intern" userId="S::intern-a@cmesrobotics.ai::71f9efdc-7f13-403d-a66a-3368df03b1a9" providerId="AD" clId="Web-{7E246724-39C2-2EB7-2344-AF33B473A318}" dt="2025-03-26T06:41:50.144" v="382" actId="20577"/>
          <ac:spMkLst>
            <pc:docMk/>
            <pc:sldMk cId="4184731062" sldId="458"/>
            <ac:spMk id="3" creationId="{A7B8D12B-3FE2-0A8A-997D-06E167DC362F}"/>
          </ac:spMkLst>
        </pc:spChg>
      </pc:sldChg>
      <pc:sldChg chg="modSp ord">
        <pc:chgData name="R&amp;D/intern" userId="S::intern-a@cmesrobotics.ai::71f9efdc-7f13-403d-a66a-3368df03b1a9" providerId="AD" clId="Web-{7E246724-39C2-2EB7-2344-AF33B473A318}" dt="2025-03-26T08:54:28.458" v="943" actId="20577"/>
        <pc:sldMkLst>
          <pc:docMk/>
          <pc:sldMk cId="2802401869" sldId="459"/>
        </pc:sldMkLst>
        <pc:spChg chg="mod">
          <ac:chgData name="R&amp;D/intern" userId="S::intern-a@cmesrobotics.ai::71f9efdc-7f13-403d-a66a-3368df03b1a9" providerId="AD" clId="Web-{7E246724-39C2-2EB7-2344-AF33B473A318}" dt="2025-03-26T08:13:38.921" v="628" actId="20577"/>
          <ac:spMkLst>
            <pc:docMk/>
            <pc:sldMk cId="2802401869" sldId="459"/>
            <ac:spMk id="3" creationId="{F202B04E-4CD7-88A4-973F-AD21A27FE1BE}"/>
          </ac:spMkLst>
        </pc:spChg>
        <pc:spChg chg="mod">
          <ac:chgData name="R&amp;D/intern" userId="S::intern-a@cmesrobotics.ai::71f9efdc-7f13-403d-a66a-3368df03b1a9" providerId="AD" clId="Web-{7E246724-39C2-2EB7-2344-AF33B473A318}" dt="2025-03-26T08:54:28.458" v="943" actId="20577"/>
          <ac:spMkLst>
            <pc:docMk/>
            <pc:sldMk cId="2802401869" sldId="459"/>
            <ac:spMk id="18" creationId="{40109596-2466-DEA8-89B9-7BDDF5893024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4:20.337" v="400" actId="20577"/>
        <pc:sldMkLst>
          <pc:docMk/>
          <pc:sldMk cId="623883882" sldId="460"/>
        </pc:sldMkLst>
        <pc:spChg chg="mod">
          <ac:chgData name="R&amp;D/intern" userId="S::intern-a@cmesrobotics.ai::71f9efdc-7f13-403d-a66a-3368df03b1a9" providerId="AD" clId="Web-{7E246724-39C2-2EB7-2344-AF33B473A318}" dt="2025-03-26T06:44:20.337" v="400" actId="20577"/>
          <ac:spMkLst>
            <pc:docMk/>
            <pc:sldMk cId="623883882" sldId="460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4:50.494" v="407" actId="20577"/>
        <pc:sldMkLst>
          <pc:docMk/>
          <pc:sldMk cId="384319952" sldId="461"/>
        </pc:sldMkLst>
        <pc:spChg chg="mod">
          <ac:chgData name="R&amp;D/intern" userId="S::intern-a@cmesrobotics.ai::71f9efdc-7f13-403d-a66a-3368df03b1a9" providerId="AD" clId="Web-{7E246724-39C2-2EB7-2344-AF33B473A318}" dt="2025-03-26T06:44:50.494" v="407" actId="20577"/>
          <ac:spMkLst>
            <pc:docMk/>
            <pc:sldMk cId="384319952" sldId="461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6:28.216" v="438" actId="20577"/>
        <pc:sldMkLst>
          <pc:docMk/>
          <pc:sldMk cId="2669320060" sldId="462"/>
        </pc:sldMkLst>
        <pc:spChg chg="mod">
          <ac:chgData name="R&amp;D/intern" userId="S::intern-a@cmesrobotics.ai::71f9efdc-7f13-403d-a66a-3368df03b1a9" providerId="AD" clId="Web-{7E246724-39C2-2EB7-2344-AF33B473A318}" dt="2025-03-26T06:46:28.216" v="438" actId="20577"/>
          <ac:spMkLst>
            <pc:docMk/>
            <pc:sldMk cId="2669320060" sldId="462"/>
            <ac:spMk id="3" creationId="{F202B04E-4CD7-88A4-973F-AD21A27FE1BE}"/>
          </ac:spMkLst>
        </pc:spChg>
      </pc:sldChg>
      <pc:sldChg chg="modSp ord">
        <pc:chgData name="R&amp;D/intern" userId="S::intern-a@cmesrobotics.ai::71f9efdc-7f13-403d-a66a-3368df03b1a9" providerId="AD" clId="Web-{7E246724-39C2-2EB7-2344-AF33B473A318}" dt="2025-03-26T08:33:34.821" v="804" actId="20577"/>
        <pc:sldMkLst>
          <pc:docMk/>
          <pc:sldMk cId="3408500924" sldId="463"/>
        </pc:sldMkLst>
        <pc:spChg chg="mod">
          <ac:chgData name="R&amp;D/intern" userId="S::intern-a@cmesrobotics.ai::71f9efdc-7f13-403d-a66a-3368df03b1a9" providerId="AD" clId="Web-{7E246724-39C2-2EB7-2344-AF33B473A318}" dt="2025-03-26T06:46:35.279" v="441" actId="20577"/>
          <ac:spMkLst>
            <pc:docMk/>
            <pc:sldMk cId="3408500924" sldId="463"/>
            <ac:spMk id="3" creationId="{F202B04E-4CD7-88A4-973F-AD21A27FE1BE}"/>
          </ac:spMkLst>
        </pc:spChg>
        <pc:spChg chg="mod">
          <ac:chgData name="R&amp;D/intern" userId="S::intern-a@cmesrobotics.ai::71f9efdc-7f13-403d-a66a-3368df03b1a9" providerId="AD" clId="Web-{7E246724-39C2-2EB7-2344-AF33B473A318}" dt="2025-03-26T08:33:34.821" v="804" actId="20577"/>
          <ac:spMkLst>
            <pc:docMk/>
            <pc:sldMk cId="3408500924" sldId="463"/>
            <ac:spMk id="12" creationId="{6FB1903C-2636-F1AB-6251-2913A3D26666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6:51.639" v="447" actId="20577"/>
        <pc:sldMkLst>
          <pc:docMk/>
          <pc:sldMk cId="2956502946" sldId="464"/>
        </pc:sldMkLst>
        <pc:spChg chg="mod">
          <ac:chgData name="R&amp;D/intern" userId="S::intern-a@cmesrobotics.ai::71f9efdc-7f13-403d-a66a-3368df03b1a9" providerId="AD" clId="Web-{7E246724-39C2-2EB7-2344-AF33B473A318}" dt="2025-03-26T06:46:51.639" v="447" actId="20577"/>
          <ac:spMkLst>
            <pc:docMk/>
            <pc:sldMk cId="2956502946" sldId="464"/>
            <ac:spMk id="3" creationId="{45F8ED67-E881-2D22-D310-70B069173D4B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5:37.558" v="423" actId="20577"/>
        <pc:sldMkLst>
          <pc:docMk/>
          <pc:sldMk cId="2727353759" sldId="465"/>
        </pc:sldMkLst>
        <pc:spChg chg="mod">
          <ac:chgData name="R&amp;D/intern" userId="S::intern-a@cmesrobotics.ai::71f9efdc-7f13-403d-a66a-3368df03b1a9" providerId="AD" clId="Web-{7E246724-39C2-2EB7-2344-AF33B473A318}" dt="2025-03-26T06:45:37.558" v="423" actId="20577"/>
          <ac:spMkLst>
            <pc:docMk/>
            <pc:sldMk cId="2727353759" sldId="465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4:23.181" v="401" actId="20577"/>
        <pc:sldMkLst>
          <pc:docMk/>
          <pc:sldMk cId="1610439190" sldId="466"/>
        </pc:sldMkLst>
        <pc:spChg chg="mod">
          <ac:chgData name="R&amp;D/intern" userId="S::intern-a@cmesrobotics.ai::71f9efdc-7f13-403d-a66a-3368df03b1a9" providerId="AD" clId="Web-{7E246724-39C2-2EB7-2344-AF33B473A318}" dt="2025-03-26T06:44:23.181" v="401" actId="20577"/>
          <ac:spMkLst>
            <pc:docMk/>
            <pc:sldMk cId="1610439190" sldId="466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4:32.712" v="404" actId="20577"/>
        <pc:sldMkLst>
          <pc:docMk/>
          <pc:sldMk cId="3826079356" sldId="467"/>
        </pc:sldMkLst>
        <pc:spChg chg="mod">
          <ac:chgData name="R&amp;D/intern" userId="S::intern-a@cmesrobotics.ai::71f9efdc-7f13-403d-a66a-3368df03b1a9" providerId="AD" clId="Web-{7E246724-39C2-2EB7-2344-AF33B473A318}" dt="2025-03-26T06:44:32.712" v="404" actId="20577"/>
          <ac:spMkLst>
            <pc:docMk/>
            <pc:sldMk cId="3826079356" sldId="467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4:35.869" v="405" actId="20577"/>
        <pc:sldMkLst>
          <pc:docMk/>
          <pc:sldMk cId="474756192" sldId="468"/>
        </pc:sldMkLst>
        <pc:spChg chg="mod">
          <ac:chgData name="R&amp;D/intern" userId="S::intern-a@cmesrobotics.ai::71f9efdc-7f13-403d-a66a-3368df03b1a9" providerId="AD" clId="Web-{7E246724-39C2-2EB7-2344-AF33B473A318}" dt="2025-03-26T06:44:35.869" v="405" actId="20577"/>
          <ac:spMkLst>
            <pc:docMk/>
            <pc:sldMk cId="474756192" sldId="468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4:26.868" v="402" actId="20577"/>
        <pc:sldMkLst>
          <pc:docMk/>
          <pc:sldMk cId="1212541083" sldId="469"/>
        </pc:sldMkLst>
        <pc:spChg chg="mod">
          <ac:chgData name="R&amp;D/intern" userId="S::intern-a@cmesrobotics.ai::71f9efdc-7f13-403d-a66a-3368df03b1a9" providerId="AD" clId="Web-{7E246724-39C2-2EB7-2344-AF33B473A318}" dt="2025-03-26T06:44:26.868" v="402" actId="20577"/>
          <ac:spMkLst>
            <pc:docMk/>
            <pc:sldMk cId="1212541083" sldId="469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4:29.493" v="403" actId="20577"/>
        <pc:sldMkLst>
          <pc:docMk/>
          <pc:sldMk cId="1715277069" sldId="470"/>
        </pc:sldMkLst>
        <pc:spChg chg="mod">
          <ac:chgData name="R&amp;D/intern" userId="S::intern-a@cmesrobotics.ai::71f9efdc-7f13-403d-a66a-3368df03b1a9" providerId="AD" clId="Web-{7E246724-39C2-2EB7-2344-AF33B473A318}" dt="2025-03-26T06:44:29.493" v="403" actId="20577"/>
          <ac:spMkLst>
            <pc:docMk/>
            <pc:sldMk cId="1715277069" sldId="470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6:55.389" v="448" actId="20577"/>
        <pc:sldMkLst>
          <pc:docMk/>
          <pc:sldMk cId="4277302010" sldId="471"/>
        </pc:sldMkLst>
        <pc:spChg chg="mod">
          <ac:chgData name="R&amp;D/intern" userId="S::intern-a@cmesrobotics.ai::71f9efdc-7f13-403d-a66a-3368df03b1a9" providerId="AD" clId="Web-{7E246724-39C2-2EB7-2344-AF33B473A318}" dt="2025-03-26T06:46:55.389" v="448" actId="20577"/>
          <ac:spMkLst>
            <pc:docMk/>
            <pc:sldMk cId="4277302010" sldId="471"/>
            <ac:spMk id="3" creationId="{45F8ED67-E881-2D22-D310-70B069173D4B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5:26.527" v="421" actId="20577"/>
        <pc:sldMkLst>
          <pc:docMk/>
          <pc:sldMk cId="4072712845" sldId="472"/>
        </pc:sldMkLst>
        <pc:spChg chg="mod">
          <ac:chgData name="R&amp;D/intern" userId="S::intern-a@cmesrobotics.ai::71f9efdc-7f13-403d-a66a-3368df03b1a9" providerId="AD" clId="Web-{7E246724-39C2-2EB7-2344-AF33B473A318}" dt="2025-03-26T06:45:26.527" v="421" actId="20577"/>
          <ac:spMkLst>
            <pc:docMk/>
            <pc:sldMk cId="4072712845" sldId="472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6:43.873" v="444" actId="20577"/>
        <pc:sldMkLst>
          <pc:docMk/>
          <pc:sldMk cId="2424088315" sldId="473"/>
        </pc:sldMkLst>
        <pc:spChg chg="mod">
          <ac:chgData name="R&amp;D/intern" userId="S::intern-a@cmesrobotics.ai::71f9efdc-7f13-403d-a66a-3368df03b1a9" providerId="AD" clId="Web-{7E246724-39C2-2EB7-2344-AF33B473A318}" dt="2025-03-26T06:46:43.873" v="444" actId="20577"/>
          <ac:spMkLst>
            <pc:docMk/>
            <pc:sldMk cId="2424088315" sldId="473"/>
            <ac:spMk id="3" creationId="{F202B04E-4CD7-88A4-973F-AD21A27FE1BE}"/>
          </ac:spMkLst>
        </pc:spChg>
      </pc:sldChg>
      <pc:sldChg chg="modSp ord">
        <pc:chgData name="R&amp;D/intern" userId="S::intern-a@cmesrobotics.ai::71f9efdc-7f13-403d-a66a-3368df03b1a9" providerId="AD" clId="Web-{7E246724-39C2-2EB7-2344-AF33B473A318}" dt="2025-03-26T06:49:40.769" v="449"/>
        <pc:sldMkLst>
          <pc:docMk/>
          <pc:sldMk cId="3026586599" sldId="474"/>
        </pc:sldMkLst>
        <pc:spChg chg="mod">
          <ac:chgData name="R&amp;D/intern" userId="S::intern-a@cmesrobotics.ai::71f9efdc-7f13-403d-a66a-3368df03b1a9" providerId="AD" clId="Web-{7E246724-39C2-2EB7-2344-AF33B473A318}" dt="2025-03-26T06:46:40.967" v="443" actId="20577"/>
          <ac:spMkLst>
            <pc:docMk/>
            <pc:sldMk cId="3026586599" sldId="474"/>
            <ac:spMk id="3" creationId="{F202B04E-4CD7-88A4-973F-AD21A27FE1BE}"/>
          </ac:spMkLst>
        </pc:spChg>
      </pc:sldChg>
      <pc:sldChg chg="modSp ord">
        <pc:chgData name="R&amp;D/intern" userId="S::intern-a@cmesrobotics.ai::71f9efdc-7f13-403d-a66a-3368df03b1a9" providerId="AD" clId="Web-{7E246724-39C2-2EB7-2344-AF33B473A318}" dt="2025-03-26T06:46:32.107" v="440" actId="20577"/>
        <pc:sldMkLst>
          <pc:docMk/>
          <pc:sldMk cId="4130295046" sldId="475"/>
        </pc:sldMkLst>
        <pc:spChg chg="mod">
          <ac:chgData name="R&amp;D/intern" userId="S::intern-a@cmesrobotics.ai::71f9efdc-7f13-403d-a66a-3368df03b1a9" providerId="AD" clId="Web-{7E246724-39C2-2EB7-2344-AF33B473A318}" dt="2025-03-26T06:46:32.107" v="440" actId="20577"/>
          <ac:spMkLst>
            <pc:docMk/>
            <pc:sldMk cId="4130295046" sldId="475"/>
            <ac:spMk id="3" creationId="{F202B04E-4CD7-88A4-973F-AD21A27FE1BE}"/>
          </ac:spMkLst>
        </pc:spChg>
      </pc:sldChg>
      <pc:sldChg chg="modSp ord">
        <pc:chgData name="R&amp;D/intern" userId="S::intern-a@cmesrobotics.ai::71f9efdc-7f13-403d-a66a-3368df03b1a9" providerId="AD" clId="Web-{7E246724-39C2-2EB7-2344-AF33B473A318}" dt="2025-03-26T06:46:47.795" v="446" actId="20577"/>
        <pc:sldMkLst>
          <pc:docMk/>
          <pc:sldMk cId="1668354926" sldId="476"/>
        </pc:sldMkLst>
        <pc:spChg chg="mod">
          <ac:chgData name="R&amp;D/intern" userId="S::intern-a@cmesrobotics.ai::71f9efdc-7f13-403d-a66a-3368df03b1a9" providerId="AD" clId="Web-{7E246724-39C2-2EB7-2344-AF33B473A318}" dt="2025-03-26T06:46:47.795" v="446" actId="20577"/>
          <ac:spMkLst>
            <pc:docMk/>
            <pc:sldMk cId="1668354926" sldId="476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4:57.213" v="410" actId="20577"/>
        <pc:sldMkLst>
          <pc:docMk/>
          <pc:sldMk cId="4101509442" sldId="477"/>
        </pc:sldMkLst>
        <pc:spChg chg="mod">
          <ac:chgData name="R&amp;D/intern" userId="S::intern-a@cmesrobotics.ai::71f9efdc-7f13-403d-a66a-3368df03b1a9" providerId="AD" clId="Web-{7E246724-39C2-2EB7-2344-AF33B473A318}" dt="2025-03-26T06:44:57.213" v="410" actId="20577"/>
          <ac:spMkLst>
            <pc:docMk/>
            <pc:sldMk cId="4101509442" sldId="477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4:54.197" v="408" actId="20577"/>
        <pc:sldMkLst>
          <pc:docMk/>
          <pc:sldMk cId="128273369" sldId="478"/>
        </pc:sldMkLst>
        <pc:spChg chg="mod">
          <ac:chgData name="R&amp;D/intern" userId="S::intern-a@cmesrobotics.ai::71f9efdc-7f13-403d-a66a-3368df03b1a9" providerId="AD" clId="Web-{7E246724-39C2-2EB7-2344-AF33B473A318}" dt="2025-03-26T06:44:54.197" v="408" actId="20577"/>
          <ac:spMkLst>
            <pc:docMk/>
            <pc:sldMk cId="128273369" sldId="478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5:02.416" v="411" actId="20577"/>
        <pc:sldMkLst>
          <pc:docMk/>
          <pc:sldMk cId="3573382779" sldId="479"/>
        </pc:sldMkLst>
        <pc:spChg chg="mod">
          <ac:chgData name="R&amp;D/intern" userId="S::intern-a@cmesrobotics.ai::71f9efdc-7f13-403d-a66a-3368df03b1a9" providerId="AD" clId="Web-{7E246724-39C2-2EB7-2344-AF33B473A318}" dt="2025-03-26T06:45:02.416" v="411" actId="20577"/>
          <ac:spMkLst>
            <pc:docMk/>
            <pc:sldMk cId="3573382779" sldId="479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5:08.370" v="413" actId="20577"/>
        <pc:sldMkLst>
          <pc:docMk/>
          <pc:sldMk cId="4251018744" sldId="480"/>
        </pc:sldMkLst>
        <pc:spChg chg="mod">
          <ac:chgData name="R&amp;D/intern" userId="S::intern-a@cmesrobotics.ai::71f9efdc-7f13-403d-a66a-3368df03b1a9" providerId="AD" clId="Web-{7E246724-39C2-2EB7-2344-AF33B473A318}" dt="2025-03-26T06:45:08.370" v="413" actId="20577"/>
          <ac:spMkLst>
            <pc:docMk/>
            <pc:sldMk cId="4251018744" sldId="480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5:09.807" v="415" actId="20577"/>
        <pc:sldMkLst>
          <pc:docMk/>
          <pc:sldMk cId="775175613" sldId="481"/>
        </pc:sldMkLst>
        <pc:spChg chg="mod">
          <ac:chgData name="R&amp;D/intern" userId="S::intern-a@cmesrobotics.ai::71f9efdc-7f13-403d-a66a-3368df03b1a9" providerId="AD" clId="Web-{7E246724-39C2-2EB7-2344-AF33B473A318}" dt="2025-03-26T06:45:09.807" v="415" actId="20577"/>
          <ac:spMkLst>
            <pc:docMk/>
            <pc:sldMk cId="775175613" sldId="481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5:12.198" v="416" actId="20577"/>
        <pc:sldMkLst>
          <pc:docMk/>
          <pc:sldMk cId="767046884" sldId="482"/>
        </pc:sldMkLst>
        <pc:spChg chg="mod">
          <ac:chgData name="R&amp;D/intern" userId="S::intern-a@cmesrobotics.ai::71f9efdc-7f13-403d-a66a-3368df03b1a9" providerId="AD" clId="Web-{7E246724-39C2-2EB7-2344-AF33B473A318}" dt="2025-03-26T06:45:12.198" v="416" actId="20577"/>
          <ac:spMkLst>
            <pc:docMk/>
            <pc:sldMk cId="767046884" sldId="482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5:15.886" v="417" actId="20577"/>
        <pc:sldMkLst>
          <pc:docMk/>
          <pc:sldMk cId="4152405226" sldId="484"/>
        </pc:sldMkLst>
        <pc:spChg chg="mod">
          <ac:chgData name="R&amp;D/intern" userId="S::intern-a@cmesrobotics.ai::71f9efdc-7f13-403d-a66a-3368df03b1a9" providerId="AD" clId="Web-{7E246724-39C2-2EB7-2344-AF33B473A318}" dt="2025-03-26T06:45:15.886" v="417" actId="20577"/>
          <ac:spMkLst>
            <pc:docMk/>
            <pc:sldMk cId="4152405226" sldId="484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5:20.354" v="419" actId="20577"/>
        <pc:sldMkLst>
          <pc:docMk/>
          <pc:sldMk cId="2726995984" sldId="485"/>
        </pc:sldMkLst>
        <pc:spChg chg="mod">
          <ac:chgData name="R&amp;D/intern" userId="S::intern-a@cmesrobotics.ai::71f9efdc-7f13-403d-a66a-3368df03b1a9" providerId="AD" clId="Web-{7E246724-39C2-2EB7-2344-AF33B473A318}" dt="2025-03-26T06:45:20.354" v="419" actId="20577"/>
          <ac:spMkLst>
            <pc:docMk/>
            <pc:sldMk cId="2726995984" sldId="485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5:22.886" v="420" actId="20577"/>
        <pc:sldMkLst>
          <pc:docMk/>
          <pc:sldMk cId="371464032" sldId="486"/>
        </pc:sldMkLst>
        <pc:spChg chg="mod">
          <ac:chgData name="R&amp;D/intern" userId="S::intern-a@cmesrobotics.ai::71f9efdc-7f13-403d-a66a-3368df03b1a9" providerId="AD" clId="Web-{7E246724-39C2-2EB7-2344-AF33B473A318}" dt="2025-03-26T06:45:22.886" v="420" actId="20577"/>
          <ac:spMkLst>
            <pc:docMk/>
            <pc:sldMk cId="371464032" sldId="486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5:40.777" v="424" actId="20577"/>
        <pc:sldMkLst>
          <pc:docMk/>
          <pc:sldMk cId="2642875365" sldId="487"/>
        </pc:sldMkLst>
        <pc:spChg chg="mod">
          <ac:chgData name="R&amp;D/intern" userId="S::intern-a@cmesrobotics.ai::71f9efdc-7f13-403d-a66a-3368df03b1a9" providerId="AD" clId="Web-{7E246724-39C2-2EB7-2344-AF33B473A318}" dt="2025-03-26T06:45:40.777" v="424" actId="20577"/>
          <ac:spMkLst>
            <pc:docMk/>
            <pc:sldMk cId="2642875365" sldId="487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5:30.105" v="422" actId="20577"/>
        <pc:sldMkLst>
          <pc:docMk/>
          <pc:sldMk cId="2420400735" sldId="488"/>
        </pc:sldMkLst>
        <pc:spChg chg="mod">
          <ac:chgData name="R&amp;D/intern" userId="S::intern-a@cmesrobotics.ai::71f9efdc-7f13-403d-a66a-3368df03b1a9" providerId="AD" clId="Web-{7E246724-39C2-2EB7-2344-AF33B473A318}" dt="2025-03-26T06:45:30.105" v="422" actId="20577"/>
          <ac:spMkLst>
            <pc:docMk/>
            <pc:sldMk cId="2420400735" sldId="488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5:43.668" v="425" actId="20577"/>
        <pc:sldMkLst>
          <pc:docMk/>
          <pc:sldMk cId="2162499308" sldId="489"/>
        </pc:sldMkLst>
        <pc:spChg chg="mod">
          <ac:chgData name="R&amp;D/intern" userId="S::intern-a@cmesrobotics.ai::71f9efdc-7f13-403d-a66a-3368df03b1a9" providerId="AD" clId="Web-{7E246724-39C2-2EB7-2344-AF33B473A318}" dt="2025-03-26T06:45:43.668" v="425" actId="20577"/>
          <ac:spMkLst>
            <pc:docMk/>
            <pc:sldMk cId="2162499308" sldId="489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5:46.512" v="426" actId="20577"/>
        <pc:sldMkLst>
          <pc:docMk/>
          <pc:sldMk cId="3749559726" sldId="490"/>
        </pc:sldMkLst>
        <pc:spChg chg="mod">
          <ac:chgData name="R&amp;D/intern" userId="S::intern-a@cmesrobotics.ai::71f9efdc-7f13-403d-a66a-3368df03b1a9" providerId="AD" clId="Web-{7E246724-39C2-2EB7-2344-AF33B473A318}" dt="2025-03-26T06:45:46.512" v="426" actId="20577"/>
          <ac:spMkLst>
            <pc:docMk/>
            <pc:sldMk cId="3749559726" sldId="490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5:50.012" v="427" actId="20577"/>
        <pc:sldMkLst>
          <pc:docMk/>
          <pc:sldMk cId="2907044665" sldId="491"/>
        </pc:sldMkLst>
        <pc:spChg chg="mod">
          <ac:chgData name="R&amp;D/intern" userId="S::intern-a@cmesrobotics.ai::71f9efdc-7f13-403d-a66a-3368df03b1a9" providerId="AD" clId="Web-{7E246724-39C2-2EB7-2344-AF33B473A318}" dt="2025-03-26T06:45:50.012" v="427" actId="20577"/>
          <ac:spMkLst>
            <pc:docMk/>
            <pc:sldMk cId="2907044665" sldId="491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5:54.449" v="429" actId="20577"/>
        <pc:sldMkLst>
          <pc:docMk/>
          <pc:sldMk cId="1618300073" sldId="492"/>
        </pc:sldMkLst>
        <pc:spChg chg="mod">
          <ac:chgData name="R&amp;D/intern" userId="S::intern-a@cmesrobotics.ai::71f9efdc-7f13-403d-a66a-3368df03b1a9" providerId="AD" clId="Web-{7E246724-39C2-2EB7-2344-AF33B473A318}" dt="2025-03-26T06:45:54.449" v="429" actId="20577"/>
          <ac:spMkLst>
            <pc:docMk/>
            <pc:sldMk cId="1618300073" sldId="492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5:59.621" v="430" actId="20577"/>
        <pc:sldMkLst>
          <pc:docMk/>
          <pc:sldMk cId="1752964272" sldId="493"/>
        </pc:sldMkLst>
        <pc:spChg chg="mod">
          <ac:chgData name="R&amp;D/intern" userId="S::intern-a@cmesrobotics.ai::71f9efdc-7f13-403d-a66a-3368df03b1a9" providerId="AD" clId="Web-{7E246724-39C2-2EB7-2344-AF33B473A318}" dt="2025-03-26T06:45:59.621" v="430" actId="20577"/>
          <ac:spMkLst>
            <pc:docMk/>
            <pc:sldMk cId="1752964272" sldId="493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6:03.622" v="431" actId="20577"/>
        <pc:sldMkLst>
          <pc:docMk/>
          <pc:sldMk cId="602940025" sldId="494"/>
        </pc:sldMkLst>
        <pc:spChg chg="mod">
          <ac:chgData name="R&amp;D/intern" userId="S::intern-a@cmesrobotics.ai::71f9efdc-7f13-403d-a66a-3368df03b1a9" providerId="AD" clId="Web-{7E246724-39C2-2EB7-2344-AF33B473A318}" dt="2025-03-26T06:46:03.622" v="431" actId="20577"/>
          <ac:spMkLst>
            <pc:docMk/>
            <pc:sldMk cId="602940025" sldId="494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6:07.122" v="432" actId="20577"/>
        <pc:sldMkLst>
          <pc:docMk/>
          <pc:sldMk cId="804557331" sldId="495"/>
        </pc:sldMkLst>
        <pc:spChg chg="mod">
          <ac:chgData name="R&amp;D/intern" userId="S::intern-a@cmesrobotics.ai::71f9efdc-7f13-403d-a66a-3368df03b1a9" providerId="AD" clId="Web-{7E246724-39C2-2EB7-2344-AF33B473A318}" dt="2025-03-26T06:46:07.122" v="432" actId="20577"/>
          <ac:spMkLst>
            <pc:docMk/>
            <pc:sldMk cId="804557331" sldId="495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6:10.481" v="433" actId="20577"/>
        <pc:sldMkLst>
          <pc:docMk/>
          <pc:sldMk cId="2938116180" sldId="496"/>
        </pc:sldMkLst>
        <pc:spChg chg="mod">
          <ac:chgData name="R&amp;D/intern" userId="S::intern-a@cmesrobotics.ai::71f9efdc-7f13-403d-a66a-3368df03b1a9" providerId="AD" clId="Web-{7E246724-39C2-2EB7-2344-AF33B473A318}" dt="2025-03-26T06:46:10.481" v="433" actId="20577"/>
          <ac:spMkLst>
            <pc:docMk/>
            <pc:sldMk cId="2938116180" sldId="496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6:14.716" v="434" actId="20577"/>
        <pc:sldMkLst>
          <pc:docMk/>
          <pc:sldMk cId="338271159" sldId="497"/>
        </pc:sldMkLst>
        <pc:spChg chg="mod">
          <ac:chgData name="R&amp;D/intern" userId="S::intern-a@cmesrobotics.ai::71f9efdc-7f13-403d-a66a-3368df03b1a9" providerId="AD" clId="Web-{7E246724-39C2-2EB7-2344-AF33B473A318}" dt="2025-03-26T06:46:14.716" v="434" actId="20577"/>
          <ac:spMkLst>
            <pc:docMk/>
            <pc:sldMk cId="338271159" sldId="497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6:18.481" v="435" actId="20577"/>
        <pc:sldMkLst>
          <pc:docMk/>
          <pc:sldMk cId="2709874277" sldId="498"/>
        </pc:sldMkLst>
        <pc:spChg chg="mod">
          <ac:chgData name="R&amp;D/intern" userId="S::intern-a@cmesrobotics.ai::71f9efdc-7f13-403d-a66a-3368df03b1a9" providerId="AD" clId="Web-{7E246724-39C2-2EB7-2344-AF33B473A318}" dt="2025-03-26T06:46:18.481" v="435" actId="20577"/>
          <ac:spMkLst>
            <pc:docMk/>
            <pc:sldMk cId="2709874277" sldId="498"/>
            <ac:spMk id="3" creationId="{F202B04E-4CD7-88A4-973F-AD21A27FE1BE}"/>
          </ac:spMkLst>
        </pc:spChg>
      </pc:sldChg>
      <pc:sldChg chg="modSp">
        <pc:chgData name="R&amp;D/intern" userId="S::intern-a@cmesrobotics.ai::71f9efdc-7f13-403d-a66a-3368df03b1a9" providerId="AD" clId="Web-{7E246724-39C2-2EB7-2344-AF33B473A318}" dt="2025-03-26T06:46:21.888" v="436" actId="20577"/>
        <pc:sldMkLst>
          <pc:docMk/>
          <pc:sldMk cId="2050181095" sldId="499"/>
        </pc:sldMkLst>
        <pc:spChg chg="mod">
          <ac:chgData name="R&amp;D/intern" userId="S::intern-a@cmesrobotics.ai::71f9efdc-7f13-403d-a66a-3368df03b1a9" providerId="AD" clId="Web-{7E246724-39C2-2EB7-2344-AF33B473A318}" dt="2025-03-26T06:46:21.888" v="436" actId="20577"/>
          <ac:spMkLst>
            <pc:docMk/>
            <pc:sldMk cId="2050181095" sldId="499"/>
            <ac:spMk id="3" creationId="{F202B04E-4CD7-88A4-973F-AD21A27FE1BE}"/>
          </ac:spMkLst>
        </pc:spChg>
        <pc:spChg chg="mod">
          <ac:chgData name="R&amp;D/intern" userId="S::intern-a@cmesrobotics.ai::71f9efdc-7f13-403d-a66a-3368df03b1a9" providerId="AD" clId="Web-{7E246724-39C2-2EB7-2344-AF33B473A318}" dt="2025-03-26T06:11:40.059" v="179" actId="20577"/>
          <ac:spMkLst>
            <pc:docMk/>
            <pc:sldMk cId="2050181095" sldId="499"/>
            <ac:spMk id="19" creationId="{7B59BB6D-3496-7F3D-EDCF-3E47099A3E24}"/>
          </ac:spMkLst>
        </pc:spChg>
        <pc:picChg chg="mod">
          <ac:chgData name="R&amp;D/intern" userId="S::intern-a@cmesrobotics.ai::71f9efdc-7f13-403d-a66a-3368df03b1a9" providerId="AD" clId="Web-{7E246724-39C2-2EB7-2344-AF33B473A318}" dt="2025-03-26T06:03:49.298" v="11" actId="1076"/>
          <ac:picMkLst>
            <pc:docMk/>
            <pc:sldMk cId="2050181095" sldId="499"/>
            <ac:picMk id="6" creationId="{4A4B0C97-7635-7BD9-4274-148274470D4A}"/>
          </ac:picMkLst>
        </pc:picChg>
      </pc:sldChg>
      <pc:sldChg chg="add del replId">
        <pc:chgData name="R&amp;D/intern" userId="S::intern-a@cmesrobotics.ai::71f9efdc-7f13-403d-a66a-3368df03b1a9" providerId="AD" clId="Web-{7E246724-39C2-2EB7-2344-AF33B473A318}" dt="2025-03-26T06:11:59.200" v="181"/>
        <pc:sldMkLst>
          <pc:docMk/>
          <pc:sldMk cId="624883539" sldId="500"/>
        </pc:sldMkLst>
      </pc:sldChg>
      <pc:sldChg chg="addSp delSp modSp add">
        <pc:chgData name="R&amp;D/intern" userId="S::intern-a@cmesrobotics.ai::71f9efdc-7f13-403d-a66a-3368df03b1a9" providerId="AD" clId="Web-{7E246724-39C2-2EB7-2344-AF33B473A318}" dt="2025-03-26T06:46:25.122" v="437" actId="20577"/>
        <pc:sldMkLst>
          <pc:docMk/>
          <pc:sldMk cId="1144447444" sldId="500"/>
        </pc:sldMkLst>
        <pc:spChg chg="mod">
          <ac:chgData name="R&amp;D/intern" userId="S::intern-a@cmesrobotics.ai::71f9efdc-7f13-403d-a66a-3368df03b1a9" providerId="AD" clId="Web-{7E246724-39C2-2EB7-2344-AF33B473A318}" dt="2025-03-26T06:46:25.122" v="437" actId="20577"/>
          <ac:spMkLst>
            <pc:docMk/>
            <pc:sldMk cId="1144447444" sldId="500"/>
            <ac:spMk id="3" creationId="{F202B04E-4CD7-88A4-973F-AD21A27FE1BE}"/>
          </ac:spMkLst>
        </pc:spChg>
        <pc:spChg chg="mod">
          <ac:chgData name="R&amp;D/intern" userId="S::intern-a@cmesrobotics.ai::71f9efdc-7f13-403d-a66a-3368df03b1a9" providerId="AD" clId="Web-{7E246724-39C2-2EB7-2344-AF33B473A318}" dt="2025-03-26T06:12:35.123" v="191" actId="20577"/>
          <ac:spMkLst>
            <pc:docMk/>
            <pc:sldMk cId="1144447444" sldId="500"/>
            <ac:spMk id="8" creationId="{0DD66D77-ED74-9187-E813-8A81B83B22EE}"/>
          </ac:spMkLst>
        </pc:spChg>
        <pc:spChg chg="mod">
          <ac:chgData name="R&amp;D/intern" userId="S::intern-a@cmesrobotics.ai::71f9efdc-7f13-403d-a66a-3368df03b1a9" providerId="AD" clId="Web-{7E246724-39C2-2EB7-2344-AF33B473A318}" dt="2025-03-26T06:35:04.584" v="358" actId="20577"/>
          <ac:spMkLst>
            <pc:docMk/>
            <pc:sldMk cId="1144447444" sldId="500"/>
            <ac:spMk id="19" creationId="{7B59BB6D-3496-7F3D-EDCF-3E47099A3E24}"/>
          </ac:spMkLst>
        </pc:spChg>
        <pc:picChg chg="add mod">
          <ac:chgData name="R&amp;D/intern" userId="S::intern-a@cmesrobotics.ai::71f9efdc-7f13-403d-a66a-3368df03b1a9" providerId="AD" clId="Web-{7E246724-39C2-2EB7-2344-AF33B473A318}" dt="2025-03-26T06:13:51.984" v="200" actId="1076"/>
          <ac:picMkLst>
            <pc:docMk/>
            <pc:sldMk cId="1144447444" sldId="500"/>
            <ac:picMk id="4" creationId="{2B8A068A-C668-6553-40B9-F461EE03F79A}"/>
          </ac:picMkLst>
        </pc:picChg>
        <pc:picChg chg="del">
          <ac:chgData name="R&amp;D/intern" userId="S::intern-a@cmesrobotics.ai::71f9efdc-7f13-403d-a66a-3368df03b1a9" providerId="AD" clId="Web-{7E246724-39C2-2EB7-2344-AF33B473A318}" dt="2025-03-26T06:12:03.575" v="183"/>
          <ac:picMkLst>
            <pc:docMk/>
            <pc:sldMk cId="1144447444" sldId="500"/>
            <ac:picMk id="6" creationId="{4A4B0C97-7635-7BD9-4274-148274470D4A}"/>
          </ac:picMkLst>
        </pc:picChg>
      </pc:sldChg>
      <pc:sldChg chg="add del replId">
        <pc:chgData name="R&amp;D/intern" userId="S::intern-a@cmesrobotics.ai::71f9efdc-7f13-403d-a66a-3368df03b1a9" providerId="AD" clId="Web-{7E246724-39C2-2EB7-2344-AF33B473A318}" dt="2025-03-26T07:21:55.523" v="532"/>
        <pc:sldMkLst>
          <pc:docMk/>
          <pc:sldMk cId="1489541157" sldId="501"/>
        </pc:sldMkLst>
      </pc:sldChg>
      <pc:sldChg chg="modSp add">
        <pc:chgData name="R&amp;D/intern" userId="S::intern-a@cmesrobotics.ai::71f9efdc-7f13-403d-a66a-3368df03b1a9" providerId="AD" clId="Web-{7E246724-39C2-2EB7-2344-AF33B473A318}" dt="2025-03-26T08:13:09.889" v="626" actId="20577"/>
        <pc:sldMkLst>
          <pc:docMk/>
          <pc:sldMk cId="1617577726" sldId="501"/>
        </pc:sldMkLst>
        <pc:spChg chg="mod">
          <ac:chgData name="R&amp;D/intern" userId="S::intern-a@cmesrobotics.ai::71f9efdc-7f13-403d-a66a-3368df03b1a9" providerId="AD" clId="Web-{7E246724-39C2-2EB7-2344-AF33B473A318}" dt="2025-03-26T08:13:09.889" v="626" actId="20577"/>
          <ac:spMkLst>
            <pc:docMk/>
            <pc:sldMk cId="1617577726" sldId="501"/>
            <ac:spMk id="12" creationId="{6FB1903C-2636-F1AB-6251-2913A3D26666}"/>
          </ac:spMkLst>
        </pc:spChg>
      </pc:sldChg>
      <pc:sldChg chg="add del replId">
        <pc:chgData name="R&amp;D/intern" userId="S::intern-a@cmesrobotics.ai::71f9efdc-7f13-403d-a66a-3368df03b1a9" providerId="AD" clId="Web-{7E246724-39C2-2EB7-2344-AF33B473A318}" dt="2025-03-26T08:15:41.691" v="630"/>
        <pc:sldMkLst>
          <pc:docMk/>
          <pc:sldMk cId="1697132052" sldId="502"/>
        </pc:sldMkLst>
      </pc:sldChg>
      <pc:sldChg chg="addSp delSp modSp add">
        <pc:chgData name="R&amp;D/intern" userId="S::intern-a@cmesrobotics.ai::71f9efdc-7f13-403d-a66a-3368df03b1a9" providerId="AD" clId="Web-{7E246724-39C2-2EB7-2344-AF33B473A318}" dt="2025-03-26T08:28:21.029" v="731" actId="14100"/>
        <pc:sldMkLst>
          <pc:docMk/>
          <pc:sldMk cId="1817655317" sldId="502"/>
        </pc:sldMkLst>
        <pc:spChg chg="del">
          <ac:chgData name="R&amp;D/intern" userId="S::intern-a@cmesrobotics.ai::71f9efdc-7f13-403d-a66a-3368df03b1a9" providerId="AD" clId="Web-{7E246724-39C2-2EB7-2344-AF33B473A318}" dt="2025-03-26T08:15:54.504" v="643"/>
          <ac:spMkLst>
            <pc:docMk/>
            <pc:sldMk cId="1817655317" sldId="502"/>
            <ac:spMk id="4" creationId="{918F9F57-64B3-7928-49B8-A28EAA7F7E08}"/>
          </ac:spMkLst>
        </pc:spChg>
        <pc:spChg chg="mod">
          <ac:chgData name="R&amp;D/intern" userId="S::intern-a@cmesrobotics.ai::71f9efdc-7f13-403d-a66a-3368df03b1a9" providerId="AD" clId="Web-{7E246724-39C2-2EB7-2344-AF33B473A318}" dt="2025-03-26T08:20:09.778" v="702" actId="20577"/>
          <ac:spMkLst>
            <pc:docMk/>
            <pc:sldMk cId="1817655317" sldId="502"/>
            <ac:spMk id="8" creationId="{0DD66D77-ED74-9187-E813-8A81B83B22EE}"/>
          </ac:spMkLst>
        </pc:spChg>
        <pc:spChg chg="del">
          <ac:chgData name="R&amp;D/intern" userId="S::intern-a@cmesrobotics.ai::71f9efdc-7f13-403d-a66a-3368df03b1a9" providerId="AD" clId="Web-{7E246724-39C2-2EB7-2344-AF33B473A318}" dt="2025-03-26T08:15:54.504" v="641"/>
          <ac:spMkLst>
            <pc:docMk/>
            <pc:sldMk cId="1817655317" sldId="502"/>
            <ac:spMk id="11" creationId="{5D6068DC-F197-2B38-AFA7-5796B0033A39}"/>
          </ac:spMkLst>
        </pc:spChg>
        <pc:spChg chg="mod">
          <ac:chgData name="R&amp;D/intern" userId="S::intern-a@cmesrobotics.ai::71f9efdc-7f13-403d-a66a-3368df03b1a9" providerId="AD" clId="Web-{7E246724-39C2-2EB7-2344-AF33B473A318}" dt="2025-03-26T08:21:03.983" v="725" actId="20577"/>
          <ac:spMkLst>
            <pc:docMk/>
            <pc:sldMk cId="1817655317" sldId="502"/>
            <ac:spMk id="12" creationId="{6FB1903C-2636-F1AB-6251-2913A3D26666}"/>
          </ac:spMkLst>
        </pc:spChg>
        <pc:spChg chg="del">
          <ac:chgData name="R&amp;D/intern" userId="S::intern-a@cmesrobotics.ai::71f9efdc-7f13-403d-a66a-3368df03b1a9" providerId="AD" clId="Web-{7E246724-39C2-2EB7-2344-AF33B473A318}" dt="2025-03-26T08:15:54.488" v="640"/>
          <ac:spMkLst>
            <pc:docMk/>
            <pc:sldMk cId="1817655317" sldId="502"/>
            <ac:spMk id="13" creationId="{CBEDEE97-E787-65BB-F744-DB5C4D551424}"/>
          </ac:spMkLst>
        </pc:spChg>
        <pc:spChg chg="del">
          <ac:chgData name="R&amp;D/intern" userId="S::intern-a@cmesrobotics.ai::71f9efdc-7f13-403d-a66a-3368df03b1a9" providerId="AD" clId="Web-{7E246724-39C2-2EB7-2344-AF33B473A318}" dt="2025-03-26T08:15:54.488" v="638"/>
          <ac:spMkLst>
            <pc:docMk/>
            <pc:sldMk cId="1817655317" sldId="502"/>
            <ac:spMk id="15" creationId="{EA109952-150C-7CF0-2EE2-7A9A5DF84B20}"/>
          </ac:spMkLst>
        </pc:spChg>
        <pc:spChg chg="del">
          <ac:chgData name="R&amp;D/intern" userId="S::intern-a@cmesrobotics.ai::71f9efdc-7f13-403d-a66a-3368df03b1a9" providerId="AD" clId="Web-{7E246724-39C2-2EB7-2344-AF33B473A318}" dt="2025-03-26T08:15:54.488" v="637"/>
          <ac:spMkLst>
            <pc:docMk/>
            <pc:sldMk cId="1817655317" sldId="502"/>
            <ac:spMk id="16" creationId="{2A79AAA9-4495-E635-44B4-BE95AED09651}"/>
          </ac:spMkLst>
        </pc:spChg>
        <pc:spChg chg="del">
          <ac:chgData name="R&amp;D/intern" userId="S::intern-a@cmesrobotics.ai::71f9efdc-7f13-403d-a66a-3368df03b1a9" providerId="AD" clId="Web-{7E246724-39C2-2EB7-2344-AF33B473A318}" dt="2025-03-26T08:15:54.488" v="635"/>
          <ac:spMkLst>
            <pc:docMk/>
            <pc:sldMk cId="1817655317" sldId="502"/>
            <ac:spMk id="18" creationId="{40109596-2466-DEA8-89B9-7BDDF5893024}"/>
          </ac:spMkLst>
        </pc:spChg>
        <pc:spChg chg="del">
          <ac:chgData name="R&amp;D/intern" userId="S::intern-a@cmesrobotics.ai::71f9efdc-7f13-403d-a66a-3368df03b1a9" providerId="AD" clId="Web-{7E246724-39C2-2EB7-2344-AF33B473A318}" dt="2025-03-26T08:15:54.488" v="634"/>
          <ac:spMkLst>
            <pc:docMk/>
            <pc:sldMk cId="1817655317" sldId="502"/>
            <ac:spMk id="19" creationId="{2E04AC8A-4EB2-FB5E-54F2-78BA0960F889}"/>
          </ac:spMkLst>
        </pc:spChg>
        <pc:spChg chg="del">
          <ac:chgData name="R&amp;D/intern" userId="S::intern-a@cmesrobotics.ai::71f9efdc-7f13-403d-a66a-3368df03b1a9" providerId="AD" clId="Web-{7E246724-39C2-2EB7-2344-AF33B473A318}" dt="2025-03-26T08:15:54.488" v="632"/>
          <ac:spMkLst>
            <pc:docMk/>
            <pc:sldMk cId="1817655317" sldId="502"/>
            <ac:spMk id="21" creationId="{F5D9F193-61EC-BDD1-BA3A-56F1288DA95B}"/>
          </ac:spMkLst>
        </pc:spChg>
        <pc:picChg chg="add mod">
          <ac:chgData name="R&amp;D/intern" userId="S::intern-a@cmesrobotics.ai::71f9efdc-7f13-403d-a66a-3368df03b1a9" providerId="AD" clId="Web-{7E246724-39C2-2EB7-2344-AF33B473A318}" dt="2025-03-26T08:28:21.029" v="731" actId="14100"/>
          <ac:picMkLst>
            <pc:docMk/>
            <pc:sldMk cId="1817655317" sldId="502"/>
            <ac:picMk id="9" creationId="{36C594B1-7F96-92E8-E3EA-E7B06F685548}"/>
          </ac:picMkLst>
        </pc:picChg>
        <pc:cxnChg chg="del">
          <ac:chgData name="R&amp;D/intern" userId="S::intern-a@cmesrobotics.ai::71f9efdc-7f13-403d-a66a-3368df03b1a9" providerId="AD" clId="Web-{7E246724-39C2-2EB7-2344-AF33B473A318}" dt="2025-03-26T08:15:54.504" v="642"/>
          <ac:cxnSpMkLst>
            <pc:docMk/>
            <pc:sldMk cId="1817655317" sldId="502"/>
            <ac:cxnSpMk id="6" creationId="{D892C3DD-ACA2-1961-E9FA-54634304A633}"/>
          </ac:cxnSpMkLst>
        </pc:cxnChg>
        <pc:cxnChg chg="del">
          <ac:chgData name="R&amp;D/intern" userId="S::intern-a@cmesrobotics.ai::71f9efdc-7f13-403d-a66a-3368df03b1a9" providerId="AD" clId="Web-{7E246724-39C2-2EB7-2344-AF33B473A318}" dt="2025-03-26T08:15:54.488" v="639"/>
          <ac:cxnSpMkLst>
            <pc:docMk/>
            <pc:sldMk cId="1817655317" sldId="502"/>
            <ac:cxnSpMk id="14" creationId="{82E96C63-AEFE-9F63-F9A3-AF0E8559F2D6}"/>
          </ac:cxnSpMkLst>
        </pc:cxnChg>
        <pc:cxnChg chg="del">
          <ac:chgData name="R&amp;D/intern" userId="S::intern-a@cmesrobotics.ai::71f9efdc-7f13-403d-a66a-3368df03b1a9" providerId="AD" clId="Web-{7E246724-39C2-2EB7-2344-AF33B473A318}" dt="2025-03-26T08:15:54.488" v="636"/>
          <ac:cxnSpMkLst>
            <pc:docMk/>
            <pc:sldMk cId="1817655317" sldId="502"/>
            <ac:cxnSpMk id="17" creationId="{9CFA4CDA-C4B1-C6CE-233B-6F56843A2AF2}"/>
          </ac:cxnSpMkLst>
        </pc:cxnChg>
        <pc:cxnChg chg="del">
          <ac:chgData name="R&amp;D/intern" userId="S::intern-a@cmesrobotics.ai::71f9efdc-7f13-403d-a66a-3368df03b1a9" providerId="AD" clId="Web-{7E246724-39C2-2EB7-2344-AF33B473A318}" dt="2025-03-26T08:15:54.488" v="633"/>
          <ac:cxnSpMkLst>
            <pc:docMk/>
            <pc:sldMk cId="1817655317" sldId="502"/>
            <ac:cxnSpMk id="20" creationId="{28165E22-6C15-A66B-67A1-00ABB3B435E2}"/>
          </ac:cxnSpMkLst>
        </pc:cxnChg>
      </pc:sldChg>
      <pc:sldChg chg="modSp add">
        <pc:chgData name="R&amp;D/intern" userId="S::intern-a@cmesrobotics.ai::71f9efdc-7f13-403d-a66a-3368df03b1a9" providerId="AD" clId="Web-{7E246724-39C2-2EB7-2344-AF33B473A318}" dt="2025-03-26T09:01:18.769" v="1023" actId="20577"/>
        <pc:sldMkLst>
          <pc:docMk/>
          <pc:sldMk cId="295653414" sldId="503"/>
        </pc:sldMkLst>
        <pc:spChg chg="mod">
          <ac:chgData name="R&amp;D/intern" userId="S::intern-a@cmesrobotics.ai::71f9efdc-7f13-403d-a66a-3368df03b1a9" providerId="AD" clId="Web-{7E246724-39C2-2EB7-2344-AF33B473A318}" dt="2025-03-26T09:01:18.769" v="1023" actId="20577"/>
          <ac:spMkLst>
            <pc:docMk/>
            <pc:sldMk cId="295653414" sldId="503"/>
            <ac:spMk id="8" creationId="{D34B98FC-F504-621E-3D6D-3926C618FBA3}"/>
          </ac:spMkLst>
        </pc:spChg>
      </pc:sldChg>
      <pc:sldChg chg="add del replId">
        <pc:chgData name="R&amp;D/intern" userId="S::intern-a@cmesrobotics.ai::71f9efdc-7f13-403d-a66a-3368df03b1a9" providerId="AD" clId="Web-{7E246724-39C2-2EB7-2344-AF33B473A318}" dt="2025-03-26T09:00:50.471" v="1013"/>
        <pc:sldMkLst>
          <pc:docMk/>
          <pc:sldMk cId="452656486" sldId="503"/>
        </pc:sldMkLst>
      </pc:sldChg>
      <pc:sldChg chg="add del replId">
        <pc:chgData name="R&amp;D/intern" userId="S::intern-a@cmesrobotics.ai::71f9efdc-7f13-403d-a66a-3368df03b1a9" providerId="AD" clId="Web-{7E246724-39C2-2EB7-2344-AF33B473A318}" dt="2025-03-26T09:00:46.892" v="1011"/>
        <pc:sldMkLst>
          <pc:docMk/>
          <pc:sldMk cId="2110286018" sldId="503"/>
        </pc:sldMkLst>
      </pc:sldChg>
      <pc:sldChg chg="add del replId">
        <pc:chgData name="R&amp;D/intern" userId="S::intern-a@cmesrobotics.ai::71f9efdc-7f13-403d-a66a-3368df03b1a9" providerId="AD" clId="Web-{7E246724-39C2-2EB7-2344-AF33B473A318}" dt="2025-03-26T09:00:43.517" v="1009"/>
        <pc:sldMkLst>
          <pc:docMk/>
          <pc:sldMk cId="3937983293" sldId="503"/>
        </pc:sldMkLst>
      </pc:sldChg>
      <pc:sldChg chg="add del replId">
        <pc:chgData name="R&amp;D/intern" userId="S::intern-a@cmesrobotics.ai::71f9efdc-7f13-403d-a66a-3368df03b1a9" providerId="AD" clId="Web-{7E246724-39C2-2EB7-2344-AF33B473A318}" dt="2025-03-26T09:00:55.174" v="1016"/>
        <pc:sldMkLst>
          <pc:docMk/>
          <pc:sldMk cId="2191915091" sldId="504"/>
        </pc:sldMkLst>
      </pc:sldChg>
      <pc:sldChg chg="modSp add">
        <pc:chgData name="R&amp;D/intern" userId="S::intern-a@cmesrobotics.ai::71f9efdc-7f13-403d-a66a-3368df03b1a9" providerId="AD" clId="Web-{7E246724-39C2-2EB7-2344-AF33B473A318}" dt="2025-03-26T09:01:09.878" v="1020" actId="20577"/>
        <pc:sldMkLst>
          <pc:docMk/>
          <pc:sldMk cId="2868066207" sldId="504"/>
        </pc:sldMkLst>
        <pc:spChg chg="mod">
          <ac:chgData name="R&amp;D/intern" userId="S::intern-a@cmesrobotics.ai::71f9efdc-7f13-403d-a66a-3368df03b1a9" providerId="AD" clId="Web-{7E246724-39C2-2EB7-2344-AF33B473A318}" dt="2025-03-26T09:01:09.878" v="1020" actId="20577"/>
          <ac:spMkLst>
            <pc:docMk/>
            <pc:sldMk cId="2868066207" sldId="504"/>
            <ac:spMk id="8" creationId="{D34B98FC-F504-621E-3D6D-3926C618FBA3}"/>
          </ac:spMkLst>
        </pc:spChg>
      </pc:sldChg>
      <pc:sldChg chg="modSp add">
        <pc:chgData name="R&amp;D/intern" userId="S::intern-a@cmesrobotics.ai::71f9efdc-7f13-403d-a66a-3368df03b1a9" providerId="AD" clId="Web-{7E246724-39C2-2EB7-2344-AF33B473A318}" dt="2025-03-26T09:01:44.082" v="1031" actId="20577"/>
        <pc:sldMkLst>
          <pc:docMk/>
          <pc:sldMk cId="96481204" sldId="505"/>
        </pc:sldMkLst>
        <pc:spChg chg="mod">
          <ac:chgData name="R&amp;D/intern" userId="S::intern-a@cmesrobotics.ai::71f9efdc-7f13-403d-a66a-3368df03b1a9" providerId="AD" clId="Web-{7E246724-39C2-2EB7-2344-AF33B473A318}" dt="2025-03-26T09:01:44.082" v="1031" actId="20577"/>
          <ac:spMkLst>
            <pc:docMk/>
            <pc:sldMk cId="96481204" sldId="505"/>
            <ac:spMk id="8" creationId="{D34B98FC-F504-621E-3D6D-3926C618FBA3}"/>
          </ac:spMkLst>
        </pc:spChg>
      </pc:sldChg>
      <pc:sldChg chg="add del replId">
        <pc:chgData name="R&amp;D/intern" userId="S::intern-a@cmesrobotics.ai::71f9efdc-7f13-403d-a66a-3368df03b1a9" providerId="AD" clId="Web-{7E246724-39C2-2EB7-2344-AF33B473A318}" dt="2025-03-26T09:01:22.925" v="1025"/>
        <pc:sldMkLst>
          <pc:docMk/>
          <pc:sldMk cId="3614856095" sldId="505"/>
        </pc:sldMkLst>
      </pc:sldChg>
      <pc:sldChg chg="modSp add replId">
        <pc:chgData name="R&amp;D/intern" userId="S::intern-a@cmesrobotics.ai::71f9efdc-7f13-403d-a66a-3368df03b1a9" providerId="AD" clId="Web-{7E246724-39C2-2EB7-2344-AF33B473A318}" dt="2025-03-26T09:01:52.582" v="1034" actId="20577"/>
        <pc:sldMkLst>
          <pc:docMk/>
          <pc:sldMk cId="3623355657" sldId="506"/>
        </pc:sldMkLst>
        <pc:spChg chg="mod">
          <ac:chgData name="R&amp;D/intern" userId="S::intern-a@cmesrobotics.ai::71f9efdc-7f13-403d-a66a-3368df03b1a9" providerId="AD" clId="Web-{7E246724-39C2-2EB7-2344-AF33B473A318}" dt="2025-03-26T09:01:52.582" v="1034" actId="20577"/>
          <ac:spMkLst>
            <pc:docMk/>
            <pc:sldMk cId="3623355657" sldId="506"/>
            <ac:spMk id="8" creationId="{BCA0F4E1-0663-214E-5772-261DB04FF9C0}"/>
          </ac:spMkLst>
        </pc:spChg>
      </pc:sldChg>
      <pc:sldChg chg="modSp add replId">
        <pc:chgData name="R&amp;D/intern" userId="S::intern-a@cmesrobotics.ai::71f9efdc-7f13-403d-a66a-3368df03b1a9" providerId="AD" clId="Web-{7E246724-39C2-2EB7-2344-AF33B473A318}" dt="2025-03-26T09:02:04.629" v="1037" actId="20577"/>
        <pc:sldMkLst>
          <pc:docMk/>
          <pc:sldMk cId="3638016519" sldId="507"/>
        </pc:sldMkLst>
        <pc:spChg chg="mod">
          <ac:chgData name="R&amp;D/intern" userId="S::intern-a@cmesrobotics.ai::71f9efdc-7f13-403d-a66a-3368df03b1a9" providerId="AD" clId="Web-{7E246724-39C2-2EB7-2344-AF33B473A318}" dt="2025-03-26T09:02:04.629" v="1037" actId="20577"/>
          <ac:spMkLst>
            <pc:docMk/>
            <pc:sldMk cId="3638016519" sldId="507"/>
            <ac:spMk id="8" creationId="{7708BFC4-33D1-6660-D12E-7ABE60C7C548}"/>
          </ac:spMkLst>
        </pc:spChg>
      </pc:sldChg>
    </pc:docChg>
  </pc:docChgLst>
  <pc:docChgLst>
    <pc:chgData clId="Web-{A99EC8A8-D44F-B37B-D278-1BB16D6BFF4D}"/>
    <pc:docChg chg="addSld modSection">
      <pc:chgData name="" userId="" providerId="" clId="Web-{A99EC8A8-D44F-B37B-D278-1BB16D6BFF4D}" dt="2025-03-25T07:47:32.150" v="0"/>
      <pc:docMkLst>
        <pc:docMk/>
      </pc:docMkLst>
      <pc:sldChg chg="add">
        <pc:chgData name="" userId="" providerId="" clId="Web-{A99EC8A8-D44F-B37B-D278-1BB16D6BFF4D}" dt="2025-03-25T07:47:32.150" v="0"/>
        <pc:sldMkLst>
          <pc:docMk/>
          <pc:sldMk cId="4152405226" sldId="484"/>
        </pc:sldMkLst>
      </pc:sldChg>
    </pc:docChg>
  </pc:docChgLst>
  <pc:docChgLst>
    <pc:chgData name="R&amp;D/intern" userId="S::intern-a@cmesrobotics.ai::71f9efdc-7f13-403d-a66a-3368df03b1a9" providerId="AD" clId="Web-{0D1F5AAD-C062-45D1-96A1-C00FA6A5EE1F}"/>
    <pc:docChg chg="addSld delSld modSld sldOrd modSection">
      <pc:chgData name="R&amp;D/intern" userId="S::intern-a@cmesrobotics.ai::71f9efdc-7f13-403d-a66a-3368df03b1a9" providerId="AD" clId="Web-{0D1F5AAD-C062-45D1-96A1-C00FA6A5EE1F}" dt="2025-03-27T05:25:15.257" v="2030" actId="1076"/>
      <pc:docMkLst>
        <pc:docMk/>
      </pc:docMkLst>
      <pc:sldChg chg="modSp">
        <pc:chgData name="R&amp;D/intern" userId="S::intern-a@cmesrobotics.ai::71f9efdc-7f13-403d-a66a-3368df03b1a9" providerId="AD" clId="Web-{0D1F5AAD-C062-45D1-96A1-C00FA6A5EE1F}" dt="2025-03-27T04:50:28.144" v="1468" actId="20577"/>
        <pc:sldMkLst>
          <pc:docMk/>
          <pc:sldMk cId="2002697072" sldId="340"/>
        </pc:sldMkLst>
        <pc:spChg chg="mod">
          <ac:chgData name="R&amp;D/intern" userId="S::intern-a@cmesrobotics.ai::71f9efdc-7f13-403d-a66a-3368df03b1a9" providerId="AD" clId="Web-{0D1F5AAD-C062-45D1-96A1-C00FA6A5EE1F}" dt="2025-03-27T04:50:28.144" v="1468" actId="20577"/>
          <ac:spMkLst>
            <pc:docMk/>
            <pc:sldMk cId="2002697072" sldId="340"/>
            <ac:spMk id="12" creationId="{B754D2FB-60E4-C970-2FEC-FEFA8047CEA0}"/>
          </ac:spMkLst>
        </pc:spChg>
      </pc:sldChg>
      <pc:sldChg chg="modSp">
        <pc:chgData name="R&amp;D/intern" userId="S::intern-a@cmesrobotics.ai::71f9efdc-7f13-403d-a66a-3368df03b1a9" providerId="AD" clId="Web-{0D1F5AAD-C062-45D1-96A1-C00FA6A5EE1F}" dt="2025-03-27T04:23:00.361" v="1117" actId="1076"/>
        <pc:sldMkLst>
          <pc:docMk/>
          <pc:sldMk cId="4264906656" sldId="418"/>
        </pc:sldMkLst>
        <pc:spChg chg="mod">
          <ac:chgData name="R&amp;D/intern" userId="S::intern-a@cmesrobotics.ai::71f9efdc-7f13-403d-a66a-3368df03b1a9" providerId="AD" clId="Web-{0D1F5AAD-C062-45D1-96A1-C00FA6A5EE1F}" dt="2025-03-27T04:22:57.642" v="1115" actId="20577"/>
          <ac:spMkLst>
            <pc:docMk/>
            <pc:sldMk cId="4264906656" sldId="418"/>
            <ac:spMk id="12" creationId="{6FB1903C-2636-F1AB-6251-2913A3D26666}"/>
          </ac:spMkLst>
        </pc:spChg>
        <pc:picChg chg="mod">
          <ac:chgData name="R&amp;D/intern" userId="S::intern-a@cmesrobotics.ai::71f9efdc-7f13-403d-a66a-3368df03b1a9" providerId="AD" clId="Web-{0D1F5AAD-C062-45D1-96A1-C00FA6A5EE1F}" dt="2025-03-27T04:23:00.361" v="1117" actId="1076"/>
          <ac:picMkLst>
            <pc:docMk/>
            <pc:sldMk cId="4264906656" sldId="418"/>
            <ac:picMk id="10" creationId="{B08DAB6E-166C-B16B-D981-7D326671FAD1}"/>
          </ac:picMkLst>
        </pc:picChg>
      </pc:sldChg>
      <pc:sldChg chg="addSp delSp modSp">
        <pc:chgData name="R&amp;D/intern" userId="S::intern-a@cmesrobotics.ai::71f9efdc-7f13-403d-a66a-3368df03b1a9" providerId="AD" clId="Web-{0D1F5AAD-C062-45D1-96A1-C00FA6A5EE1F}" dt="2025-03-27T04:32:26.149" v="1258" actId="20577"/>
        <pc:sldMkLst>
          <pc:docMk/>
          <pc:sldMk cId="4260820969" sldId="420"/>
        </pc:sldMkLst>
        <pc:spChg chg="add del mod">
          <ac:chgData name="R&amp;D/intern" userId="S::intern-a@cmesrobotics.ai::71f9efdc-7f13-403d-a66a-3368df03b1a9" providerId="AD" clId="Web-{0D1F5AAD-C062-45D1-96A1-C00FA6A5EE1F}" dt="2025-03-27T04:31:43.725" v="1235"/>
          <ac:spMkLst>
            <pc:docMk/>
            <pc:sldMk cId="4260820969" sldId="420"/>
            <ac:spMk id="9" creationId="{3275C76C-EF06-BD38-D939-2FE751335051}"/>
          </ac:spMkLst>
        </pc:spChg>
        <pc:spChg chg="add mod">
          <ac:chgData name="R&amp;D/intern" userId="S::intern-a@cmesrobotics.ai::71f9efdc-7f13-403d-a66a-3368df03b1a9" providerId="AD" clId="Web-{0D1F5AAD-C062-45D1-96A1-C00FA6A5EE1F}" dt="2025-03-27T04:32:26.149" v="1258" actId="20577"/>
          <ac:spMkLst>
            <pc:docMk/>
            <pc:sldMk cId="4260820969" sldId="420"/>
            <ac:spMk id="11" creationId="{5B63E1F7-4E1A-6B16-3F40-D5208DDE53CA}"/>
          </ac:spMkLst>
        </pc:spChg>
        <pc:spChg chg="del mod">
          <ac:chgData name="R&amp;D/intern" userId="S::intern-a@cmesrobotics.ai::71f9efdc-7f13-403d-a66a-3368df03b1a9" providerId="AD" clId="Web-{0D1F5AAD-C062-45D1-96A1-C00FA6A5EE1F}" dt="2025-03-27T04:01:21.123" v="983"/>
          <ac:spMkLst>
            <pc:docMk/>
            <pc:sldMk cId="4260820969" sldId="420"/>
            <ac:spMk id="12" creationId="{943D3147-33AF-B3DB-020A-85946C7FB672}"/>
          </ac:spMkLst>
        </pc:spChg>
        <pc:picChg chg="add mod">
          <ac:chgData name="R&amp;D/intern" userId="S::intern-a@cmesrobotics.ai::71f9efdc-7f13-403d-a66a-3368df03b1a9" providerId="AD" clId="Web-{0D1F5AAD-C062-45D1-96A1-C00FA6A5EE1F}" dt="2025-03-27T04:31:02.223" v="1231" actId="1076"/>
          <ac:picMkLst>
            <pc:docMk/>
            <pc:sldMk cId="4260820969" sldId="420"/>
            <ac:picMk id="4" creationId="{CB34468D-3C8F-B5A4-CFB3-5877CCAA8D52}"/>
          </ac:picMkLst>
        </pc:picChg>
        <pc:picChg chg="add mod">
          <ac:chgData name="R&amp;D/intern" userId="S::intern-a@cmesrobotics.ai::71f9efdc-7f13-403d-a66a-3368df03b1a9" providerId="AD" clId="Web-{0D1F5AAD-C062-45D1-96A1-C00FA6A5EE1F}" dt="2025-03-27T04:30:59.786" v="1229" actId="1076"/>
          <ac:picMkLst>
            <pc:docMk/>
            <pc:sldMk cId="4260820969" sldId="420"/>
            <ac:picMk id="6" creationId="{9CE32007-34D3-ED8B-BCD1-539A26898BE8}"/>
          </ac:picMkLst>
        </pc:picChg>
      </pc:sldChg>
      <pc:sldChg chg="del">
        <pc:chgData name="R&amp;D/intern" userId="S::intern-a@cmesrobotics.ai::71f9efdc-7f13-403d-a66a-3368df03b1a9" providerId="AD" clId="Web-{0D1F5AAD-C062-45D1-96A1-C00FA6A5EE1F}" dt="2025-03-27T04:00:19.495" v="976"/>
        <pc:sldMkLst>
          <pc:docMk/>
          <pc:sldMk cId="874285888" sldId="436"/>
        </pc:sldMkLst>
      </pc:sldChg>
      <pc:sldChg chg="del">
        <pc:chgData name="R&amp;D/intern" userId="S::intern-a@cmesrobotics.ai::71f9efdc-7f13-403d-a66a-3368df03b1a9" providerId="AD" clId="Web-{0D1F5AAD-C062-45D1-96A1-C00FA6A5EE1F}" dt="2025-03-27T04:01:01.622" v="978"/>
        <pc:sldMkLst>
          <pc:docMk/>
          <pc:sldMk cId="1467785684" sldId="438"/>
        </pc:sldMkLst>
      </pc:sldChg>
      <pc:sldChg chg="del ord">
        <pc:chgData name="R&amp;D/intern" userId="S::intern-a@cmesrobotics.ai::71f9efdc-7f13-403d-a66a-3368df03b1a9" providerId="AD" clId="Web-{0D1F5AAD-C062-45D1-96A1-C00FA6A5EE1F}" dt="2025-03-27T04:00:27.636" v="977"/>
        <pc:sldMkLst>
          <pc:docMk/>
          <pc:sldMk cId="3800236956" sldId="447"/>
        </pc:sldMkLst>
      </pc:sldChg>
      <pc:sldChg chg="modSp">
        <pc:chgData name="R&amp;D/intern" userId="S::intern-a@cmesrobotics.ai::71f9efdc-7f13-403d-a66a-3368df03b1a9" providerId="AD" clId="Web-{0D1F5AAD-C062-45D1-96A1-C00FA6A5EE1F}" dt="2025-03-27T03:34:30.247" v="890" actId="20577"/>
        <pc:sldMkLst>
          <pc:docMk/>
          <pc:sldMk cId="623883882" sldId="460"/>
        </pc:sldMkLst>
        <pc:spChg chg="mod">
          <ac:chgData name="R&amp;D/intern" userId="S::intern-a@cmesrobotics.ai::71f9efdc-7f13-403d-a66a-3368df03b1a9" providerId="AD" clId="Web-{0D1F5AAD-C062-45D1-96A1-C00FA6A5EE1F}" dt="2025-03-27T03:34:30.247" v="890" actId="20577"/>
          <ac:spMkLst>
            <pc:docMk/>
            <pc:sldMk cId="623883882" sldId="460"/>
            <ac:spMk id="21" creationId="{2B9AADCD-EACB-E5B7-5B2A-F906DFBE9B20}"/>
          </ac:spMkLst>
        </pc:spChg>
      </pc:sldChg>
      <pc:sldChg chg="addSp delSp modSp">
        <pc:chgData name="R&amp;D/intern" userId="S::intern-a@cmesrobotics.ai::71f9efdc-7f13-403d-a66a-3368df03b1a9" providerId="AD" clId="Web-{0D1F5AAD-C062-45D1-96A1-C00FA6A5EE1F}" dt="2025-03-27T02:20:32.086" v="733" actId="1076"/>
        <pc:sldMkLst>
          <pc:docMk/>
          <pc:sldMk cId="2669320060" sldId="462"/>
        </pc:sldMkLst>
        <pc:spChg chg="mod">
          <ac:chgData name="R&amp;D/intern" userId="S::intern-a@cmesrobotics.ai::71f9efdc-7f13-403d-a66a-3368df03b1a9" providerId="AD" clId="Web-{0D1F5AAD-C062-45D1-96A1-C00FA6A5EE1F}" dt="2025-03-27T02:14:20.307" v="549" actId="20577"/>
          <ac:spMkLst>
            <pc:docMk/>
            <pc:sldMk cId="2669320060" sldId="462"/>
            <ac:spMk id="8" creationId="{0DD66D77-ED74-9187-E813-8A81B83B22EE}"/>
          </ac:spMkLst>
        </pc:spChg>
        <pc:spChg chg="add del mod">
          <ac:chgData name="R&amp;D/intern" userId="S::intern-a@cmesrobotics.ai::71f9efdc-7f13-403d-a66a-3368df03b1a9" providerId="AD" clId="Web-{0D1F5AAD-C062-45D1-96A1-C00FA6A5EE1F}" dt="2025-03-27T02:19:44.443" v="718" actId="20577"/>
          <ac:spMkLst>
            <pc:docMk/>
            <pc:sldMk cId="2669320060" sldId="462"/>
            <ac:spMk id="12" creationId="{6FB1903C-2636-F1AB-6251-2913A3D26666}"/>
          </ac:spMkLst>
        </pc:spChg>
        <pc:picChg chg="add mod">
          <ac:chgData name="R&amp;D/intern" userId="S::intern-a@cmesrobotics.ai::71f9efdc-7f13-403d-a66a-3368df03b1a9" providerId="AD" clId="Web-{0D1F5AAD-C062-45D1-96A1-C00FA6A5EE1F}" dt="2025-03-27T02:20:32.086" v="733" actId="1076"/>
          <ac:picMkLst>
            <pc:docMk/>
            <pc:sldMk cId="2669320060" sldId="462"/>
            <ac:picMk id="4" creationId="{AB695F49-5723-FD14-BB49-FA7C296CEF8C}"/>
          </ac:picMkLst>
        </pc:picChg>
      </pc:sldChg>
      <pc:sldChg chg="addSp modSp ord">
        <pc:chgData name="R&amp;D/intern" userId="S::intern-a@cmesrobotics.ai::71f9efdc-7f13-403d-a66a-3368df03b1a9" providerId="AD" clId="Web-{0D1F5AAD-C062-45D1-96A1-C00FA6A5EE1F}" dt="2025-03-27T05:18:10.740" v="1870" actId="1076"/>
        <pc:sldMkLst>
          <pc:docMk/>
          <pc:sldMk cId="3408500924" sldId="463"/>
        </pc:sldMkLst>
        <pc:spChg chg="mod">
          <ac:chgData name="R&amp;D/intern" userId="S::intern-a@cmesrobotics.ai::71f9efdc-7f13-403d-a66a-3368df03b1a9" providerId="AD" clId="Web-{0D1F5AAD-C062-45D1-96A1-C00FA6A5EE1F}" dt="2025-03-27T01:48:59.021" v="461" actId="20577"/>
          <ac:spMkLst>
            <pc:docMk/>
            <pc:sldMk cId="3408500924" sldId="463"/>
            <ac:spMk id="8" creationId="{0DD66D77-ED74-9187-E813-8A81B83B22EE}"/>
          </ac:spMkLst>
        </pc:spChg>
        <pc:spChg chg="mod">
          <ac:chgData name="R&amp;D/intern" userId="S::intern-a@cmesrobotics.ai::71f9efdc-7f13-403d-a66a-3368df03b1a9" providerId="AD" clId="Web-{0D1F5AAD-C062-45D1-96A1-C00FA6A5EE1F}" dt="2025-03-27T05:15:11.108" v="1861" actId="20577"/>
          <ac:spMkLst>
            <pc:docMk/>
            <pc:sldMk cId="3408500924" sldId="463"/>
            <ac:spMk id="12" creationId="{6FB1903C-2636-F1AB-6251-2913A3D26666}"/>
          </ac:spMkLst>
        </pc:spChg>
        <pc:picChg chg="add mod">
          <ac:chgData name="R&amp;D/intern" userId="S::intern-a@cmesrobotics.ai::71f9efdc-7f13-403d-a66a-3368df03b1a9" providerId="AD" clId="Web-{0D1F5AAD-C062-45D1-96A1-C00FA6A5EE1F}" dt="2025-03-27T05:18:10.740" v="1870" actId="1076"/>
          <ac:picMkLst>
            <pc:docMk/>
            <pc:sldMk cId="3408500924" sldId="463"/>
            <ac:picMk id="4" creationId="{AB39C3D2-A653-6031-1DEE-0595AC1A2D15}"/>
          </ac:picMkLst>
        </pc:picChg>
      </pc:sldChg>
      <pc:sldChg chg="addSp modSp ord">
        <pc:chgData name="R&amp;D/intern" userId="S::intern-a@cmesrobotics.ai::71f9efdc-7f13-403d-a66a-3368df03b1a9" providerId="AD" clId="Web-{0D1F5AAD-C062-45D1-96A1-C00FA6A5EE1F}" dt="2025-03-27T02:00:47.530" v="516" actId="20577"/>
        <pc:sldMkLst>
          <pc:docMk/>
          <pc:sldMk cId="2956502946" sldId="464"/>
        </pc:sldMkLst>
        <pc:spChg chg="mod">
          <ac:chgData name="R&amp;D/intern" userId="S::intern-a@cmesrobotics.ai::71f9efdc-7f13-403d-a66a-3368df03b1a9" providerId="AD" clId="Web-{0D1F5AAD-C062-45D1-96A1-C00FA6A5EE1F}" dt="2025-03-27T01:39:35.706" v="415" actId="20577"/>
          <ac:spMkLst>
            <pc:docMk/>
            <pc:sldMk cId="2956502946" sldId="464"/>
            <ac:spMk id="8" creationId="{81A5FF16-71C9-62AD-FBB5-B541233994A2}"/>
          </ac:spMkLst>
        </pc:spChg>
        <pc:spChg chg="mod">
          <ac:chgData name="R&amp;D/intern" userId="S::intern-a@cmesrobotics.ai::71f9efdc-7f13-403d-a66a-3368df03b1a9" providerId="AD" clId="Web-{0D1F5AAD-C062-45D1-96A1-C00FA6A5EE1F}" dt="2025-03-27T02:00:47.530" v="516" actId="20577"/>
          <ac:spMkLst>
            <pc:docMk/>
            <pc:sldMk cId="2956502946" sldId="464"/>
            <ac:spMk id="12" creationId="{23D8513C-9714-D887-C10D-B4FED23420D4}"/>
          </ac:spMkLst>
        </pc:spChg>
        <pc:picChg chg="add mod">
          <ac:chgData name="R&amp;D/intern" userId="S::intern-a@cmesrobotics.ai::71f9efdc-7f13-403d-a66a-3368df03b1a9" providerId="AD" clId="Web-{0D1F5AAD-C062-45D1-96A1-C00FA6A5EE1F}" dt="2025-03-27T01:59:15.339" v="480" actId="1076"/>
          <ac:picMkLst>
            <pc:docMk/>
            <pc:sldMk cId="2956502946" sldId="464"/>
            <ac:picMk id="4" creationId="{EAF942E2-D4DC-0D4F-D8E0-DD2979C783A7}"/>
          </ac:picMkLst>
        </pc:picChg>
      </pc:sldChg>
      <pc:sldChg chg="modSp">
        <pc:chgData name="R&amp;D/intern" userId="S::intern-a@cmesrobotics.ai::71f9efdc-7f13-403d-a66a-3368df03b1a9" providerId="AD" clId="Web-{0D1F5AAD-C062-45D1-96A1-C00FA6A5EE1F}" dt="2025-03-27T01:05:13.777" v="254" actId="20577"/>
        <pc:sldMkLst>
          <pc:docMk/>
          <pc:sldMk cId="2727353759" sldId="465"/>
        </pc:sldMkLst>
        <pc:spChg chg="mod">
          <ac:chgData name="R&amp;D/intern" userId="S::intern-a@cmesrobotics.ai::71f9efdc-7f13-403d-a66a-3368df03b1a9" providerId="AD" clId="Web-{0D1F5AAD-C062-45D1-96A1-C00FA6A5EE1F}" dt="2025-03-27T01:05:13.777" v="254" actId="20577"/>
          <ac:spMkLst>
            <pc:docMk/>
            <pc:sldMk cId="2727353759" sldId="465"/>
            <ac:spMk id="12" creationId="{6FB1903C-2636-F1AB-6251-2913A3D26666}"/>
          </ac:spMkLst>
        </pc:spChg>
      </pc:sldChg>
      <pc:sldChg chg="addSp modSp ord">
        <pc:chgData name="R&amp;D/intern" userId="S::intern-a@cmesrobotics.ai::71f9efdc-7f13-403d-a66a-3368df03b1a9" providerId="AD" clId="Web-{0D1F5AAD-C062-45D1-96A1-C00FA6A5EE1F}" dt="2025-03-27T03:56:34.737" v="944" actId="20577"/>
        <pc:sldMkLst>
          <pc:docMk/>
          <pc:sldMk cId="474756192" sldId="468"/>
        </pc:sldMkLst>
        <pc:spChg chg="mod">
          <ac:chgData name="R&amp;D/intern" userId="S::intern-a@cmesrobotics.ai::71f9efdc-7f13-403d-a66a-3368df03b1a9" providerId="AD" clId="Web-{0D1F5AAD-C062-45D1-96A1-C00FA6A5EE1F}" dt="2025-03-27T03:56:34.737" v="944" actId="20577"/>
          <ac:spMkLst>
            <pc:docMk/>
            <pc:sldMk cId="474756192" sldId="468"/>
            <ac:spMk id="14" creationId="{58529E66-A8A8-FD9D-286A-953937E7C2CD}"/>
          </ac:spMkLst>
        </pc:spChg>
        <pc:picChg chg="add mod modCrop">
          <ac:chgData name="R&amp;D/intern" userId="S::intern-a@cmesrobotics.ai::71f9efdc-7f13-403d-a66a-3368df03b1a9" providerId="AD" clId="Web-{0D1F5AAD-C062-45D1-96A1-C00FA6A5EE1F}" dt="2025-03-27T03:56:07.814" v="935" actId="1076"/>
          <ac:picMkLst>
            <pc:docMk/>
            <pc:sldMk cId="474756192" sldId="468"/>
            <ac:picMk id="4" creationId="{125F76DA-DF68-1648-0442-FA0342735550}"/>
          </ac:picMkLst>
        </pc:picChg>
      </pc:sldChg>
      <pc:sldChg chg="ord">
        <pc:chgData name="R&amp;D/intern" userId="S::intern-a@cmesrobotics.ai::71f9efdc-7f13-403d-a66a-3368df03b1a9" providerId="AD" clId="Web-{0D1F5AAD-C062-45D1-96A1-C00FA6A5EE1F}" dt="2025-03-27T01:27:41.447" v="356"/>
        <pc:sldMkLst>
          <pc:docMk/>
          <pc:sldMk cId="1212541083" sldId="469"/>
        </pc:sldMkLst>
      </pc:sldChg>
      <pc:sldChg chg="addSp modSp ord">
        <pc:chgData name="R&amp;D/intern" userId="S::intern-a@cmesrobotics.ai::71f9efdc-7f13-403d-a66a-3368df03b1a9" providerId="AD" clId="Web-{0D1F5AAD-C062-45D1-96A1-C00FA6A5EE1F}" dt="2025-03-27T05:25:15.257" v="2030" actId="1076"/>
        <pc:sldMkLst>
          <pc:docMk/>
          <pc:sldMk cId="4277302010" sldId="471"/>
        </pc:sldMkLst>
        <pc:spChg chg="mod">
          <ac:chgData name="R&amp;D/intern" userId="S::intern-a@cmesrobotics.ai::71f9efdc-7f13-403d-a66a-3368df03b1a9" providerId="AD" clId="Web-{0D1F5AAD-C062-45D1-96A1-C00FA6A5EE1F}" dt="2025-03-27T05:20:57.590" v="1906" actId="20577"/>
          <ac:spMkLst>
            <pc:docMk/>
            <pc:sldMk cId="4277302010" sldId="471"/>
            <ac:spMk id="8" creationId="{81A5FF16-71C9-62AD-FBB5-B541233994A2}"/>
          </ac:spMkLst>
        </pc:spChg>
        <pc:spChg chg="mod">
          <ac:chgData name="R&amp;D/intern" userId="S::intern-a@cmesrobotics.ai::71f9efdc-7f13-403d-a66a-3368df03b1a9" providerId="AD" clId="Web-{0D1F5AAD-C062-45D1-96A1-C00FA6A5EE1F}" dt="2025-03-27T05:24:01.004" v="2029" actId="20577"/>
          <ac:spMkLst>
            <pc:docMk/>
            <pc:sldMk cId="4277302010" sldId="471"/>
            <ac:spMk id="12" creationId="{23D8513C-9714-D887-C10D-B4FED23420D4}"/>
          </ac:spMkLst>
        </pc:spChg>
        <pc:picChg chg="add mod">
          <ac:chgData name="R&amp;D/intern" userId="S::intern-a@cmesrobotics.ai::71f9efdc-7f13-403d-a66a-3368df03b1a9" providerId="AD" clId="Web-{0D1F5AAD-C062-45D1-96A1-C00FA6A5EE1F}" dt="2025-03-27T05:25:15.257" v="2030" actId="1076"/>
          <ac:picMkLst>
            <pc:docMk/>
            <pc:sldMk cId="4277302010" sldId="471"/>
            <ac:picMk id="6" creationId="{5E1E2642-475D-E039-83AD-47C40FB41D82}"/>
          </ac:picMkLst>
        </pc:picChg>
      </pc:sldChg>
      <pc:sldChg chg="modSp">
        <pc:chgData name="R&amp;D/intern" userId="S::intern-a@cmesrobotics.ai::71f9efdc-7f13-403d-a66a-3368df03b1a9" providerId="AD" clId="Web-{0D1F5AAD-C062-45D1-96A1-C00FA6A5EE1F}" dt="2025-03-27T01:49:30.913" v="469" actId="20577"/>
        <pc:sldMkLst>
          <pc:docMk/>
          <pc:sldMk cId="2424088315" sldId="473"/>
        </pc:sldMkLst>
        <pc:spChg chg="mod">
          <ac:chgData name="R&amp;D/intern" userId="S::intern-a@cmesrobotics.ai::71f9efdc-7f13-403d-a66a-3368df03b1a9" providerId="AD" clId="Web-{0D1F5AAD-C062-45D1-96A1-C00FA6A5EE1F}" dt="2025-03-27T01:49:30.913" v="469" actId="20577"/>
          <ac:spMkLst>
            <pc:docMk/>
            <pc:sldMk cId="2424088315" sldId="473"/>
            <ac:spMk id="8" creationId="{0DD66D77-ED74-9187-E813-8A81B83B22EE}"/>
          </ac:spMkLst>
        </pc:spChg>
      </pc:sldChg>
      <pc:sldChg chg="modSp">
        <pc:chgData name="R&amp;D/intern" userId="S::intern-a@cmesrobotics.ai::71f9efdc-7f13-403d-a66a-3368df03b1a9" providerId="AD" clId="Web-{0D1F5AAD-C062-45D1-96A1-C00FA6A5EE1F}" dt="2025-03-27T01:49:27.741" v="467" actId="20577"/>
        <pc:sldMkLst>
          <pc:docMk/>
          <pc:sldMk cId="3026586599" sldId="474"/>
        </pc:sldMkLst>
        <pc:spChg chg="mod">
          <ac:chgData name="R&amp;D/intern" userId="S::intern-a@cmesrobotics.ai::71f9efdc-7f13-403d-a66a-3368df03b1a9" providerId="AD" clId="Web-{0D1F5AAD-C062-45D1-96A1-C00FA6A5EE1F}" dt="2025-03-27T01:49:27.741" v="467" actId="20577"/>
          <ac:spMkLst>
            <pc:docMk/>
            <pc:sldMk cId="3026586599" sldId="474"/>
            <ac:spMk id="8" creationId="{0DD66D77-ED74-9187-E813-8A81B83B22EE}"/>
          </ac:spMkLst>
        </pc:spChg>
      </pc:sldChg>
      <pc:sldChg chg="modSp del">
        <pc:chgData name="R&amp;D/intern" userId="S::intern-a@cmesrobotics.ai::71f9efdc-7f13-403d-a66a-3368df03b1a9" providerId="AD" clId="Web-{0D1F5AAD-C062-45D1-96A1-C00FA6A5EE1F}" dt="2025-03-27T02:24:39.266" v="796"/>
        <pc:sldMkLst>
          <pc:docMk/>
          <pc:sldMk cId="4130295046" sldId="475"/>
        </pc:sldMkLst>
        <pc:spChg chg="mod">
          <ac:chgData name="R&amp;D/intern" userId="S::intern-a@cmesrobotics.ai::71f9efdc-7f13-403d-a66a-3368df03b1a9" providerId="AD" clId="Web-{0D1F5AAD-C062-45D1-96A1-C00FA6A5EE1F}" dt="2025-03-27T01:48:55.068" v="458" actId="20577"/>
          <ac:spMkLst>
            <pc:docMk/>
            <pc:sldMk cId="4130295046" sldId="475"/>
            <ac:spMk id="8" creationId="{0DD66D77-ED74-9187-E813-8A81B83B22EE}"/>
          </ac:spMkLst>
        </pc:spChg>
      </pc:sldChg>
      <pc:sldChg chg="modSp">
        <pc:chgData name="R&amp;D/intern" userId="S::intern-a@cmesrobotics.ai::71f9efdc-7f13-403d-a66a-3368df03b1a9" providerId="AD" clId="Web-{0D1F5AAD-C062-45D1-96A1-C00FA6A5EE1F}" dt="2025-03-27T01:49:43.945" v="471" actId="20577"/>
        <pc:sldMkLst>
          <pc:docMk/>
          <pc:sldMk cId="1668354926" sldId="476"/>
        </pc:sldMkLst>
        <pc:spChg chg="mod">
          <ac:chgData name="R&amp;D/intern" userId="S::intern-a@cmesrobotics.ai::71f9efdc-7f13-403d-a66a-3368df03b1a9" providerId="AD" clId="Web-{0D1F5AAD-C062-45D1-96A1-C00FA6A5EE1F}" dt="2025-03-27T01:49:43.945" v="471" actId="20577"/>
          <ac:spMkLst>
            <pc:docMk/>
            <pc:sldMk cId="1668354926" sldId="476"/>
            <ac:spMk id="8" creationId="{0DD66D77-ED74-9187-E813-8A81B83B22EE}"/>
          </ac:spMkLst>
        </pc:spChg>
      </pc:sldChg>
      <pc:sldChg chg="modSp">
        <pc:chgData name="R&amp;D/intern" userId="S::intern-a@cmesrobotics.ai::71f9efdc-7f13-403d-a66a-3368df03b1a9" providerId="AD" clId="Web-{0D1F5AAD-C062-45D1-96A1-C00FA6A5EE1F}" dt="2025-03-27T03:43:00.736" v="896" actId="20577"/>
        <pc:sldMkLst>
          <pc:docMk/>
          <pc:sldMk cId="128273369" sldId="478"/>
        </pc:sldMkLst>
        <pc:spChg chg="mod">
          <ac:chgData name="R&amp;D/intern" userId="S::intern-a@cmesrobotics.ai::71f9efdc-7f13-403d-a66a-3368df03b1a9" providerId="AD" clId="Web-{0D1F5AAD-C062-45D1-96A1-C00FA6A5EE1F}" dt="2025-03-27T03:43:00.736" v="896" actId="20577"/>
          <ac:spMkLst>
            <pc:docMk/>
            <pc:sldMk cId="128273369" sldId="478"/>
            <ac:spMk id="12" creationId="{6FB1903C-2636-F1AB-6251-2913A3D26666}"/>
          </ac:spMkLst>
        </pc:spChg>
      </pc:sldChg>
      <pc:sldChg chg="ord">
        <pc:chgData name="R&amp;D/intern" userId="S::intern-a@cmesrobotics.ai::71f9efdc-7f13-403d-a66a-3368df03b1a9" providerId="AD" clId="Web-{0D1F5AAD-C062-45D1-96A1-C00FA6A5EE1F}" dt="2025-03-27T01:40:07.082" v="416"/>
        <pc:sldMkLst>
          <pc:docMk/>
          <pc:sldMk cId="4152405226" sldId="484"/>
        </pc:sldMkLst>
      </pc:sldChg>
      <pc:sldChg chg="modSp">
        <pc:chgData name="R&amp;D/intern" userId="S::intern-a@cmesrobotics.ai::71f9efdc-7f13-403d-a66a-3368df03b1a9" providerId="AD" clId="Web-{0D1F5AAD-C062-45D1-96A1-C00FA6A5EE1F}" dt="2025-03-27T01:41:51.257" v="426" actId="20577"/>
        <pc:sldMkLst>
          <pc:docMk/>
          <pc:sldMk cId="2642875365" sldId="487"/>
        </pc:sldMkLst>
        <pc:spChg chg="mod">
          <ac:chgData name="R&amp;D/intern" userId="S::intern-a@cmesrobotics.ai::71f9efdc-7f13-403d-a66a-3368df03b1a9" providerId="AD" clId="Web-{0D1F5AAD-C062-45D1-96A1-C00FA6A5EE1F}" dt="2025-03-27T01:41:51.257" v="426" actId="20577"/>
          <ac:spMkLst>
            <pc:docMk/>
            <pc:sldMk cId="2642875365" sldId="487"/>
            <ac:spMk id="8" creationId="{0DD66D77-ED74-9187-E813-8A81B83B22EE}"/>
          </ac:spMkLst>
        </pc:spChg>
      </pc:sldChg>
      <pc:sldChg chg="modSp ord">
        <pc:chgData name="R&amp;D/intern" userId="S::intern-a@cmesrobotics.ai::71f9efdc-7f13-403d-a66a-3368df03b1a9" providerId="AD" clId="Web-{0D1F5AAD-C062-45D1-96A1-C00FA6A5EE1F}" dt="2025-03-27T01:42:17.805" v="435" actId="20577"/>
        <pc:sldMkLst>
          <pc:docMk/>
          <pc:sldMk cId="2420400735" sldId="488"/>
        </pc:sldMkLst>
        <pc:spChg chg="mod">
          <ac:chgData name="R&amp;D/intern" userId="S::intern-a@cmesrobotics.ai::71f9efdc-7f13-403d-a66a-3368df03b1a9" providerId="AD" clId="Web-{0D1F5AAD-C062-45D1-96A1-C00FA6A5EE1F}" dt="2025-03-27T01:42:17.805" v="435" actId="20577"/>
          <ac:spMkLst>
            <pc:docMk/>
            <pc:sldMk cId="2420400735" sldId="488"/>
            <ac:spMk id="8" creationId="{0DD66D77-ED74-9187-E813-8A81B83B22EE}"/>
          </ac:spMkLst>
        </pc:spChg>
        <pc:spChg chg="mod">
          <ac:chgData name="R&amp;D/intern" userId="S::intern-a@cmesrobotics.ai::71f9efdc-7f13-403d-a66a-3368df03b1a9" providerId="AD" clId="Web-{0D1F5AAD-C062-45D1-96A1-C00FA6A5EE1F}" dt="2025-03-27T00:59:02.389" v="147" actId="20577"/>
          <ac:spMkLst>
            <pc:docMk/>
            <pc:sldMk cId="2420400735" sldId="488"/>
            <ac:spMk id="12" creationId="{6FB1903C-2636-F1AB-6251-2913A3D26666}"/>
          </ac:spMkLst>
        </pc:spChg>
      </pc:sldChg>
      <pc:sldChg chg="modSp ord">
        <pc:chgData name="R&amp;D/intern" userId="S::intern-a@cmesrobotics.ai::71f9efdc-7f13-403d-a66a-3368df03b1a9" providerId="AD" clId="Web-{0D1F5AAD-C062-45D1-96A1-C00FA6A5EE1F}" dt="2025-03-27T01:42:34.680" v="441"/>
        <pc:sldMkLst>
          <pc:docMk/>
          <pc:sldMk cId="2162499308" sldId="489"/>
        </pc:sldMkLst>
        <pc:spChg chg="mod">
          <ac:chgData name="R&amp;D/intern" userId="S::intern-a@cmesrobotics.ai::71f9efdc-7f13-403d-a66a-3368df03b1a9" providerId="AD" clId="Web-{0D1F5AAD-C062-45D1-96A1-C00FA6A5EE1F}" dt="2025-03-27T01:41:57.226" v="430" actId="20577"/>
          <ac:spMkLst>
            <pc:docMk/>
            <pc:sldMk cId="2162499308" sldId="489"/>
            <ac:spMk id="8" creationId="{0DD66D77-ED74-9187-E813-8A81B83B22EE}"/>
          </ac:spMkLst>
        </pc:spChg>
      </pc:sldChg>
      <pc:sldChg chg="ord">
        <pc:chgData name="R&amp;D/intern" userId="S::intern-a@cmesrobotics.ai::71f9efdc-7f13-403d-a66a-3368df03b1a9" providerId="AD" clId="Web-{0D1F5AAD-C062-45D1-96A1-C00FA6A5EE1F}" dt="2025-03-27T01:45:09.733" v="443"/>
        <pc:sldMkLst>
          <pc:docMk/>
          <pc:sldMk cId="2907044665" sldId="491"/>
        </pc:sldMkLst>
      </pc:sldChg>
      <pc:sldChg chg="ord">
        <pc:chgData name="R&amp;D/intern" userId="S::intern-a@cmesrobotics.ai::71f9efdc-7f13-403d-a66a-3368df03b1a9" providerId="AD" clId="Web-{0D1F5AAD-C062-45D1-96A1-C00FA6A5EE1F}" dt="2025-03-27T01:45:19.264" v="444"/>
        <pc:sldMkLst>
          <pc:docMk/>
          <pc:sldMk cId="1618300073" sldId="492"/>
        </pc:sldMkLst>
      </pc:sldChg>
      <pc:sldChg chg="ord">
        <pc:chgData name="R&amp;D/intern" userId="S::intern-a@cmesrobotics.ai::71f9efdc-7f13-403d-a66a-3368df03b1a9" providerId="AD" clId="Web-{0D1F5AAD-C062-45D1-96A1-C00FA6A5EE1F}" dt="2025-03-27T01:45:50.452" v="451"/>
        <pc:sldMkLst>
          <pc:docMk/>
          <pc:sldMk cId="1752964272" sldId="493"/>
        </pc:sldMkLst>
      </pc:sldChg>
      <pc:sldChg chg="ord">
        <pc:chgData name="R&amp;D/intern" userId="S::intern-a@cmesrobotics.ai::71f9efdc-7f13-403d-a66a-3368df03b1a9" providerId="AD" clId="Web-{0D1F5AAD-C062-45D1-96A1-C00FA6A5EE1F}" dt="2025-03-27T01:45:50.452" v="450"/>
        <pc:sldMkLst>
          <pc:docMk/>
          <pc:sldMk cId="602940025" sldId="494"/>
        </pc:sldMkLst>
      </pc:sldChg>
      <pc:sldChg chg="ord">
        <pc:chgData name="R&amp;D/intern" userId="S::intern-a@cmesrobotics.ai::71f9efdc-7f13-403d-a66a-3368df03b1a9" providerId="AD" clId="Web-{0D1F5AAD-C062-45D1-96A1-C00FA6A5EE1F}" dt="2025-03-27T01:45:50.452" v="449"/>
        <pc:sldMkLst>
          <pc:docMk/>
          <pc:sldMk cId="804557331" sldId="495"/>
        </pc:sldMkLst>
      </pc:sldChg>
      <pc:sldChg chg="ord">
        <pc:chgData name="R&amp;D/intern" userId="S::intern-a@cmesrobotics.ai::71f9efdc-7f13-403d-a66a-3368df03b1a9" providerId="AD" clId="Web-{0D1F5AAD-C062-45D1-96A1-C00FA6A5EE1F}" dt="2025-03-27T01:45:50.437" v="448"/>
        <pc:sldMkLst>
          <pc:docMk/>
          <pc:sldMk cId="2938116180" sldId="496"/>
        </pc:sldMkLst>
      </pc:sldChg>
      <pc:sldChg chg="ord">
        <pc:chgData name="R&amp;D/intern" userId="S::intern-a@cmesrobotics.ai::71f9efdc-7f13-403d-a66a-3368df03b1a9" providerId="AD" clId="Web-{0D1F5AAD-C062-45D1-96A1-C00FA6A5EE1F}" dt="2025-03-27T01:45:50.437" v="447"/>
        <pc:sldMkLst>
          <pc:docMk/>
          <pc:sldMk cId="338271159" sldId="497"/>
        </pc:sldMkLst>
      </pc:sldChg>
      <pc:sldChg chg="ord">
        <pc:chgData name="R&amp;D/intern" userId="S::intern-a@cmesrobotics.ai::71f9efdc-7f13-403d-a66a-3368df03b1a9" providerId="AD" clId="Web-{0D1F5AAD-C062-45D1-96A1-C00FA6A5EE1F}" dt="2025-03-27T01:45:50.437" v="446"/>
        <pc:sldMkLst>
          <pc:docMk/>
          <pc:sldMk cId="2709874277" sldId="498"/>
        </pc:sldMkLst>
      </pc:sldChg>
      <pc:sldChg chg="ord">
        <pc:chgData name="R&amp;D/intern" userId="S::intern-a@cmesrobotics.ai::71f9efdc-7f13-403d-a66a-3368df03b1a9" providerId="AD" clId="Web-{0D1F5AAD-C062-45D1-96A1-C00FA6A5EE1F}" dt="2025-03-27T01:45:50.437" v="445"/>
        <pc:sldMkLst>
          <pc:docMk/>
          <pc:sldMk cId="2050181095" sldId="499"/>
        </pc:sldMkLst>
      </pc:sldChg>
      <pc:sldChg chg="modSp">
        <pc:chgData name="R&amp;D/intern" userId="S::intern-a@cmesrobotics.ai::71f9efdc-7f13-403d-a66a-3368df03b1a9" providerId="AD" clId="Web-{0D1F5AAD-C062-45D1-96A1-C00FA6A5EE1F}" dt="2025-03-27T02:10:21.502" v="537" actId="1076"/>
        <pc:sldMkLst>
          <pc:docMk/>
          <pc:sldMk cId="1144447444" sldId="500"/>
        </pc:sldMkLst>
        <pc:spChg chg="mod">
          <ac:chgData name="R&amp;D/intern" userId="S::intern-a@cmesrobotics.ai::71f9efdc-7f13-403d-a66a-3368df03b1a9" providerId="AD" clId="Web-{0D1F5AAD-C062-45D1-96A1-C00FA6A5EE1F}" dt="2025-03-27T01:48:30.114" v="453" actId="20577"/>
          <ac:spMkLst>
            <pc:docMk/>
            <pc:sldMk cId="1144447444" sldId="500"/>
            <ac:spMk id="8" creationId="{0DD66D77-ED74-9187-E813-8A81B83B22EE}"/>
          </ac:spMkLst>
        </pc:spChg>
        <pc:spChg chg="mod">
          <ac:chgData name="R&amp;D/intern" userId="S::intern-a@cmesrobotics.ai::71f9efdc-7f13-403d-a66a-3368df03b1a9" providerId="AD" clId="Web-{0D1F5AAD-C062-45D1-96A1-C00FA6A5EE1F}" dt="2025-03-27T02:10:18.924" v="536" actId="20577"/>
          <ac:spMkLst>
            <pc:docMk/>
            <pc:sldMk cId="1144447444" sldId="500"/>
            <ac:spMk id="19" creationId="{7B59BB6D-3496-7F3D-EDCF-3E47099A3E24}"/>
          </ac:spMkLst>
        </pc:spChg>
        <pc:picChg chg="mod">
          <ac:chgData name="R&amp;D/intern" userId="S::intern-a@cmesrobotics.ai::71f9efdc-7f13-403d-a66a-3368df03b1a9" providerId="AD" clId="Web-{0D1F5AAD-C062-45D1-96A1-C00FA6A5EE1F}" dt="2025-03-27T02:10:21.502" v="537" actId="1076"/>
          <ac:picMkLst>
            <pc:docMk/>
            <pc:sldMk cId="1144447444" sldId="500"/>
            <ac:picMk id="4" creationId="{2B8A068A-C668-6553-40B9-F461EE03F79A}"/>
          </ac:picMkLst>
        </pc:picChg>
      </pc:sldChg>
      <pc:sldChg chg="delSp modSp add del ord">
        <pc:chgData name="R&amp;D/intern" userId="S::intern-a@cmesrobotics.ai::71f9efdc-7f13-403d-a66a-3368df03b1a9" providerId="AD" clId="Web-{0D1F5AAD-C062-45D1-96A1-C00FA6A5EE1F}" dt="2025-03-27T05:16:07.360" v="1864"/>
        <pc:sldMkLst>
          <pc:docMk/>
          <pc:sldMk cId="1617577726" sldId="501"/>
        </pc:sldMkLst>
        <pc:spChg chg="mod">
          <ac:chgData name="R&amp;D/intern" userId="S::intern-a@cmesrobotics.ai::71f9efdc-7f13-403d-a66a-3368df03b1a9" providerId="AD" clId="Web-{0D1F5AAD-C062-45D1-96A1-C00FA6A5EE1F}" dt="2025-03-27T01:49:17.491" v="464" actId="20577"/>
          <ac:spMkLst>
            <pc:docMk/>
            <pc:sldMk cId="1617577726" sldId="501"/>
            <ac:spMk id="8" creationId="{0DD66D77-ED74-9187-E813-8A81B83B22EE}"/>
          </ac:spMkLst>
        </pc:spChg>
        <pc:spChg chg="del mod">
          <ac:chgData name="R&amp;D/intern" userId="S::intern-a@cmesrobotics.ai::71f9efdc-7f13-403d-a66a-3368df03b1a9" providerId="AD" clId="Web-{0D1F5AAD-C062-45D1-96A1-C00FA6A5EE1F}" dt="2025-03-27T05:15:04.092" v="1854"/>
          <ac:spMkLst>
            <pc:docMk/>
            <pc:sldMk cId="1617577726" sldId="501"/>
            <ac:spMk id="12" creationId="{6FB1903C-2636-F1AB-6251-2913A3D26666}"/>
          </ac:spMkLst>
        </pc:spChg>
      </pc:sldChg>
      <pc:sldChg chg="addSp delSp modSp">
        <pc:chgData name="R&amp;D/intern" userId="S::intern-a@cmesrobotics.ai::71f9efdc-7f13-403d-a66a-3368df03b1a9" providerId="AD" clId="Web-{0D1F5AAD-C062-45D1-96A1-C00FA6A5EE1F}" dt="2025-03-27T05:09:04.719" v="1769" actId="20577"/>
        <pc:sldMkLst>
          <pc:docMk/>
          <pc:sldMk cId="295653414" sldId="503"/>
        </pc:sldMkLst>
        <pc:spChg chg="mod">
          <ac:chgData name="R&amp;D/intern" userId="S::intern-a@cmesrobotics.ai::71f9efdc-7f13-403d-a66a-3368df03b1a9" providerId="AD" clId="Web-{0D1F5AAD-C062-45D1-96A1-C00FA6A5EE1F}" dt="2025-03-27T05:09:04.719" v="1769" actId="20577"/>
          <ac:spMkLst>
            <pc:docMk/>
            <pc:sldMk cId="295653414" sldId="503"/>
            <ac:spMk id="12" creationId="{943D3147-33AF-B3DB-020A-85946C7FB672}"/>
          </ac:spMkLst>
        </pc:spChg>
        <pc:picChg chg="add del mod modCrop">
          <ac:chgData name="R&amp;D/intern" userId="S::intern-a@cmesrobotics.ai::71f9efdc-7f13-403d-a66a-3368df03b1a9" providerId="AD" clId="Web-{0D1F5AAD-C062-45D1-96A1-C00FA6A5EE1F}" dt="2025-03-27T05:00:04.291" v="1499"/>
          <ac:picMkLst>
            <pc:docMk/>
            <pc:sldMk cId="295653414" sldId="503"/>
            <ac:picMk id="4" creationId="{7815AD0C-BCA1-2D7C-649B-1C613352F318}"/>
          </ac:picMkLst>
        </pc:picChg>
      </pc:sldChg>
      <pc:sldChg chg="addSp delSp modSp">
        <pc:chgData name="R&amp;D/intern" userId="S::intern-a@cmesrobotics.ai::71f9efdc-7f13-403d-a66a-3368df03b1a9" providerId="AD" clId="Web-{0D1F5AAD-C062-45D1-96A1-C00FA6A5EE1F}" dt="2025-03-27T04:49:34.486" v="1453" actId="20577"/>
        <pc:sldMkLst>
          <pc:docMk/>
          <pc:sldMk cId="2868066207" sldId="504"/>
        </pc:sldMkLst>
        <pc:spChg chg="add del">
          <ac:chgData name="R&amp;D/intern" userId="S::intern-a@cmesrobotics.ai::71f9efdc-7f13-403d-a66a-3368df03b1a9" providerId="AD" clId="Web-{0D1F5AAD-C062-45D1-96A1-C00FA6A5EE1F}" dt="2025-03-27T04:08:15.248" v="1047"/>
          <ac:spMkLst>
            <pc:docMk/>
            <pc:sldMk cId="2868066207" sldId="504"/>
            <ac:spMk id="6" creationId="{13674021-7F63-1B96-165F-B83ACC299100}"/>
          </ac:spMkLst>
        </pc:spChg>
        <pc:spChg chg="add del">
          <ac:chgData name="R&amp;D/intern" userId="S::intern-a@cmesrobotics.ai::71f9efdc-7f13-403d-a66a-3368df03b1a9" providerId="AD" clId="Web-{0D1F5AAD-C062-45D1-96A1-C00FA6A5EE1F}" dt="2025-03-27T04:08:17.717" v="1049"/>
          <ac:spMkLst>
            <pc:docMk/>
            <pc:sldMk cId="2868066207" sldId="504"/>
            <ac:spMk id="10" creationId="{B3FACA33-6BB5-9646-A5BE-81FEBDE443B2}"/>
          </ac:spMkLst>
        </pc:spChg>
        <pc:spChg chg="add del mod">
          <ac:chgData name="R&amp;D/intern" userId="S::intern-a@cmesrobotics.ai::71f9efdc-7f13-403d-a66a-3368df03b1a9" providerId="AD" clId="Web-{0D1F5AAD-C062-45D1-96A1-C00FA6A5EE1F}" dt="2025-03-27T04:06:44.463" v="1015"/>
          <ac:spMkLst>
            <pc:docMk/>
            <pc:sldMk cId="2868066207" sldId="504"/>
            <ac:spMk id="12" creationId="{943D3147-33AF-B3DB-020A-85946C7FB672}"/>
          </ac:spMkLst>
        </pc:spChg>
        <pc:spChg chg="add mod">
          <ac:chgData name="R&amp;D/intern" userId="S::intern-a@cmesrobotics.ai::71f9efdc-7f13-403d-a66a-3368df03b1a9" providerId="AD" clId="Web-{0D1F5AAD-C062-45D1-96A1-C00FA6A5EE1F}" dt="2025-03-27T04:49:34.486" v="1453" actId="20577"/>
          <ac:spMkLst>
            <pc:docMk/>
            <pc:sldMk cId="2868066207" sldId="504"/>
            <ac:spMk id="13" creationId="{F80B4315-E993-69DC-BF4D-F6B30934D6DB}"/>
          </ac:spMkLst>
        </pc:spChg>
      </pc:sldChg>
      <pc:sldChg chg="addSp delSp modSp ord">
        <pc:chgData name="R&amp;D/intern" userId="S::intern-a@cmesrobotics.ai::71f9efdc-7f13-403d-a66a-3368df03b1a9" providerId="AD" clId="Web-{0D1F5AAD-C062-45D1-96A1-C00FA6A5EE1F}" dt="2025-03-27T04:46:53.292" v="1419" actId="1076"/>
        <pc:sldMkLst>
          <pc:docMk/>
          <pc:sldMk cId="96481204" sldId="505"/>
        </pc:sldMkLst>
        <pc:spChg chg="mod">
          <ac:chgData name="R&amp;D/intern" userId="S::intern-a@cmesrobotics.ai::71f9efdc-7f13-403d-a66a-3368df03b1a9" providerId="AD" clId="Web-{0D1F5AAD-C062-45D1-96A1-C00FA6A5EE1F}" dt="2025-03-27T00:39:00.662" v="0" actId="20577"/>
          <ac:spMkLst>
            <pc:docMk/>
            <pc:sldMk cId="96481204" sldId="505"/>
            <ac:spMk id="8" creationId="{D34B98FC-F504-621E-3D6D-3926C618FBA3}"/>
          </ac:spMkLst>
        </pc:spChg>
        <pc:spChg chg="mod">
          <ac:chgData name="R&amp;D/intern" userId="S::intern-a@cmesrobotics.ai::71f9efdc-7f13-403d-a66a-3368df03b1a9" providerId="AD" clId="Web-{0D1F5AAD-C062-45D1-96A1-C00FA6A5EE1F}" dt="2025-03-27T04:40:31.746" v="1384" actId="20577"/>
          <ac:spMkLst>
            <pc:docMk/>
            <pc:sldMk cId="96481204" sldId="505"/>
            <ac:spMk id="12" creationId="{943D3147-33AF-B3DB-020A-85946C7FB672}"/>
          </ac:spMkLst>
        </pc:spChg>
        <pc:picChg chg="add mod">
          <ac:chgData name="R&amp;D/intern" userId="S::intern-a@cmesrobotics.ai::71f9efdc-7f13-403d-a66a-3368df03b1a9" providerId="AD" clId="Web-{0D1F5AAD-C062-45D1-96A1-C00FA6A5EE1F}" dt="2025-03-27T04:46:43.791" v="1417" actId="1076"/>
          <ac:picMkLst>
            <pc:docMk/>
            <pc:sldMk cId="96481204" sldId="505"/>
            <ac:picMk id="4" creationId="{BF29C329-287D-F544-D9AC-59B2036B5409}"/>
          </ac:picMkLst>
        </pc:picChg>
        <pc:picChg chg="add del mod modCrop">
          <ac:chgData name="R&amp;D/intern" userId="S::intern-a@cmesrobotics.ai::71f9efdc-7f13-403d-a66a-3368df03b1a9" providerId="AD" clId="Web-{0D1F5AAD-C062-45D1-96A1-C00FA6A5EE1F}" dt="2025-03-27T04:46:26.713" v="1405"/>
          <ac:picMkLst>
            <pc:docMk/>
            <pc:sldMk cId="96481204" sldId="505"/>
            <ac:picMk id="6" creationId="{C86A60A8-D7CA-D333-DE17-4CFDD56CE0A6}"/>
          </ac:picMkLst>
        </pc:picChg>
        <pc:picChg chg="add mod">
          <ac:chgData name="R&amp;D/intern" userId="S::intern-a@cmesrobotics.ai::71f9efdc-7f13-403d-a66a-3368df03b1a9" providerId="AD" clId="Web-{0D1F5AAD-C062-45D1-96A1-C00FA6A5EE1F}" dt="2025-03-27T04:46:53.292" v="1419" actId="1076"/>
          <ac:picMkLst>
            <pc:docMk/>
            <pc:sldMk cId="96481204" sldId="505"/>
            <ac:picMk id="9" creationId="{95BE5348-3C82-947B-1A53-14452FA08A8C}"/>
          </ac:picMkLst>
        </pc:picChg>
      </pc:sldChg>
      <pc:sldChg chg="addSp modSp ord">
        <pc:chgData name="R&amp;D/intern" userId="S::intern-a@cmesrobotics.ai::71f9efdc-7f13-403d-a66a-3368df03b1a9" providerId="AD" clId="Web-{0D1F5AAD-C062-45D1-96A1-C00FA6A5EE1F}" dt="2025-03-27T04:35:23.406" v="1299" actId="20577"/>
        <pc:sldMkLst>
          <pc:docMk/>
          <pc:sldMk cId="3623355657" sldId="506"/>
        </pc:sldMkLst>
        <pc:spChg chg="mod">
          <ac:chgData name="R&amp;D/intern" userId="S::intern-a@cmesrobotics.ai::71f9efdc-7f13-403d-a66a-3368df03b1a9" providerId="AD" clId="Web-{0D1F5AAD-C062-45D1-96A1-C00FA6A5EE1F}" dt="2025-03-27T04:35:23.406" v="1299" actId="20577"/>
          <ac:spMkLst>
            <pc:docMk/>
            <pc:sldMk cId="3623355657" sldId="506"/>
            <ac:spMk id="12" creationId="{690E9B89-9999-6C80-DED7-AC8A0DDDDC2A}"/>
          </ac:spMkLst>
        </pc:spChg>
        <pc:picChg chg="add mod">
          <ac:chgData name="R&amp;D/intern" userId="S::intern-a@cmesrobotics.ai::71f9efdc-7f13-403d-a66a-3368df03b1a9" providerId="AD" clId="Web-{0D1F5AAD-C062-45D1-96A1-C00FA6A5EE1F}" dt="2025-03-27T04:34:28.497" v="1293" actId="14100"/>
          <ac:picMkLst>
            <pc:docMk/>
            <pc:sldMk cId="3623355657" sldId="506"/>
            <ac:picMk id="4" creationId="{EB91ABB3-5666-40A0-EB00-D78B43373793}"/>
          </ac:picMkLst>
        </pc:picChg>
        <pc:picChg chg="add mod">
          <ac:chgData name="R&amp;D/intern" userId="S::intern-a@cmesrobotics.ai::71f9efdc-7f13-403d-a66a-3368df03b1a9" providerId="AD" clId="Web-{0D1F5AAD-C062-45D1-96A1-C00FA6A5EE1F}" dt="2025-03-27T04:34:31.669" v="1295" actId="14100"/>
          <ac:picMkLst>
            <pc:docMk/>
            <pc:sldMk cId="3623355657" sldId="506"/>
            <ac:picMk id="6" creationId="{3F32E753-5590-2099-706C-7318121E7350}"/>
          </ac:picMkLst>
        </pc:picChg>
      </pc:sldChg>
      <pc:sldChg chg="addSp delSp modSp ord">
        <pc:chgData name="R&amp;D/intern" userId="S::intern-a@cmesrobotics.ai::71f9efdc-7f13-403d-a66a-3368df03b1a9" providerId="AD" clId="Web-{0D1F5AAD-C062-45D1-96A1-C00FA6A5EE1F}" dt="2025-03-27T04:38:17.428" v="1350" actId="1076"/>
        <pc:sldMkLst>
          <pc:docMk/>
          <pc:sldMk cId="3638016519" sldId="507"/>
        </pc:sldMkLst>
        <pc:spChg chg="add mod">
          <ac:chgData name="R&amp;D/intern" userId="S::intern-a@cmesrobotics.ai::71f9efdc-7f13-403d-a66a-3368df03b1a9" providerId="AD" clId="Web-{0D1F5AAD-C062-45D1-96A1-C00FA6A5EE1F}" dt="2025-03-27T04:38:03.724" v="1344" actId="20577"/>
          <ac:spMkLst>
            <pc:docMk/>
            <pc:sldMk cId="3638016519" sldId="507"/>
            <ac:spMk id="9" creationId="{5045C813-EF4B-BFEF-7D40-F8C88898E2F3}"/>
          </ac:spMkLst>
        </pc:spChg>
        <pc:spChg chg="del mod">
          <ac:chgData name="R&amp;D/intern" userId="S::intern-a@cmesrobotics.ai::71f9efdc-7f13-403d-a66a-3368df03b1a9" providerId="AD" clId="Web-{0D1F5AAD-C062-45D1-96A1-C00FA6A5EE1F}" dt="2025-03-27T03:58:06.428" v="950"/>
          <ac:spMkLst>
            <pc:docMk/>
            <pc:sldMk cId="3638016519" sldId="507"/>
            <ac:spMk id="12" creationId="{C839AE92-6753-B2E4-BA0B-1D7CF9EF67A3}"/>
          </ac:spMkLst>
        </pc:spChg>
        <pc:picChg chg="add del mod">
          <ac:chgData name="R&amp;D/intern" userId="S::intern-a@cmesrobotics.ai::71f9efdc-7f13-403d-a66a-3368df03b1a9" providerId="AD" clId="Web-{0D1F5AAD-C062-45D1-96A1-C00FA6A5EE1F}" dt="2025-03-27T04:36:18.798" v="1301"/>
          <ac:picMkLst>
            <pc:docMk/>
            <pc:sldMk cId="3638016519" sldId="507"/>
            <ac:picMk id="4" creationId="{73929091-6A90-7581-2BF3-67EC9C7E4D14}"/>
          </ac:picMkLst>
        </pc:picChg>
        <pc:picChg chg="add mod">
          <ac:chgData name="R&amp;D/intern" userId="S::intern-a@cmesrobotics.ai::71f9efdc-7f13-403d-a66a-3368df03b1a9" providerId="AD" clId="Web-{0D1F5AAD-C062-45D1-96A1-C00FA6A5EE1F}" dt="2025-03-27T04:38:17.428" v="1350" actId="1076"/>
          <ac:picMkLst>
            <pc:docMk/>
            <pc:sldMk cId="3638016519" sldId="507"/>
            <ac:picMk id="10" creationId="{3AEA31EB-C742-765C-538C-B614B65A7F14}"/>
          </ac:picMkLst>
        </pc:picChg>
      </pc:sldChg>
      <pc:sldChg chg="add del replId">
        <pc:chgData name="R&amp;D/intern" userId="S::intern-a@cmesrobotics.ai::71f9efdc-7f13-403d-a66a-3368df03b1a9" providerId="AD" clId="Web-{0D1F5AAD-C062-45D1-96A1-C00FA6A5EE1F}" dt="2025-03-27T00:58:40.576" v="133"/>
        <pc:sldMkLst>
          <pc:docMk/>
          <pc:sldMk cId="520688311" sldId="508"/>
        </pc:sldMkLst>
      </pc:sldChg>
      <pc:sldChg chg="addSp delSp modSp add ord">
        <pc:chgData name="R&amp;D/intern" userId="S::intern-a@cmesrobotics.ai::71f9efdc-7f13-403d-a66a-3368df03b1a9" providerId="AD" clId="Web-{0D1F5AAD-C062-45D1-96A1-C00FA6A5EE1F}" dt="2025-03-27T01:42:24.102" v="440"/>
        <pc:sldMkLst>
          <pc:docMk/>
          <pc:sldMk cId="2836863420" sldId="508"/>
        </pc:sldMkLst>
        <pc:spChg chg="mod">
          <ac:chgData name="R&amp;D/intern" userId="S::intern-a@cmesrobotics.ai::71f9efdc-7f13-403d-a66a-3368df03b1a9" providerId="AD" clId="Web-{0D1F5AAD-C062-45D1-96A1-C00FA6A5EE1F}" dt="2025-03-27T01:42:23.352" v="439" actId="20577"/>
          <ac:spMkLst>
            <pc:docMk/>
            <pc:sldMk cId="2836863420" sldId="508"/>
            <ac:spMk id="8" creationId="{0DD66D77-ED74-9187-E813-8A81B83B22EE}"/>
          </ac:spMkLst>
        </pc:spChg>
        <pc:spChg chg="mod">
          <ac:chgData name="R&amp;D/intern" userId="S::intern-a@cmesrobotics.ai::71f9efdc-7f13-403d-a66a-3368df03b1a9" providerId="AD" clId="Web-{0D1F5AAD-C062-45D1-96A1-C00FA6A5EE1F}" dt="2025-03-27T01:04:29.510" v="238" actId="20577"/>
          <ac:spMkLst>
            <pc:docMk/>
            <pc:sldMk cId="2836863420" sldId="508"/>
            <ac:spMk id="12" creationId="{6FB1903C-2636-F1AB-6251-2913A3D26666}"/>
          </ac:spMkLst>
        </pc:spChg>
        <pc:picChg chg="del">
          <ac:chgData name="R&amp;D/intern" userId="S::intern-a@cmesrobotics.ai::71f9efdc-7f13-403d-a66a-3368df03b1a9" providerId="AD" clId="Web-{0D1F5AAD-C062-45D1-96A1-C00FA6A5EE1F}" dt="2025-03-27T00:59:11.593" v="148"/>
          <ac:picMkLst>
            <pc:docMk/>
            <pc:sldMk cId="2836863420" sldId="508"/>
            <ac:picMk id="4" creationId="{8694FD80-B2C7-DF73-5756-7C9AF1467129}"/>
          </ac:picMkLst>
        </pc:picChg>
        <pc:picChg chg="add mod">
          <ac:chgData name="R&amp;D/intern" userId="S::intern-a@cmesrobotics.ai::71f9efdc-7f13-403d-a66a-3368df03b1a9" providerId="AD" clId="Web-{0D1F5AAD-C062-45D1-96A1-C00FA6A5EE1F}" dt="2025-03-27T01:04:36.666" v="239" actId="1076"/>
          <ac:picMkLst>
            <pc:docMk/>
            <pc:sldMk cId="2836863420" sldId="508"/>
            <ac:picMk id="9" creationId="{D29B4525-A01F-8035-D1B6-0C46379048B6}"/>
          </ac:picMkLst>
        </pc:picChg>
      </pc:sldChg>
      <pc:sldChg chg="add del replId">
        <pc:chgData name="R&amp;D/intern" userId="S::intern-a@cmesrobotics.ai::71f9efdc-7f13-403d-a66a-3368df03b1a9" providerId="AD" clId="Web-{0D1F5AAD-C062-45D1-96A1-C00FA6A5EE1F}" dt="2025-03-27T01:38:06.515" v="380"/>
        <pc:sldMkLst>
          <pc:docMk/>
          <pc:sldMk cId="3243913240" sldId="509"/>
        </pc:sldMkLst>
      </pc:sldChg>
      <pc:sldChg chg="modSp add">
        <pc:chgData name="R&amp;D/intern" userId="S::intern-a@cmesrobotics.ai::71f9efdc-7f13-403d-a66a-3368df03b1a9" providerId="AD" clId="Web-{0D1F5AAD-C062-45D1-96A1-C00FA6A5EE1F}" dt="2025-03-27T05:12:57.306" v="1838" actId="1076"/>
        <pc:sldMkLst>
          <pc:docMk/>
          <pc:sldMk cId="4179193561" sldId="509"/>
        </pc:sldMkLst>
        <pc:spChg chg="mod">
          <ac:chgData name="R&amp;D/intern" userId="S::intern-a@cmesrobotics.ai::71f9efdc-7f13-403d-a66a-3368df03b1a9" providerId="AD" clId="Web-{0D1F5AAD-C062-45D1-96A1-C00FA6A5EE1F}" dt="2025-03-27T02:28:37.915" v="805" actId="20577"/>
          <ac:spMkLst>
            <pc:docMk/>
            <pc:sldMk cId="4179193561" sldId="509"/>
            <ac:spMk id="8" creationId="{0DD66D77-ED74-9187-E813-8A81B83B22EE}"/>
          </ac:spMkLst>
        </pc:spChg>
        <pc:spChg chg="mod">
          <ac:chgData name="R&amp;D/intern" userId="S::intern-a@cmesrobotics.ai::71f9efdc-7f13-403d-a66a-3368df03b1a9" providerId="AD" clId="Web-{0D1F5AAD-C062-45D1-96A1-C00FA6A5EE1F}" dt="2025-03-27T05:12:49.228" v="1837" actId="20577"/>
          <ac:spMkLst>
            <pc:docMk/>
            <pc:sldMk cId="4179193561" sldId="509"/>
            <ac:spMk id="10" creationId="{40B6E31E-01E8-1ECA-5410-1720CDB15BF4}"/>
          </ac:spMkLst>
        </pc:spChg>
        <pc:picChg chg="mod">
          <ac:chgData name="R&amp;D/intern" userId="S::intern-a@cmesrobotics.ai::71f9efdc-7f13-403d-a66a-3368df03b1a9" providerId="AD" clId="Web-{0D1F5AAD-C062-45D1-96A1-C00FA6A5EE1F}" dt="2025-03-27T05:12:57.306" v="1838" actId="1076"/>
          <ac:picMkLst>
            <pc:docMk/>
            <pc:sldMk cId="4179193561" sldId="509"/>
            <ac:picMk id="4" creationId="{79E137D8-2DD2-F001-A444-8CF9B78D6DF9}"/>
          </ac:picMkLst>
        </pc:picChg>
      </pc:sldChg>
      <pc:sldChg chg="add del replId">
        <pc:chgData name="R&amp;D/intern" userId="S::intern-a@cmesrobotics.ai::71f9efdc-7f13-403d-a66a-3368df03b1a9" providerId="AD" clId="Web-{0D1F5AAD-C062-45D1-96A1-C00FA6A5EE1F}" dt="2025-03-27T04:23:10.814" v="1119"/>
        <pc:sldMkLst>
          <pc:docMk/>
          <pc:sldMk cId="339526536" sldId="510"/>
        </pc:sldMkLst>
      </pc:sldChg>
      <pc:sldChg chg="addSp delSp modSp add">
        <pc:chgData name="R&amp;D/intern" userId="S::intern-a@cmesrobotics.ai::71f9efdc-7f13-403d-a66a-3368df03b1a9" providerId="AD" clId="Web-{0D1F5AAD-C062-45D1-96A1-C00FA6A5EE1F}" dt="2025-03-27T04:24:43.115" v="1157" actId="1076"/>
        <pc:sldMkLst>
          <pc:docMk/>
          <pc:sldMk cId="2874060211" sldId="510"/>
        </pc:sldMkLst>
        <pc:spChg chg="mod">
          <ac:chgData name="R&amp;D/intern" userId="S::intern-a@cmesrobotics.ai::71f9efdc-7f13-403d-a66a-3368df03b1a9" providerId="AD" clId="Web-{0D1F5AAD-C062-45D1-96A1-C00FA6A5EE1F}" dt="2025-03-27T04:23:21.174" v="1126" actId="20577"/>
          <ac:spMkLst>
            <pc:docMk/>
            <pc:sldMk cId="2874060211" sldId="510"/>
            <ac:spMk id="8" creationId="{0DD66D77-ED74-9187-E813-8A81B83B22EE}"/>
          </ac:spMkLst>
        </pc:spChg>
        <pc:spChg chg="add del mod">
          <ac:chgData name="R&amp;D/intern" userId="S::intern-a@cmesrobotics.ai::71f9efdc-7f13-403d-a66a-3368df03b1a9" providerId="AD" clId="Web-{0D1F5AAD-C062-45D1-96A1-C00FA6A5EE1F}" dt="2025-03-27T04:24:28.411" v="1154" actId="20577"/>
          <ac:spMkLst>
            <pc:docMk/>
            <pc:sldMk cId="2874060211" sldId="510"/>
            <ac:spMk id="12" creationId="{6FB1903C-2636-F1AB-6251-2913A3D26666}"/>
          </ac:spMkLst>
        </pc:spChg>
        <pc:picChg chg="add del mod">
          <ac:chgData name="R&amp;D/intern" userId="S::intern-a@cmesrobotics.ai::71f9efdc-7f13-403d-a66a-3368df03b1a9" providerId="AD" clId="Web-{0D1F5AAD-C062-45D1-96A1-C00FA6A5EE1F}" dt="2025-03-27T04:23:33.081" v="1134"/>
          <ac:picMkLst>
            <pc:docMk/>
            <pc:sldMk cId="2874060211" sldId="510"/>
            <ac:picMk id="4" creationId="{2FFC1FEB-7CEC-D9C7-4129-F9EE22BE90A3}"/>
          </ac:picMkLst>
        </pc:picChg>
        <pc:picChg chg="add mod">
          <ac:chgData name="R&amp;D/intern" userId="S::intern-a@cmesrobotics.ai::71f9efdc-7f13-403d-a66a-3368df03b1a9" providerId="AD" clId="Web-{0D1F5AAD-C062-45D1-96A1-C00FA6A5EE1F}" dt="2025-03-27T04:24:43.115" v="1157" actId="1076"/>
          <ac:picMkLst>
            <pc:docMk/>
            <pc:sldMk cId="2874060211" sldId="510"/>
            <ac:picMk id="6" creationId="{B5545679-66D5-D158-8B96-1708370CBD51}"/>
          </ac:picMkLst>
        </pc:picChg>
        <pc:picChg chg="del">
          <ac:chgData name="R&amp;D/intern" userId="S::intern-a@cmesrobotics.ai::71f9efdc-7f13-403d-a66a-3368df03b1a9" providerId="AD" clId="Web-{0D1F5AAD-C062-45D1-96A1-C00FA6A5EE1F}" dt="2025-03-27T04:23:13.596" v="1121"/>
          <ac:picMkLst>
            <pc:docMk/>
            <pc:sldMk cId="2874060211" sldId="510"/>
            <ac:picMk id="10" creationId="{B08DAB6E-166C-B16B-D981-7D326671FAD1}"/>
          </ac:picMkLst>
        </pc:picChg>
      </pc:sldChg>
      <pc:sldChg chg="add del replId">
        <pc:chgData name="R&amp;D/intern" userId="S::intern-a@cmesrobotics.ai::71f9efdc-7f13-403d-a66a-3368df03b1a9" providerId="AD" clId="Web-{0D1F5AAD-C062-45D1-96A1-C00FA6A5EE1F}" dt="2025-03-27T04:26:05.759" v="1159"/>
        <pc:sldMkLst>
          <pc:docMk/>
          <pc:sldMk cId="277698809" sldId="511"/>
        </pc:sldMkLst>
      </pc:sldChg>
      <pc:sldChg chg="addSp delSp modSp add">
        <pc:chgData name="R&amp;D/intern" userId="S::intern-a@cmesrobotics.ai::71f9efdc-7f13-403d-a66a-3368df03b1a9" providerId="AD" clId="Web-{0D1F5AAD-C062-45D1-96A1-C00FA6A5EE1F}" dt="2025-03-27T04:27:32.778" v="1174" actId="1076"/>
        <pc:sldMkLst>
          <pc:docMk/>
          <pc:sldMk cId="3422902647" sldId="511"/>
        </pc:sldMkLst>
        <pc:spChg chg="mod">
          <ac:chgData name="R&amp;D/intern" userId="S::intern-a@cmesrobotics.ai::71f9efdc-7f13-403d-a66a-3368df03b1a9" providerId="AD" clId="Web-{0D1F5AAD-C062-45D1-96A1-C00FA6A5EE1F}" dt="2025-03-27T04:27:20.574" v="1170" actId="20577"/>
          <ac:spMkLst>
            <pc:docMk/>
            <pc:sldMk cId="3422902647" sldId="511"/>
            <ac:spMk id="12" creationId="{6FB1903C-2636-F1AB-6251-2913A3D26666}"/>
          </ac:spMkLst>
        </pc:spChg>
        <pc:picChg chg="add mod">
          <ac:chgData name="R&amp;D/intern" userId="S::intern-a@cmesrobotics.ai::71f9efdc-7f13-403d-a66a-3368df03b1a9" providerId="AD" clId="Web-{0D1F5AAD-C062-45D1-96A1-C00FA6A5EE1F}" dt="2025-03-27T04:27:32.778" v="1174" actId="1076"/>
          <ac:picMkLst>
            <pc:docMk/>
            <pc:sldMk cId="3422902647" sldId="511"/>
            <ac:picMk id="4" creationId="{F05B31AF-B05D-8F60-95D3-AD33D80C8624}"/>
          </ac:picMkLst>
        </pc:picChg>
        <pc:picChg chg="del">
          <ac:chgData name="R&amp;D/intern" userId="S::intern-a@cmesrobotics.ai::71f9efdc-7f13-403d-a66a-3368df03b1a9" providerId="AD" clId="Web-{0D1F5AAD-C062-45D1-96A1-C00FA6A5EE1F}" dt="2025-03-27T04:26:10.165" v="1161"/>
          <ac:picMkLst>
            <pc:docMk/>
            <pc:sldMk cId="3422902647" sldId="511"/>
            <ac:picMk id="6" creationId="{B5545679-66D5-D158-8B96-1708370CBD51}"/>
          </ac:picMkLst>
        </pc:picChg>
      </pc:sldChg>
      <pc:sldChg chg="add del replId">
        <pc:chgData name="R&amp;D/intern" userId="S::intern-a@cmesrobotics.ai::71f9efdc-7f13-403d-a66a-3368df03b1a9" providerId="AD" clId="Web-{0D1F5AAD-C062-45D1-96A1-C00FA6A5EE1F}" dt="2025-03-27T04:27:38.637" v="1176"/>
        <pc:sldMkLst>
          <pc:docMk/>
          <pc:sldMk cId="610610387" sldId="512"/>
        </pc:sldMkLst>
      </pc:sldChg>
      <pc:sldChg chg="delSp modSp add">
        <pc:chgData name="R&amp;D/intern" userId="S::intern-a@cmesrobotics.ai::71f9efdc-7f13-403d-a66a-3368df03b1a9" providerId="AD" clId="Web-{0D1F5AAD-C062-45D1-96A1-C00FA6A5EE1F}" dt="2025-03-27T04:29:51.283" v="1218" actId="20577"/>
        <pc:sldMkLst>
          <pc:docMk/>
          <pc:sldMk cId="3054066078" sldId="512"/>
        </pc:sldMkLst>
        <pc:spChg chg="mod">
          <ac:chgData name="R&amp;D/intern" userId="S::intern-a@cmesrobotics.ai::71f9efdc-7f13-403d-a66a-3368df03b1a9" providerId="AD" clId="Web-{0D1F5AAD-C062-45D1-96A1-C00FA6A5EE1F}" dt="2025-03-27T04:29:51.283" v="1218" actId="20577"/>
          <ac:spMkLst>
            <pc:docMk/>
            <pc:sldMk cId="3054066078" sldId="512"/>
            <ac:spMk id="12" creationId="{6FB1903C-2636-F1AB-6251-2913A3D26666}"/>
          </ac:spMkLst>
        </pc:spChg>
        <pc:picChg chg="del">
          <ac:chgData name="R&amp;D/intern" userId="S::intern-a@cmesrobotics.ai::71f9efdc-7f13-403d-a66a-3368df03b1a9" providerId="AD" clId="Web-{0D1F5AAD-C062-45D1-96A1-C00FA6A5EE1F}" dt="2025-03-27T04:27:41.653" v="1178"/>
          <ac:picMkLst>
            <pc:docMk/>
            <pc:sldMk cId="3054066078" sldId="512"/>
            <ac:picMk id="4" creationId="{F05B31AF-B05D-8F60-95D3-AD33D80C8624}"/>
          </ac:picMkLst>
        </pc:picChg>
      </pc:sldChg>
      <pc:sldChg chg="add del replId">
        <pc:chgData name="R&amp;D/intern" userId="S::intern-a@cmesrobotics.ai::71f9efdc-7f13-403d-a66a-3368df03b1a9" providerId="AD" clId="Web-{0D1F5AAD-C062-45D1-96A1-C00FA6A5EE1F}" dt="2025-03-27T04:59:56.150" v="1497"/>
        <pc:sldMkLst>
          <pc:docMk/>
          <pc:sldMk cId="1987037877" sldId="513"/>
        </pc:sldMkLst>
      </pc:sldChg>
      <pc:sldChg chg="addSp delSp modSp add">
        <pc:chgData name="R&amp;D/intern" userId="S::intern-a@cmesrobotics.ai::71f9efdc-7f13-403d-a66a-3368df03b1a9" providerId="AD" clId="Web-{0D1F5AAD-C062-45D1-96A1-C00FA6A5EE1F}" dt="2025-03-27T05:05:51.992" v="1674" actId="1076"/>
        <pc:sldMkLst>
          <pc:docMk/>
          <pc:sldMk cId="3708685573" sldId="513"/>
        </pc:sldMkLst>
        <pc:spChg chg="del mod">
          <ac:chgData name="R&amp;D/intern" userId="S::intern-a@cmesrobotics.ai::71f9efdc-7f13-403d-a66a-3368df03b1a9" providerId="AD" clId="Web-{0D1F5AAD-C062-45D1-96A1-C00FA6A5EE1F}" dt="2025-03-27T05:05:09.913" v="1639"/>
          <ac:spMkLst>
            <pc:docMk/>
            <pc:sldMk cId="3708685573" sldId="513"/>
            <ac:spMk id="12" creationId="{943D3147-33AF-B3DB-020A-85946C7FB672}"/>
          </ac:spMkLst>
        </pc:spChg>
        <pc:picChg chg="mod">
          <ac:chgData name="R&amp;D/intern" userId="S::intern-a@cmesrobotics.ai::71f9efdc-7f13-403d-a66a-3368df03b1a9" providerId="AD" clId="Web-{0D1F5AAD-C062-45D1-96A1-C00FA6A5EE1F}" dt="2025-03-27T05:05:51.992" v="1674" actId="1076"/>
          <ac:picMkLst>
            <pc:docMk/>
            <pc:sldMk cId="3708685573" sldId="513"/>
            <ac:picMk id="4" creationId="{7815AD0C-BCA1-2D7C-649B-1C613352F318}"/>
          </ac:picMkLst>
        </pc:picChg>
        <pc:picChg chg="add mod">
          <ac:chgData name="R&amp;D/intern" userId="S::intern-a@cmesrobotics.ai::71f9efdc-7f13-403d-a66a-3368df03b1a9" providerId="AD" clId="Web-{0D1F5AAD-C062-45D1-96A1-C00FA6A5EE1F}" dt="2025-03-27T05:05:18.726" v="1648" actId="1076"/>
          <ac:picMkLst>
            <pc:docMk/>
            <pc:sldMk cId="3708685573" sldId="513"/>
            <ac:picMk id="6" creationId="{200E62CD-D1A8-7481-DEFF-3F559B27E337}"/>
          </ac:picMkLst>
        </pc:picChg>
      </pc:sldChg>
    </pc:docChg>
  </pc:docChgLst>
  <pc:docChgLst>
    <pc:chgData name="R&amp;D/intern" userId="S::intern-a@cmesrobotics.ai::71f9efdc-7f13-403d-a66a-3368df03b1a9" providerId="AD" clId="Web-{0C371BBE-1705-D67E-09BD-F232B96CD1A0}"/>
    <pc:docChg chg="addSld delSld modSld sldOrd modSection">
      <pc:chgData name="R&amp;D/intern" userId="S::intern-a@cmesrobotics.ai::71f9efdc-7f13-403d-a66a-3368df03b1a9" providerId="AD" clId="Web-{0C371BBE-1705-D67E-09BD-F232B96CD1A0}" dt="2025-03-26T06:02:58.037" v="2199" actId="20577"/>
      <pc:docMkLst>
        <pc:docMk/>
      </pc:docMkLst>
      <pc:sldChg chg="modSp">
        <pc:chgData name="R&amp;D/intern" userId="S::intern-a@cmesrobotics.ai::71f9efdc-7f13-403d-a66a-3368df03b1a9" providerId="AD" clId="Web-{0C371BBE-1705-D67E-09BD-F232B96CD1A0}" dt="2025-03-26T04:25:31.517" v="857" actId="20577"/>
        <pc:sldMkLst>
          <pc:docMk/>
          <pc:sldMk cId="2002697072" sldId="340"/>
        </pc:sldMkLst>
        <pc:spChg chg="mod">
          <ac:chgData name="R&amp;D/intern" userId="S::intern-a@cmesrobotics.ai::71f9efdc-7f13-403d-a66a-3368df03b1a9" providerId="AD" clId="Web-{0C371BBE-1705-D67E-09BD-F232B96CD1A0}" dt="2025-03-26T04:25:31.517" v="857" actId="20577"/>
          <ac:spMkLst>
            <pc:docMk/>
            <pc:sldMk cId="2002697072" sldId="340"/>
            <ac:spMk id="12" creationId="{B754D2FB-60E4-C970-2FEC-FEFA8047CEA0}"/>
          </ac:spMkLst>
        </pc:spChg>
      </pc:sldChg>
      <pc:sldChg chg="modSp">
        <pc:chgData name="R&amp;D/intern" userId="S::intern-a@cmesrobotics.ai::71f9efdc-7f13-403d-a66a-3368df03b1a9" providerId="AD" clId="Web-{0C371BBE-1705-D67E-09BD-F232B96CD1A0}" dt="2025-03-26T05:21:05.003" v="1605" actId="20577"/>
        <pc:sldMkLst>
          <pc:docMk/>
          <pc:sldMk cId="4264906656" sldId="418"/>
        </pc:sldMkLst>
        <pc:spChg chg="mod">
          <ac:chgData name="R&amp;D/intern" userId="S::intern-a@cmesrobotics.ai::71f9efdc-7f13-403d-a66a-3368df03b1a9" providerId="AD" clId="Web-{0C371BBE-1705-D67E-09BD-F232B96CD1A0}" dt="2025-03-26T05:17:43.011" v="1509" actId="20577"/>
          <ac:spMkLst>
            <pc:docMk/>
            <pc:sldMk cId="4264906656" sldId="418"/>
            <ac:spMk id="3" creationId="{F202B04E-4CD7-88A4-973F-AD21A27FE1BE}"/>
          </ac:spMkLst>
        </pc:spChg>
        <pc:spChg chg="mod">
          <ac:chgData name="R&amp;D/intern" userId="S::intern-a@cmesrobotics.ai::71f9efdc-7f13-403d-a66a-3368df03b1a9" providerId="AD" clId="Web-{0C371BBE-1705-D67E-09BD-F232B96CD1A0}" dt="2025-03-26T05:18:07.934" v="1527" actId="20577"/>
          <ac:spMkLst>
            <pc:docMk/>
            <pc:sldMk cId="4264906656" sldId="418"/>
            <ac:spMk id="8" creationId="{0DD66D77-ED74-9187-E813-8A81B83B22EE}"/>
          </ac:spMkLst>
        </pc:spChg>
        <pc:spChg chg="mod">
          <ac:chgData name="R&amp;D/intern" userId="S::intern-a@cmesrobotics.ai::71f9efdc-7f13-403d-a66a-3368df03b1a9" providerId="AD" clId="Web-{0C371BBE-1705-D67E-09BD-F232B96CD1A0}" dt="2025-03-26T05:21:05.003" v="1605" actId="20577"/>
          <ac:spMkLst>
            <pc:docMk/>
            <pc:sldMk cId="4264906656" sldId="418"/>
            <ac:spMk id="12" creationId="{6FB1903C-2636-F1AB-6251-2913A3D26666}"/>
          </ac:spMkLst>
        </pc:spChg>
      </pc:sldChg>
      <pc:sldChg chg="addSp delSp modSp add del ord">
        <pc:chgData name="R&amp;D/intern" userId="S::intern-a@cmesrobotics.ai::71f9efdc-7f13-403d-a66a-3368df03b1a9" providerId="AD" clId="Web-{0C371BBE-1705-D67E-09BD-F232B96CD1A0}" dt="2025-03-26T04:07:23.663" v="687" actId="20577"/>
        <pc:sldMkLst>
          <pc:docMk/>
          <pc:sldMk cId="2727353759" sldId="465"/>
        </pc:sldMkLst>
        <pc:spChg chg="add del mod">
          <ac:chgData name="R&amp;D/intern" userId="S::intern-a@cmesrobotics.ai::71f9efdc-7f13-403d-a66a-3368df03b1a9" providerId="AD" clId="Web-{0C371BBE-1705-D67E-09BD-F232B96CD1A0}" dt="2025-03-26T03:58:04.579" v="490"/>
          <ac:spMkLst>
            <pc:docMk/>
            <pc:sldMk cId="2727353759" sldId="465"/>
            <ac:spMk id="6" creationId="{E8501313-A19E-3394-5CCE-BC127DB43CF9}"/>
          </ac:spMkLst>
        </pc:spChg>
        <pc:spChg chg="mod">
          <ac:chgData name="R&amp;D/intern" userId="S::intern-a@cmesrobotics.ai::71f9efdc-7f13-403d-a66a-3368df03b1a9" providerId="AD" clId="Web-{0C371BBE-1705-D67E-09BD-F232B96CD1A0}" dt="2025-03-26T03:49:27.544" v="419" actId="20577"/>
          <ac:spMkLst>
            <pc:docMk/>
            <pc:sldMk cId="2727353759" sldId="465"/>
            <ac:spMk id="8" creationId="{0DD66D77-ED74-9187-E813-8A81B83B22EE}"/>
          </ac:spMkLst>
        </pc:spChg>
        <pc:spChg chg="add del mod">
          <ac:chgData name="R&amp;D/intern" userId="S::intern-a@cmesrobotics.ai::71f9efdc-7f13-403d-a66a-3368df03b1a9" providerId="AD" clId="Web-{0C371BBE-1705-D67E-09BD-F232B96CD1A0}" dt="2025-03-26T03:59:34.192" v="545"/>
          <ac:spMkLst>
            <pc:docMk/>
            <pc:sldMk cId="2727353759" sldId="465"/>
            <ac:spMk id="9" creationId="{37CEE9A2-196D-CA21-5B78-8980B3253811}"/>
          </ac:spMkLst>
        </pc:spChg>
        <pc:spChg chg="mod">
          <ac:chgData name="R&amp;D/intern" userId="S::intern-a@cmesrobotics.ai::71f9efdc-7f13-403d-a66a-3368df03b1a9" providerId="AD" clId="Web-{0C371BBE-1705-D67E-09BD-F232B96CD1A0}" dt="2025-03-26T04:07:23.663" v="687" actId="20577"/>
          <ac:spMkLst>
            <pc:docMk/>
            <pc:sldMk cId="2727353759" sldId="465"/>
            <ac:spMk id="12" creationId="{6FB1903C-2636-F1AB-6251-2913A3D26666}"/>
          </ac:spMkLst>
        </pc:spChg>
        <pc:picChg chg="add del mod">
          <ac:chgData name="R&amp;D/intern" userId="S::intern-a@cmesrobotics.ai::71f9efdc-7f13-403d-a66a-3368df03b1a9" providerId="AD" clId="Web-{0C371BBE-1705-D67E-09BD-F232B96CD1A0}" dt="2025-03-26T03:48:53.559" v="409"/>
          <ac:picMkLst>
            <pc:docMk/>
            <pc:sldMk cId="2727353759" sldId="465"/>
            <ac:picMk id="4" creationId="{8694FD80-B2C7-DF73-5756-7C9AF1467129}"/>
          </ac:picMkLst>
        </pc:picChg>
      </pc:sldChg>
      <pc:sldChg chg="addSp delSp modSp">
        <pc:chgData name="R&amp;D/intern" userId="S::intern-a@cmesrobotics.ai::71f9efdc-7f13-403d-a66a-3368df03b1a9" providerId="AD" clId="Web-{0C371BBE-1705-D67E-09BD-F232B96CD1A0}" dt="2025-03-26T01:24:45.220" v="13" actId="1076"/>
        <pc:sldMkLst>
          <pc:docMk/>
          <pc:sldMk cId="1610439190" sldId="466"/>
        </pc:sldMkLst>
        <pc:picChg chg="add mod modCrop">
          <ac:chgData name="R&amp;D/intern" userId="S::intern-a@cmesrobotics.ai::71f9efdc-7f13-403d-a66a-3368df03b1a9" providerId="AD" clId="Web-{0C371BBE-1705-D67E-09BD-F232B96CD1A0}" dt="2025-03-26T01:24:45.220" v="13" actId="1076"/>
          <ac:picMkLst>
            <pc:docMk/>
            <pc:sldMk cId="1610439190" sldId="466"/>
            <ac:picMk id="4" creationId="{6F3FB583-2B0E-0E51-CA2C-A8237213DD4C}"/>
          </ac:picMkLst>
        </pc:picChg>
        <pc:picChg chg="del">
          <ac:chgData name="R&amp;D/intern" userId="S::intern-a@cmesrobotics.ai::71f9efdc-7f13-403d-a66a-3368df03b1a9" providerId="AD" clId="Web-{0C371BBE-1705-D67E-09BD-F232B96CD1A0}" dt="2025-03-26T01:24:00.201" v="4"/>
          <ac:picMkLst>
            <pc:docMk/>
            <pc:sldMk cId="1610439190" sldId="466"/>
            <ac:picMk id="20" creationId="{DFEDB164-DF20-51B4-32B5-4982A223FCD8}"/>
          </ac:picMkLst>
        </pc:picChg>
      </pc:sldChg>
      <pc:sldChg chg="modSp">
        <pc:chgData name="R&amp;D/intern" userId="S::intern-a@cmesrobotics.ai::71f9efdc-7f13-403d-a66a-3368df03b1a9" providerId="AD" clId="Web-{0C371BBE-1705-D67E-09BD-F232B96CD1A0}" dt="2025-03-26T01:47:06.347" v="69" actId="1076"/>
        <pc:sldMkLst>
          <pc:docMk/>
          <pc:sldMk cId="3826079356" sldId="467"/>
        </pc:sldMkLst>
        <pc:picChg chg="mod">
          <ac:chgData name="R&amp;D/intern" userId="S::intern-a@cmesrobotics.ai::71f9efdc-7f13-403d-a66a-3368df03b1a9" providerId="AD" clId="Web-{0C371BBE-1705-D67E-09BD-F232B96CD1A0}" dt="2025-03-26T01:47:06.347" v="69" actId="1076"/>
          <ac:picMkLst>
            <pc:docMk/>
            <pc:sldMk cId="3826079356" sldId="467"/>
            <ac:picMk id="4" creationId="{2B9E7D7E-B5D9-3F8E-D12C-98F57100D54E}"/>
          </ac:picMkLst>
        </pc:picChg>
      </pc:sldChg>
      <pc:sldChg chg="modSp">
        <pc:chgData name="R&amp;D/intern" userId="S::intern-a@cmesrobotics.ai::71f9efdc-7f13-403d-a66a-3368df03b1a9" providerId="AD" clId="Web-{0C371BBE-1705-D67E-09BD-F232B96CD1A0}" dt="2025-03-26T01:47:18.816" v="71" actId="20577"/>
        <pc:sldMkLst>
          <pc:docMk/>
          <pc:sldMk cId="474756192" sldId="468"/>
        </pc:sldMkLst>
        <pc:spChg chg="mod">
          <ac:chgData name="R&amp;D/intern" userId="S::intern-a@cmesrobotics.ai::71f9efdc-7f13-403d-a66a-3368df03b1a9" providerId="AD" clId="Web-{0C371BBE-1705-D67E-09BD-F232B96CD1A0}" dt="2025-03-26T01:47:18.816" v="71" actId="20577"/>
          <ac:spMkLst>
            <pc:docMk/>
            <pc:sldMk cId="474756192" sldId="468"/>
            <ac:spMk id="14" creationId="{58529E66-A8A8-FD9D-286A-953937E7C2CD}"/>
          </ac:spMkLst>
        </pc:spChg>
      </pc:sldChg>
      <pc:sldChg chg="addSp delSp modSp">
        <pc:chgData name="R&amp;D/intern" userId="S::intern-a@cmesrobotics.ai::71f9efdc-7f13-403d-a66a-3368df03b1a9" providerId="AD" clId="Web-{0C371BBE-1705-D67E-09BD-F232B96CD1A0}" dt="2025-03-26T01:41:12.103" v="59"/>
        <pc:sldMkLst>
          <pc:docMk/>
          <pc:sldMk cId="1715277069" sldId="470"/>
        </pc:sldMkLst>
        <pc:picChg chg="del">
          <ac:chgData name="R&amp;D/intern" userId="S::intern-a@cmesrobotics.ai::71f9efdc-7f13-403d-a66a-3368df03b1a9" providerId="AD" clId="Web-{0C371BBE-1705-D67E-09BD-F232B96CD1A0}" dt="2025-03-26T01:33:30.132" v="18"/>
          <ac:picMkLst>
            <pc:docMk/>
            <pc:sldMk cId="1715277069" sldId="470"/>
            <ac:picMk id="4" creationId="{2529C328-4992-DE2C-33E8-5C84B4446395}"/>
          </ac:picMkLst>
        </pc:picChg>
        <pc:picChg chg="del mod">
          <ac:chgData name="R&amp;D/intern" userId="S::intern-a@cmesrobotics.ai::71f9efdc-7f13-403d-a66a-3368df03b1a9" providerId="AD" clId="Web-{0C371BBE-1705-D67E-09BD-F232B96CD1A0}" dt="2025-03-26T01:40:30.240" v="39"/>
          <ac:picMkLst>
            <pc:docMk/>
            <pc:sldMk cId="1715277069" sldId="470"/>
            <ac:picMk id="6" creationId="{3AC75FDF-7C31-7E1C-FCEB-A9344FCF9329}"/>
          </ac:picMkLst>
        </pc:picChg>
        <pc:picChg chg="add del mod modCrop">
          <ac:chgData name="R&amp;D/intern" userId="S::intern-a@cmesrobotics.ai::71f9efdc-7f13-403d-a66a-3368df03b1a9" providerId="AD" clId="Web-{0C371BBE-1705-D67E-09BD-F232B96CD1A0}" dt="2025-03-26T01:39:55.223" v="28"/>
          <ac:picMkLst>
            <pc:docMk/>
            <pc:sldMk cId="1715277069" sldId="470"/>
            <ac:picMk id="7" creationId="{9D1501F2-7D19-2C8C-BD2C-E293349E845F}"/>
          </ac:picMkLst>
        </pc:picChg>
        <pc:picChg chg="add del mod modCrop">
          <ac:chgData name="R&amp;D/intern" userId="S::intern-a@cmesrobotics.ai::71f9efdc-7f13-403d-a66a-3368df03b1a9" providerId="AD" clId="Web-{0C371BBE-1705-D67E-09BD-F232B96CD1A0}" dt="2025-03-26T01:40:07.708" v="34"/>
          <ac:picMkLst>
            <pc:docMk/>
            <pc:sldMk cId="1715277069" sldId="470"/>
            <ac:picMk id="8" creationId="{197C5CB5-898F-8C4B-3314-F83C2073DBCB}"/>
          </ac:picMkLst>
        </pc:picChg>
        <pc:picChg chg="add mod modCrop">
          <ac:chgData name="R&amp;D/intern" userId="S::intern-a@cmesrobotics.ai::71f9efdc-7f13-403d-a66a-3368df03b1a9" providerId="AD" clId="Web-{0C371BBE-1705-D67E-09BD-F232B96CD1A0}" dt="2025-03-26T01:41:12.103" v="59"/>
          <ac:picMkLst>
            <pc:docMk/>
            <pc:sldMk cId="1715277069" sldId="470"/>
            <ac:picMk id="9" creationId="{A8F8658B-190D-EB98-BAFE-24A24D778ACB}"/>
          </ac:picMkLst>
        </pc:picChg>
      </pc:sldChg>
      <pc:sldChg chg="addSp delSp modSp">
        <pc:chgData name="R&amp;D/intern" userId="S::intern-a@cmesrobotics.ai::71f9efdc-7f13-403d-a66a-3368df03b1a9" providerId="AD" clId="Web-{0C371BBE-1705-D67E-09BD-F232B96CD1A0}" dt="2025-03-26T02:13:30.788" v="223" actId="1076"/>
        <pc:sldMkLst>
          <pc:docMk/>
          <pc:sldMk cId="4072712845" sldId="472"/>
        </pc:sldMkLst>
        <pc:spChg chg="add mod">
          <ac:chgData name="R&amp;D/intern" userId="S::intern-a@cmesrobotics.ai::71f9efdc-7f13-403d-a66a-3368df03b1a9" providerId="AD" clId="Web-{0C371BBE-1705-D67E-09BD-F232B96CD1A0}" dt="2025-03-26T02:13:27.632" v="222" actId="1076"/>
          <ac:spMkLst>
            <pc:docMk/>
            <pc:sldMk cId="4072712845" sldId="472"/>
            <ac:spMk id="6" creationId="{DEAA5A11-8CCE-BDC9-C6E1-D4E6551ECE41}"/>
          </ac:spMkLst>
        </pc:spChg>
        <pc:spChg chg="mod">
          <ac:chgData name="R&amp;D/intern" userId="S::intern-a@cmesrobotics.ai::71f9efdc-7f13-403d-a66a-3368df03b1a9" providerId="AD" clId="Web-{0C371BBE-1705-D67E-09BD-F232B96CD1A0}" dt="2025-03-26T02:11:21.904" v="212" actId="20577"/>
          <ac:spMkLst>
            <pc:docMk/>
            <pc:sldMk cId="4072712845" sldId="472"/>
            <ac:spMk id="8" creationId="{0DD66D77-ED74-9187-E813-8A81B83B22EE}"/>
          </ac:spMkLst>
        </pc:spChg>
        <pc:spChg chg="del mod">
          <ac:chgData name="R&amp;D/intern" userId="S::intern-a@cmesrobotics.ai::71f9efdc-7f13-403d-a66a-3368df03b1a9" providerId="AD" clId="Web-{0C371BBE-1705-D67E-09BD-F232B96CD1A0}" dt="2025-03-26T02:10:44.370" v="209"/>
          <ac:spMkLst>
            <pc:docMk/>
            <pc:sldMk cId="4072712845" sldId="472"/>
            <ac:spMk id="12" creationId="{6FB1903C-2636-F1AB-6251-2913A3D26666}"/>
          </ac:spMkLst>
        </pc:spChg>
        <pc:picChg chg="add mod">
          <ac:chgData name="R&amp;D/intern" userId="S::intern-a@cmesrobotics.ai::71f9efdc-7f13-403d-a66a-3368df03b1a9" providerId="AD" clId="Web-{0C371BBE-1705-D67E-09BD-F232B96CD1A0}" dt="2025-03-26T02:13:30.788" v="223" actId="1076"/>
          <ac:picMkLst>
            <pc:docMk/>
            <pc:sldMk cId="4072712845" sldId="472"/>
            <ac:picMk id="4" creationId="{2179912D-0AC5-0DCE-8915-F9A70F94A1D8}"/>
          </ac:picMkLst>
        </pc:picChg>
      </pc:sldChg>
      <pc:sldChg chg="ord">
        <pc:chgData name="R&amp;D/intern" userId="S::intern-a@cmesrobotics.ai::71f9efdc-7f13-403d-a66a-3368df03b1a9" providerId="AD" clId="Web-{0C371BBE-1705-D67E-09BD-F232B96CD1A0}" dt="2025-03-26T02:21:35.510" v="291"/>
        <pc:sldMkLst>
          <pc:docMk/>
          <pc:sldMk cId="4130295046" sldId="475"/>
        </pc:sldMkLst>
      </pc:sldChg>
      <pc:sldChg chg="modSp ord">
        <pc:chgData name="R&amp;D/intern" userId="S::intern-a@cmesrobotics.ai::71f9efdc-7f13-403d-a66a-3368df03b1a9" providerId="AD" clId="Web-{0C371BBE-1705-D67E-09BD-F232B96CD1A0}" dt="2025-03-26T02:14:15.229" v="229" actId="20577"/>
        <pc:sldMkLst>
          <pc:docMk/>
          <pc:sldMk cId="371464032" sldId="486"/>
        </pc:sldMkLst>
        <pc:spChg chg="mod">
          <ac:chgData name="R&amp;D/intern" userId="S::intern-a@cmesrobotics.ai::71f9efdc-7f13-403d-a66a-3368df03b1a9" providerId="AD" clId="Web-{0C371BBE-1705-D67E-09BD-F232B96CD1A0}" dt="2025-03-26T02:09:50.444" v="204" actId="20577"/>
          <ac:spMkLst>
            <pc:docMk/>
            <pc:sldMk cId="371464032" sldId="486"/>
            <ac:spMk id="8" creationId="{0DD66D77-ED74-9187-E813-8A81B83B22EE}"/>
          </ac:spMkLst>
        </pc:spChg>
        <pc:spChg chg="mod">
          <ac:chgData name="R&amp;D/intern" userId="S::intern-a@cmesrobotics.ai::71f9efdc-7f13-403d-a66a-3368df03b1a9" providerId="AD" clId="Web-{0C371BBE-1705-D67E-09BD-F232B96CD1A0}" dt="2025-03-26T02:14:15.229" v="229" actId="20577"/>
          <ac:spMkLst>
            <pc:docMk/>
            <pc:sldMk cId="371464032" sldId="486"/>
            <ac:spMk id="10" creationId="{40B6E31E-01E8-1ECA-5410-1720CDB15BF4}"/>
          </ac:spMkLst>
        </pc:spChg>
        <pc:picChg chg="mod">
          <ac:chgData name="R&amp;D/intern" userId="S::intern-a@cmesrobotics.ai::71f9efdc-7f13-403d-a66a-3368df03b1a9" providerId="AD" clId="Web-{0C371BBE-1705-D67E-09BD-F232B96CD1A0}" dt="2025-03-26T02:06:30.821" v="137" actId="1076"/>
          <ac:picMkLst>
            <pc:docMk/>
            <pc:sldMk cId="371464032" sldId="486"/>
            <ac:picMk id="4" creationId="{79E137D8-2DD2-F001-A444-8CF9B78D6DF9}"/>
          </ac:picMkLst>
        </pc:picChg>
      </pc:sldChg>
      <pc:sldChg chg="add del">
        <pc:chgData name="R&amp;D/intern" userId="S::intern-a@cmesrobotics.ai::71f9efdc-7f13-403d-a66a-3368df03b1a9" providerId="AD" clId="Web-{0C371BBE-1705-D67E-09BD-F232B96CD1A0}" dt="2025-03-26T02:22:21.639" v="298"/>
        <pc:sldMkLst>
          <pc:docMk/>
          <pc:sldMk cId="623828167" sldId="487"/>
        </pc:sldMkLst>
      </pc:sldChg>
      <pc:sldChg chg="add del replId">
        <pc:chgData name="R&amp;D/intern" userId="S::intern-a@cmesrobotics.ai::71f9efdc-7f13-403d-a66a-3368df03b1a9" providerId="AD" clId="Web-{0C371BBE-1705-D67E-09BD-F232B96CD1A0}" dt="2025-03-26T02:22:28.280" v="300"/>
        <pc:sldMkLst>
          <pc:docMk/>
          <pc:sldMk cId="1080699892" sldId="487"/>
        </pc:sldMkLst>
      </pc:sldChg>
      <pc:sldChg chg="add del replId">
        <pc:chgData name="R&amp;D/intern" userId="S::intern-a@cmesrobotics.ai::71f9efdc-7f13-403d-a66a-3368df03b1a9" providerId="AD" clId="Web-{0C371BBE-1705-D67E-09BD-F232B96CD1A0}" dt="2025-03-26T02:22:43.343" v="304"/>
        <pc:sldMkLst>
          <pc:docMk/>
          <pc:sldMk cId="1485281082" sldId="487"/>
        </pc:sldMkLst>
      </pc:sldChg>
      <pc:sldChg chg="add del">
        <pc:chgData name="R&amp;D/intern" userId="S::intern-a@cmesrobotics.ai::71f9efdc-7f13-403d-a66a-3368df03b1a9" providerId="AD" clId="Web-{0C371BBE-1705-D67E-09BD-F232B96CD1A0}" dt="2025-03-26T02:22:38.048" v="302"/>
        <pc:sldMkLst>
          <pc:docMk/>
          <pc:sldMk cId="2531617441" sldId="487"/>
        </pc:sldMkLst>
      </pc:sldChg>
      <pc:sldChg chg="addSp delSp modSp add">
        <pc:chgData name="R&amp;D/intern" userId="S::intern-a@cmesrobotics.ai::71f9efdc-7f13-403d-a66a-3368df03b1a9" providerId="AD" clId="Web-{0C371BBE-1705-D67E-09BD-F232B96CD1A0}" dt="2025-03-26T04:14:02.444" v="832" actId="1076"/>
        <pc:sldMkLst>
          <pc:docMk/>
          <pc:sldMk cId="2642875365" sldId="487"/>
        </pc:sldMkLst>
        <pc:spChg chg="add mod">
          <ac:chgData name="R&amp;D/intern" userId="S::intern-a@cmesrobotics.ai::71f9efdc-7f13-403d-a66a-3368df03b1a9" providerId="AD" clId="Web-{0C371BBE-1705-D67E-09BD-F232B96CD1A0}" dt="2025-03-26T04:14:02.444" v="832" actId="1076"/>
          <ac:spMkLst>
            <pc:docMk/>
            <pc:sldMk cId="2642875365" sldId="487"/>
            <ac:spMk id="4" creationId="{85F8E1C7-714B-BEDE-843D-69E78DF918C2}"/>
          </ac:spMkLst>
        </pc:spChg>
        <pc:spChg chg="mod">
          <ac:chgData name="R&amp;D/intern" userId="S::intern-a@cmesrobotics.ai::71f9efdc-7f13-403d-a66a-3368df03b1a9" providerId="AD" clId="Web-{0C371BBE-1705-D67E-09BD-F232B96CD1A0}" dt="2025-03-26T02:22:57.329" v="312" actId="20577"/>
          <ac:spMkLst>
            <pc:docMk/>
            <pc:sldMk cId="2642875365" sldId="487"/>
            <ac:spMk id="8" creationId="{0DD66D77-ED74-9187-E813-8A81B83B22EE}"/>
          </ac:spMkLst>
        </pc:spChg>
        <pc:spChg chg="mod">
          <ac:chgData name="R&amp;D/intern" userId="S::intern-a@cmesrobotics.ai::71f9efdc-7f13-403d-a66a-3368df03b1a9" providerId="AD" clId="Web-{0C371BBE-1705-D67E-09BD-F232B96CD1A0}" dt="2025-03-26T04:12:59.426" v="770" actId="20577"/>
          <ac:spMkLst>
            <pc:docMk/>
            <pc:sldMk cId="2642875365" sldId="487"/>
            <ac:spMk id="12" creationId="{6FB1903C-2636-F1AB-6251-2913A3D26666}"/>
          </ac:spMkLst>
        </pc:spChg>
        <pc:picChg chg="del">
          <ac:chgData name="R&amp;D/intern" userId="S::intern-a@cmesrobotics.ai::71f9efdc-7f13-403d-a66a-3368df03b1a9" providerId="AD" clId="Web-{0C371BBE-1705-D67E-09BD-F232B96CD1A0}" dt="2025-03-26T02:23:24.315" v="313"/>
          <ac:picMkLst>
            <pc:docMk/>
            <pc:sldMk cId="2642875365" sldId="487"/>
            <ac:picMk id="4" creationId="{8694FD80-B2C7-DF73-5756-7C9AF1467129}"/>
          </ac:picMkLst>
        </pc:picChg>
        <pc:picChg chg="add mod">
          <ac:chgData name="R&amp;D/intern" userId="S::intern-a@cmesrobotics.ai::71f9efdc-7f13-403d-a66a-3368df03b1a9" providerId="AD" clId="Web-{0C371BBE-1705-D67E-09BD-F232B96CD1A0}" dt="2025-03-26T04:12:04.565" v="762" actId="1076"/>
          <ac:picMkLst>
            <pc:docMk/>
            <pc:sldMk cId="2642875365" sldId="487"/>
            <ac:picMk id="6" creationId="{9489ADEB-0ED8-F777-1359-D59BDE3D2046}"/>
          </ac:picMkLst>
        </pc:picChg>
      </pc:sldChg>
      <pc:sldChg chg="add del replId">
        <pc:chgData name="R&amp;D/intern" userId="S::intern-a@cmesrobotics.ai::71f9efdc-7f13-403d-a66a-3368df03b1a9" providerId="AD" clId="Web-{0C371BBE-1705-D67E-09BD-F232B96CD1A0}" dt="2025-03-26T02:21:27.666" v="286"/>
        <pc:sldMkLst>
          <pc:docMk/>
          <pc:sldMk cId="3168240872" sldId="487"/>
        </pc:sldMkLst>
      </pc:sldChg>
      <pc:sldChg chg="modSp add">
        <pc:chgData name="R&amp;D/intern" userId="S::intern-a@cmesrobotics.ai::71f9efdc-7f13-403d-a66a-3368df03b1a9" providerId="AD" clId="Web-{0C371BBE-1705-D67E-09BD-F232B96CD1A0}" dt="2025-03-26T03:39:28.818" v="408" actId="20577"/>
        <pc:sldMkLst>
          <pc:docMk/>
          <pc:sldMk cId="2420400735" sldId="488"/>
        </pc:sldMkLst>
        <pc:spChg chg="mod">
          <ac:chgData name="R&amp;D/intern" userId="S::intern-a@cmesrobotics.ai::71f9efdc-7f13-403d-a66a-3368df03b1a9" providerId="AD" clId="Web-{0C371BBE-1705-D67E-09BD-F232B96CD1A0}" dt="2025-03-26T03:39:28.818" v="408" actId="20577"/>
          <ac:spMkLst>
            <pc:docMk/>
            <pc:sldMk cId="2420400735" sldId="488"/>
            <ac:spMk id="12" creationId="{6FB1903C-2636-F1AB-6251-2913A3D26666}"/>
          </ac:spMkLst>
        </pc:spChg>
        <pc:picChg chg="mod">
          <ac:chgData name="R&amp;D/intern" userId="S::intern-a@cmesrobotics.ai::71f9efdc-7f13-403d-a66a-3368df03b1a9" providerId="AD" clId="Web-{0C371BBE-1705-D67E-09BD-F232B96CD1A0}" dt="2025-03-26T02:27:42.130" v="354" actId="14100"/>
          <ac:picMkLst>
            <pc:docMk/>
            <pc:sldMk cId="2420400735" sldId="488"/>
            <ac:picMk id="4" creationId="{8694FD80-B2C7-DF73-5756-7C9AF1467129}"/>
          </ac:picMkLst>
        </pc:picChg>
      </pc:sldChg>
      <pc:sldChg chg="add del replId">
        <pc:chgData name="R&amp;D/intern" userId="S::intern-a@cmesrobotics.ai::71f9efdc-7f13-403d-a66a-3368df03b1a9" providerId="AD" clId="Web-{0C371BBE-1705-D67E-09BD-F232B96CD1A0}" dt="2025-03-26T02:27:27.957" v="348"/>
        <pc:sldMkLst>
          <pc:docMk/>
          <pc:sldMk cId="3512214032" sldId="488"/>
        </pc:sldMkLst>
      </pc:sldChg>
      <pc:sldChg chg="addSp delSp modSp add">
        <pc:chgData name="R&amp;D/intern" userId="S::intern-a@cmesrobotics.ai::71f9efdc-7f13-403d-a66a-3368df03b1a9" providerId="AD" clId="Web-{0C371BBE-1705-D67E-09BD-F232B96CD1A0}" dt="2025-03-26T04:47:02.098" v="1113" actId="1076"/>
        <pc:sldMkLst>
          <pc:docMk/>
          <pc:sldMk cId="2162499308" sldId="489"/>
        </pc:sldMkLst>
        <pc:spChg chg="del">
          <ac:chgData name="R&amp;D/intern" userId="S::intern-a@cmesrobotics.ai::71f9efdc-7f13-403d-a66a-3368df03b1a9" providerId="AD" clId="Web-{0C371BBE-1705-D67E-09BD-F232B96CD1A0}" dt="2025-03-26T04:16:50.419" v="837"/>
          <ac:spMkLst>
            <pc:docMk/>
            <pc:sldMk cId="2162499308" sldId="489"/>
            <ac:spMk id="4" creationId="{85F8E1C7-714B-BEDE-843D-69E78DF918C2}"/>
          </ac:spMkLst>
        </pc:spChg>
        <pc:spChg chg="mod">
          <ac:chgData name="R&amp;D/intern" userId="S::intern-a@cmesrobotics.ai::71f9efdc-7f13-403d-a66a-3368df03b1a9" providerId="AD" clId="Web-{0C371BBE-1705-D67E-09BD-F232B96CD1A0}" dt="2025-03-26T04:26:27.957" v="865" actId="20577"/>
          <ac:spMkLst>
            <pc:docMk/>
            <pc:sldMk cId="2162499308" sldId="489"/>
            <ac:spMk id="8" creationId="{0DD66D77-ED74-9187-E813-8A81B83B22EE}"/>
          </ac:spMkLst>
        </pc:spChg>
        <pc:spChg chg="del mod">
          <ac:chgData name="R&amp;D/intern" userId="S::intern-a@cmesrobotics.ai::71f9efdc-7f13-403d-a66a-3368df03b1a9" providerId="AD" clId="Web-{0C371BBE-1705-D67E-09BD-F232B96CD1A0}" dt="2025-03-26T04:27:34.913" v="884"/>
          <ac:spMkLst>
            <pc:docMk/>
            <pc:sldMk cId="2162499308" sldId="489"/>
            <ac:spMk id="12" creationId="{6FB1903C-2636-F1AB-6251-2913A3D26666}"/>
          </ac:spMkLst>
        </pc:spChg>
        <pc:spChg chg="add mod">
          <ac:chgData name="R&amp;D/intern" userId="S::intern-a@cmesrobotics.ai::71f9efdc-7f13-403d-a66a-3368df03b1a9" providerId="AD" clId="Web-{0C371BBE-1705-D67E-09BD-F232B96CD1A0}" dt="2025-03-26T04:47:01.957" v="1110" actId="1076"/>
          <ac:spMkLst>
            <pc:docMk/>
            <pc:sldMk cId="2162499308" sldId="489"/>
            <ac:spMk id="14" creationId="{1592714C-8488-F283-F0F1-7F8EAA5A8284}"/>
          </ac:spMkLst>
        </pc:spChg>
        <pc:spChg chg="add mod">
          <ac:chgData name="R&amp;D/intern" userId="S::intern-a@cmesrobotics.ai::71f9efdc-7f13-403d-a66a-3368df03b1a9" providerId="AD" clId="Web-{0C371BBE-1705-D67E-09BD-F232B96CD1A0}" dt="2025-03-26T04:47:02.004" v="1111" actId="1076"/>
          <ac:spMkLst>
            <pc:docMk/>
            <pc:sldMk cId="2162499308" sldId="489"/>
            <ac:spMk id="15" creationId="{F45C9FF1-FB6C-3C8D-AF79-E924B373CB31}"/>
          </ac:spMkLst>
        </pc:spChg>
        <pc:spChg chg="add mod">
          <ac:chgData name="R&amp;D/intern" userId="S::intern-a@cmesrobotics.ai::71f9efdc-7f13-403d-a66a-3368df03b1a9" providerId="AD" clId="Web-{0C371BBE-1705-D67E-09BD-F232B96CD1A0}" dt="2025-03-26T04:47:02.051" v="1112" actId="1076"/>
          <ac:spMkLst>
            <pc:docMk/>
            <pc:sldMk cId="2162499308" sldId="489"/>
            <ac:spMk id="16" creationId="{774671C8-5B9B-ADC8-F33E-64F83A777882}"/>
          </ac:spMkLst>
        </pc:spChg>
        <pc:spChg chg="add mod">
          <ac:chgData name="R&amp;D/intern" userId="S::intern-a@cmesrobotics.ai::71f9efdc-7f13-403d-a66a-3368df03b1a9" providerId="AD" clId="Web-{0C371BBE-1705-D67E-09BD-F232B96CD1A0}" dt="2025-03-26T04:47:02.098" v="1113" actId="1076"/>
          <ac:spMkLst>
            <pc:docMk/>
            <pc:sldMk cId="2162499308" sldId="489"/>
            <ac:spMk id="17" creationId="{9B1E5DF5-8527-BA42-1BF6-A28C312B40F5}"/>
          </ac:spMkLst>
        </pc:spChg>
        <pc:spChg chg="add mod">
          <ac:chgData name="R&amp;D/intern" userId="S::intern-a@cmesrobotics.ai::71f9efdc-7f13-403d-a66a-3368df03b1a9" providerId="AD" clId="Web-{0C371BBE-1705-D67E-09BD-F232B96CD1A0}" dt="2025-03-26T04:46:56.691" v="1105" actId="20577"/>
          <ac:spMkLst>
            <pc:docMk/>
            <pc:sldMk cId="2162499308" sldId="489"/>
            <ac:spMk id="19" creationId="{7B59BB6D-3496-7F3D-EDCF-3E47099A3E24}"/>
          </ac:spMkLst>
        </pc:spChg>
        <pc:picChg chg="del">
          <ac:chgData name="R&amp;D/intern" userId="S::intern-a@cmesrobotics.ai::71f9efdc-7f13-403d-a66a-3368df03b1a9" providerId="AD" clId="Web-{0C371BBE-1705-D67E-09BD-F232B96CD1A0}" dt="2025-03-26T04:16:49.185" v="836"/>
          <ac:picMkLst>
            <pc:docMk/>
            <pc:sldMk cId="2162499308" sldId="489"/>
            <ac:picMk id="6" creationId="{9489ADEB-0ED8-F777-1359-D59BDE3D2046}"/>
          </ac:picMkLst>
        </pc:picChg>
        <pc:picChg chg="add mod">
          <ac:chgData name="R&amp;D/intern" userId="S::intern-a@cmesrobotics.ai::71f9efdc-7f13-403d-a66a-3368df03b1a9" providerId="AD" clId="Web-{0C371BBE-1705-D67E-09BD-F232B96CD1A0}" dt="2025-03-26T04:47:01.738" v="1106" actId="1076"/>
          <ac:picMkLst>
            <pc:docMk/>
            <pc:sldMk cId="2162499308" sldId="489"/>
            <ac:picMk id="9" creationId="{ED38077A-E8DD-FA9E-F3A0-63FD187F58F7}"/>
          </ac:picMkLst>
        </pc:picChg>
        <pc:picChg chg="add mod">
          <ac:chgData name="R&amp;D/intern" userId="S::intern-a@cmesrobotics.ai::71f9efdc-7f13-403d-a66a-3368df03b1a9" providerId="AD" clId="Web-{0C371BBE-1705-D67E-09BD-F232B96CD1A0}" dt="2025-03-26T04:47:01.801" v="1107" actId="1076"/>
          <ac:picMkLst>
            <pc:docMk/>
            <pc:sldMk cId="2162499308" sldId="489"/>
            <ac:picMk id="10" creationId="{DA9AC7F6-19B0-5239-5F11-2D55470463C9}"/>
          </ac:picMkLst>
        </pc:picChg>
        <pc:picChg chg="add mod">
          <ac:chgData name="R&amp;D/intern" userId="S::intern-a@cmesrobotics.ai::71f9efdc-7f13-403d-a66a-3368df03b1a9" providerId="AD" clId="Web-{0C371BBE-1705-D67E-09BD-F232B96CD1A0}" dt="2025-03-26T04:47:01.848" v="1108" actId="1076"/>
          <ac:picMkLst>
            <pc:docMk/>
            <pc:sldMk cId="2162499308" sldId="489"/>
            <ac:picMk id="11" creationId="{439CC393-AF8D-6B5A-3C38-23684C4CE692}"/>
          </ac:picMkLst>
        </pc:picChg>
        <pc:picChg chg="add mod">
          <ac:chgData name="R&amp;D/intern" userId="S::intern-a@cmesrobotics.ai::71f9efdc-7f13-403d-a66a-3368df03b1a9" providerId="AD" clId="Web-{0C371BBE-1705-D67E-09BD-F232B96CD1A0}" dt="2025-03-26T04:47:01.910" v="1109" actId="1076"/>
          <ac:picMkLst>
            <pc:docMk/>
            <pc:sldMk cId="2162499308" sldId="489"/>
            <ac:picMk id="13" creationId="{F500BC6F-E266-B089-A3C5-AAFC16CD0A42}"/>
          </ac:picMkLst>
        </pc:picChg>
      </pc:sldChg>
      <pc:sldChg chg="add del replId">
        <pc:chgData name="R&amp;D/intern" userId="S::intern-a@cmesrobotics.ai::71f9efdc-7f13-403d-a66a-3368df03b1a9" providerId="AD" clId="Web-{0C371BBE-1705-D67E-09BD-F232B96CD1A0}" dt="2025-03-26T04:15:13.775" v="834"/>
        <pc:sldMkLst>
          <pc:docMk/>
          <pc:sldMk cId="2760289476" sldId="489"/>
        </pc:sldMkLst>
      </pc:sldChg>
      <pc:sldChg chg="add del replId">
        <pc:chgData name="R&amp;D/intern" userId="S::intern-a@cmesrobotics.ai::71f9efdc-7f13-403d-a66a-3368df03b1a9" providerId="AD" clId="Web-{0C371BBE-1705-D67E-09BD-F232B96CD1A0}" dt="2025-03-26T04:47:20.973" v="1115"/>
        <pc:sldMkLst>
          <pc:docMk/>
          <pc:sldMk cId="628511497" sldId="490"/>
        </pc:sldMkLst>
      </pc:sldChg>
      <pc:sldChg chg="delSp modSp add">
        <pc:chgData name="R&amp;D/intern" userId="S::intern-a@cmesrobotics.ai::71f9efdc-7f13-403d-a66a-3368df03b1a9" providerId="AD" clId="Web-{0C371BBE-1705-D67E-09BD-F232B96CD1A0}" dt="2025-03-26T04:55:25.632" v="1243" actId="1076"/>
        <pc:sldMkLst>
          <pc:docMk/>
          <pc:sldMk cId="3749559726" sldId="490"/>
        </pc:sldMkLst>
        <pc:spChg chg="mod">
          <ac:chgData name="R&amp;D/intern" userId="S::intern-a@cmesrobotics.ai::71f9efdc-7f13-403d-a66a-3368df03b1a9" providerId="AD" clId="Web-{0C371BBE-1705-D67E-09BD-F232B96CD1A0}" dt="2025-03-26T04:48:32.288" v="1134" actId="20577"/>
          <ac:spMkLst>
            <pc:docMk/>
            <pc:sldMk cId="3749559726" sldId="490"/>
            <ac:spMk id="8" creationId="{0DD66D77-ED74-9187-E813-8A81B83B22EE}"/>
          </ac:spMkLst>
        </pc:spChg>
        <pc:spChg chg="del">
          <ac:chgData name="R&amp;D/intern" userId="S::intern-a@cmesrobotics.ai::71f9efdc-7f13-403d-a66a-3368df03b1a9" providerId="AD" clId="Web-{0C371BBE-1705-D67E-09BD-F232B96CD1A0}" dt="2025-03-26T04:47:27.036" v="1120"/>
          <ac:spMkLst>
            <pc:docMk/>
            <pc:sldMk cId="3749559726" sldId="490"/>
            <ac:spMk id="14" creationId="{1592714C-8488-F283-F0F1-7F8EAA5A8284}"/>
          </ac:spMkLst>
        </pc:spChg>
        <pc:spChg chg="del">
          <ac:chgData name="R&amp;D/intern" userId="S::intern-a@cmesrobotics.ai::71f9efdc-7f13-403d-a66a-3368df03b1a9" providerId="AD" clId="Web-{0C371BBE-1705-D67E-09BD-F232B96CD1A0}" dt="2025-03-26T04:47:27.036" v="1119"/>
          <ac:spMkLst>
            <pc:docMk/>
            <pc:sldMk cId="3749559726" sldId="490"/>
            <ac:spMk id="15" creationId="{F45C9FF1-FB6C-3C8D-AF79-E924B373CB31}"/>
          </ac:spMkLst>
        </pc:spChg>
        <pc:spChg chg="del">
          <ac:chgData name="R&amp;D/intern" userId="S::intern-a@cmesrobotics.ai::71f9efdc-7f13-403d-a66a-3368df03b1a9" providerId="AD" clId="Web-{0C371BBE-1705-D67E-09BD-F232B96CD1A0}" dt="2025-03-26T04:47:27.036" v="1118"/>
          <ac:spMkLst>
            <pc:docMk/>
            <pc:sldMk cId="3749559726" sldId="490"/>
            <ac:spMk id="16" creationId="{774671C8-5B9B-ADC8-F33E-64F83A777882}"/>
          </ac:spMkLst>
        </pc:spChg>
        <pc:spChg chg="del">
          <ac:chgData name="R&amp;D/intern" userId="S::intern-a@cmesrobotics.ai::71f9efdc-7f13-403d-a66a-3368df03b1a9" providerId="AD" clId="Web-{0C371BBE-1705-D67E-09BD-F232B96CD1A0}" dt="2025-03-26T04:47:27.036" v="1117"/>
          <ac:spMkLst>
            <pc:docMk/>
            <pc:sldMk cId="3749559726" sldId="490"/>
            <ac:spMk id="17" creationId="{9B1E5DF5-8527-BA42-1BF6-A28C312B40F5}"/>
          </ac:spMkLst>
        </pc:spChg>
        <pc:spChg chg="mod">
          <ac:chgData name="R&amp;D/intern" userId="S::intern-a@cmesrobotics.ai::71f9efdc-7f13-403d-a66a-3368df03b1a9" providerId="AD" clId="Web-{0C371BBE-1705-D67E-09BD-F232B96CD1A0}" dt="2025-03-26T04:55:25.632" v="1243" actId="1076"/>
          <ac:spMkLst>
            <pc:docMk/>
            <pc:sldMk cId="3749559726" sldId="490"/>
            <ac:spMk id="19" creationId="{7B59BB6D-3496-7F3D-EDCF-3E47099A3E24}"/>
          </ac:spMkLst>
        </pc:spChg>
        <pc:picChg chg="del">
          <ac:chgData name="R&amp;D/intern" userId="S::intern-a@cmesrobotics.ai::71f9efdc-7f13-403d-a66a-3368df03b1a9" providerId="AD" clId="Web-{0C371BBE-1705-D67E-09BD-F232B96CD1A0}" dt="2025-03-26T04:47:27.036" v="1124"/>
          <ac:picMkLst>
            <pc:docMk/>
            <pc:sldMk cId="3749559726" sldId="490"/>
            <ac:picMk id="9" creationId="{ED38077A-E8DD-FA9E-F3A0-63FD187F58F7}"/>
          </ac:picMkLst>
        </pc:picChg>
        <pc:picChg chg="del">
          <ac:chgData name="R&amp;D/intern" userId="S::intern-a@cmesrobotics.ai::71f9efdc-7f13-403d-a66a-3368df03b1a9" providerId="AD" clId="Web-{0C371BBE-1705-D67E-09BD-F232B96CD1A0}" dt="2025-03-26T04:47:27.036" v="1123"/>
          <ac:picMkLst>
            <pc:docMk/>
            <pc:sldMk cId="3749559726" sldId="490"/>
            <ac:picMk id="10" creationId="{DA9AC7F6-19B0-5239-5F11-2D55470463C9}"/>
          </ac:picMkLst>
        </pc:picChg>
        <pc:picChg chg="del">
          <ac:chgData name="R&amp;D/intern" userId="S::intern-a@cmesrobotics.ai::71f9efdc-7f13-403d-a66a-3368df03b1a9" providerId="AD" clId="Web-{0C371BBE-1705-D67E-09BD-F232B96CD1A0}" dt="2025-03-26T04:47:27.036" v="1122"/>
          <ac:picMkLst>
            <pc:docMk/>
            <pc:sldMk cId="3749559726" sldId="490"/>
            <ac:picMk id="11" creationId="{439CC393-AF8D-6B5A-3C38-23684C4CE692}"/>
          </ac:picMkLst>
        </pc:picChg>
        <pc:picChg chg="del">
          <ac:chgData name="R&amp;D/intern" userId="S::intern-a@cmesrobotics.ai::71f9efdc-7f13-403d-a66a-3368df03b1a9" providerId="AD" clId="Web-{0C371BBE-1705-D67E-09BD-F232B96CD1A0}" dt="2025-03-26T04:47:27.036" v="1121"/>
          <ac:picMkLst>
            <pc:docMk/>
            <pc:sldMk cId="3749559726" sldId="490"/>
            <ac:picMk id="13" creationId="{F500BC6F-E266-B089-A3C5-AAFC16CD0A42}"/>
          </ac:picMkLst>
        </pc:picChg>
      </pc:sldChg>
      <pc:sldChg chg="add del">
        <pc:chgData name="R&amp;D/intern" userId="S::intern-a@cmesrobotics.ai::71f9efdc-7f13-403d-a66a-3368df03b1a9" providerId="AD" clId="Web-{0C371BBE-1705-D67E-09BD-F232B96CD1A0}" dt="2025-03-26T04:56:27.103" v="1247"/>
        <pc:sldMkLst>
          <pc:docMk/>
          <pc:sldMk cId="1660843898" sldId="491"/>
        </pc:sldMkLst>
      </pc:sldChg>
      <pc:sldChg chg="add del replId">
        <pc:chgData name="R&amp;D/intern" userId="S::intern-a@cmesrobotics.ai::71f9efdc-7f13-403d-a66a-3368df03b1a9" providerId="AD" clId="Web-{0C371BBE-1705-D67E-09BD-F232B96CD1A0}" dt="2025-03-26T04:56:20.181" v="1245"/>
        <pc:sldMkLst>
          <pc:docMk/>
          <pc:sldMk cId="2187157389" sldId="491"/>
        </pc:sldMkLst>
      </pc:sldChg>
      <pc:sldChg chg="add del replId">
        <pc:chgData name="R&amp;D/intern" userId="S::intern-a@cmesrobotics.ai::71f9efdc-7f13-403d-a66a-3368df03b1a9" providerId="AD" clId="Web-{0C371BBE-1705-D67E-09BD-F232B96CD1A0}" dt="2025-03-26T04:56:33.979" v="1249"/>
        <pc:sldMkLst>
          <pc:docMk/>
          <pc:sldMk cId="2270453366" sldId="491"/>
        </pc:sldMkLst>
      </pc:sldChg>
      <pc:sldChg chg="addSp modSp add">
        <pc:chgData name="R&amp;D/intern" userId="S::intern-a@cmesrobotics.ai::71f9efdc-7f13-403d-a66a-3368df03b1a9" providerId="AD" clId="Web-{0C371BBE-1705-D67E-09BD-F232B96CD1A0}" dt="2025-03-26T05:16:34.446" v="1503" actId="1076"/>
        <pc:sldMkLst>
          <pc:docMk/>
          <pc:sldMk cId="2907044665" sldId="491"/>
        </pc:sldMkLst>
        <pc:spChg chg="mod">
          <ac:chgData name="R&amp;D/intern" userId="S::intern-a@cmesrobotics.ai::71f9efdc-7f13-403d-a66a-3368df03b1a9" providerId="AD" clId="Web-{0C371BBE-1705-D67E-09BD-F232B96CD1A0}" dt="2025-03-26T04:56:45.792" v="1253" actId="20577"/>
          <ac:spMkLst>
            <pc:docMk/>
            <pc:sldMk cId="2907044665" sldId="491"/>
            <ac:spMk id="8" creationId="{0DD66D77-ED74-9187-E813-8A81B83B22EE}"/>
          </ac:spMkLst>
        </pc:spChg>
        <pc:spChg chg="mod">
          <ac:chgData name="R&amp;D/intern" userId="S::intern-a@cmesrobotics.ai::71f9efdc-7f13-403d-a66a-3368df03b1a9" providerId="AD" clId="Web-{0C371BBE-1705-D67E-09BD-F232B96CD1A0}" dt="2025-03-26T05:16:28.368" v="1502" actId="20577"/>
          <ac:spMkLst>
            <pc:docMk/>
            <pc:sldMk cId="2907044665" sldId="491"/>
            <ac:spMk id="19" creationId="{7B59BB6D-3496-7F3D-EDCF-3E47099A3E24}"/>
          </ac:spMkLst>
        </pc:spChg>
        <pc:picChg chg="add mod">
          <ac:chgData name="R&amp;D/intern" userId="S::intern-a@cmesrobotics.ai::71f9efdc-7f13-403d-a66a-3368df03b1a9" providerId="AD" clId="Web-{0C371BBE-1705-D67E-09BD-F232B96CD1A0}" dt="2025-03-26T05:16:34.446" v="1503" actId="1076"/>
          <ac:picMkLst>
            <pc:docMk/>
            <pc:sldMk cId="2907044665" sldId="491"/>
            <ac:picMk id="4" creationId="{8BDA3434-DA17-6823-A0C3-46F8EFB49741}"/>
          </ac:picMkLst>
        </pc:picChg>
      </pc:sldChg>
      <pc:sldChg chg="addSp delSp modSp add">
        <pc:chgData name="R&amp;D/intern" userId="S::intern-a@cmesrobotics.ai::71f9efdc-7f13-403d-a66a-3368df03b1a9" providerId="AD" clId="Web-{0C371BBE-1705-D67E-09BD-F232B96CD1A0}" dt="2025-03-26T05:34:52.129" v="1715" actId="20577"/>
        <pc:sldMkLst>
          <pc:docMk/>
          <pc:sldMk cId="1618300073" sldId="492"/>
        </pc:sldMkLst>
        <pc:spChg chg="mod">
          <ac:chgData name="R&amp;D/intern" userId="S::intern-a@cmesrobotics.ai::71f9efdc-7f13-403d-a66a-3368df03b1a9" providerId="AD" clId="Web-{0C371BBE-1705-D67E-09BD-F232B96CD1A0}" dt="2025-03-26T05:24:28.449" v="1627" actId="20577"/>
          <ac:spMkLst>
            <pc:docMk/>
            <pc:sldMk cId="1618300073" sldId="492"/>
            <ac:spMk id="8" creationId="{0DD66D77-ED74-9187-E813-8A81B83B22EE}"/>
          </ac:spMkLst>
        </pc:spChg>
        <pc:spChg chg="mod">
          <ac:chgData name="R&amp;D/intern" userId="S::intern-a@cmesrobotics.ai::71f9efdc-7f13-403d-a66a-3368df03b1a9" providerId="AD" clId="Web-{0C371BBE-1705-D67E-09BD-F232B96CD1A0}" dt="2025-03-26T05:34:52.129" v="1715" actId="20577"/>
          <ac:spMkLst>
            <pc:docMk/>
            <pc:sldMk cId="1618300073" sldId="492"/>
            <ac:spMk id="19" creationId="{7B59BB6D-3496-7F3D-EDCF-3E47099A3E24}"/>
          </ac:spMkLst>
        </pc:spChg>
        <pc:picChg chg="del">
          <ac:chgData name="R&amp;D/intern" userId="S::intern-a@cmesrobotics.ai::71f9efdc-7f13-403d-a66a-3368df03b1a9" providerId="AD" clId="Web-{0C371BBE-1705-D67E-09BD-F232B96CD1A0}" dt="2025-03-26T05:16:07.742" v="1484"/>
          <ac:picMkLst>
            <pc:docMk/>
            <pc:sldMk cId="1618300073" sldId="492"/>
            <ac:picMk id="4" creationId="{8BDA3434-DA17-6823-A0C3-46F8EFB49741}"/>
          </ac:picMkLst>
        </pc:picChg>
        <pc:picChg chg="add mod">
          <ac:chgData name="R&amp;D/intern" userId="S::intern-a@cmesrobotics.ai::71f9efdc-7f13-403d-a66a-3368df03b1a9" providerId="AD" clId="Web-{0C371BBE-1705-D67E-09BD-F232B96CD1A0}" dt="2025-03-26T05:28:51.349" v="1690" actId="1076"/>
          <ac:picMkLst>
            <pc:docMk/>
            <pc:sldMk cId="1618300073" sldId="492"/>
            <ac:picMk id="6" creationId="{A150A986-8372-2C68-4F1A-566BB5F0355F}"/>
          </ac:picMkLst>
        </pc:picChg>
      </pc:sldChg>
      <pc:sldChg chg="add del replId">
        <pc:chgData name="R&amp;D/intern" userId="S::intern-a@cmesrobotics.ai::71f9efdc-7f13-403d-a66a-3368df03b1a9" providerId="AD" clId="Web-{0C371BBE-1705-D67E-09BD-F232B96CD1A0}" dt="2025-03-26T05:16:01.601" v="1482"/>
        <pc:sldMkLst>
          <pc:docMk/>
          <pc:sldMk cId="4051989862" sldId="492"/>
        </pc:sldMkLst>
      </pc:sldChg>
      <pc:sldChg chg="addSp delSp modSp add">
        <pc:chgData name="R&amp;D/intern" userId="S::intern-a@cmesrobotics.ai::71f9efdc-7f13-403d-a66a-3368df03b1a9" providerId="AD" clId="Web-{0C371BBE-1705-D67E-09BD-F232B96CD1A0}" dt="2025-03-26T05:37:05.415" v="1741" actId="20577"/>
        <pc:sldMkLst>
          <pc:docMk/>
          <pc:sldMk cId="1752964272" sldId="493"/>
        </pc:sldMkLst>
        <pc:spChg chg="mod">
          <ac:chgData name="R&amp;D/intern" userId="S::intern-a@cmesrobotics.ai::71f9efdc-7f13-403d-a66a-3368df03b1a9" providerId="AD" clId="Web-{0C371BBE-1705-D67E-09BD-F232B96CD1A0}" dt="2025-03-26T05:37:05.415" v="1741" actId="20577"/>
          <ac:spMkLst>
            <pc:docMk/>
            <pc:sldMk cId="1752964272" sldId="493"/>
            <ac:spMk id="19" creationId="{7B59BB6D-3496-7F3D-EDCF-3E47099A3E24}"/>
          </ac:spMkLst>
        </pc:spChg>
        <pc:picChg chg="add mod">
          <ac:chgData name="R&amp;D/intern" userId="S::intern-a@cmesrobotics.ai::71f9efdc-7f13-403d-a66a-3368df03b1a9" providerId="AD" clId="Web-{0C371BBE-1705-D67E-09BD-F232B96CD1A0}" dt="2025-03-26T05:36:39.883" v="1735" actId="1076"/>
          <ac:picMkLst>
            <pc:docMk/>
            <pc:sldMk cId="1752964272" sldId="493"/>
            <ac:picMk id="4" creationId="{FE19ECA1-3192-FC8D-C05E-12525D9459E4}"/>
          </ac:picMkLst>
        </pc:picChg>
        <pc:picChg chg="del">
          <ac:chgData name="R&amp;D/intern" userId="S::intern-a@cmesrobotics.ai::71f9efdc-7f13-403d-a66a-3368df03b1a9" providerId="AD" clId="Web-{0C371BBE-1705-D67E-09BD-F232B96CD1A0}" dt="2025-03-26T05:29:39.523" v="1701"/>
          <ac:picMkLst>
            <pc:docMk/>
            <pc:sldMk cId="1752964272" sldId="493"/>
            <ac:picMk id="6" creationId="{A150A986-8372-2C68-4F1A-566BB5F0355F}"/>
          </ac:picMkLst>
        </pc:picChg>
      </pc:sldChg>
      <pc:sldChg chg="add del replId">
        <pc:chgData name="R&amp;D/intern" userId="S::intern-a@cmesrobotics.ai::71f9efdc-7f13-403d-a66a-3368df03b1a9" providerId="AD" clId="Web-{0C371BBE-1705-D67E-09BD-F232B96CD1A0}" dt="2025-03-26T05:29:35.054" v="1699"/>
        <pc:sldMkLst>
          <pc:docMk/>
          <pc:sldMk cId="3033409560" sldId="493"/>
        </pc:sldMkLst>
      </pc:sldChg>
      <pc:sldChg chg="addSp delSp modSp add">
        <pc:chgData name="R&amp;D/intern" userId="S::intern-a@cmesrobotics.ai::71f9efdc-7f13-403d-a66a-3368df03b1a9" providerId="AD" clId="Web-{0C371BBE-1705-D67E-09BD-F232B96CD1A0}" dt="2025-03-26T05:41:11.206" v="1790" actId="20577"/>
        <pc:sldMkLst>
          <pc:docMk/>
          <pc:sldMk cId="602940025" sldId="494"/>
        </pc:sldMkLst>
        <pc:spChg chg="mod">
          <ac:chgData name="R&amp;D/intern" userId="S::intern-a@cmesrobotics.ai::71f9efdc-7f13-403d-a66a-3368df03b1a9" providerId="AD" clId="Web-{0C371BBE-1705-D67E-09BD-F232B96CD1A0}" dt="2025-03-26T05:41:11.206" v="1790" actId="20577"/>
          <ac:spMkLst>
            <pc:docMk/>
            <pc:sldMk cId="602940025" sldId="494"/>
            <ac:spMk id="19" creationId="{7B59BB6D-3496-7F3D-EDCF-3E47099A3E24}"/>
          </ac:spMkLst>
        </pc:spChg>
        <pc:picChg chg="del">
          <ac:chgData name="R&amp;D/intern" userId="S::intern-a@cmesrobotics.ai::71f9efdc-7f13-403d-a66a-3368df03b1a9" providerId="AD" clId="Web-{0C371BBE-1705-D67E-09BD-F232B96CD1A0}" dt="2025-03-26T05:37:39.572" v="1745"/>
          <ac:picMkLst>
            <pc:docMk/>
            <pc:sldMk cId="602940025" sldId="494"/>
            <ac:picMk id="4" creationId="{FE19ECA1-3192-FC8D-C05E-12525D9459E4}"/>
          </ac:picMkLst>
        </pc:picChg>
        <pc:picChg chg="add mod">
          <ac:chgData name="R&amp;D/intern" userId="S::intern-a@cmesrobotics.ai::71f9efdc-7f13-403d-a66a-3368df03b1a9" providerId="AD" clId="Web-{0C371BBE-1705-D67E-09BD-F232B96CD1A0}" dt="2025-03-26T05:38:24.793" v="1755" actId="1076"/>
          <ac:picMkLst>
            <pc:docMk/>
            <pc:sldMk cId="602940025" sldId="494"/>
            <ac:picMk id="6" creationId="{B287A634-386E-8C19-60D2-5CE1B9F6B7E1}"/>
          </ac:picMkLst>
        </pc:picChg>
      </pc:sldChg>
      <pc:sldChg chg="add del replId">
        <pc:chgData name="R&amp;D/intern" userId="S::intern-a@cmesrobotics.ai::71f9efdc-7f13-403d-a66a-3368df03b1a9" providerId="AD" clId="Web-{0C371BBE-1705-D67E-09BD-F232B96CD1A0}" dt="2025-03-26T05:37:35.916" v="1743"/>
        <pc:sldMkLst>
          <pc:docMk/>
          <pc:sldMk cId="1069676391" sldId="494"/>
        </pc:sldMkLst>
      </pc:sldChg>
      <pc:sldChg chg="addSp modSp add">
        <pc:chgData name="R&amp;D/intern" userId="S::intern-a@cmesrobotics.ai::71f9efdc-7f13-403d-a66a-3368df03b1a9" providerId="AD" clId="Web-{0C371BBE-1705-D67E-09BD-F232B96CD1A0}" dt="2025-03-26T05:45:02.417" v="1805" actId="20577"/>
        <pc:sldMkLst>
          <pc:docMk/>
          <pc:sldMk cId="804557331" sldId="495"/>
        </pc:sldMkLst>
        <pc:spChg chg="mod">
          <ac:chgData name="R&amp;D/intern" userId="S::intern-a@cmesrobotics.ai::71f9efdc-7f13-403d-a66a-3368df03b1a9" providerId="AD" clId="Web-{0C371BBE-1705-D67E-09BD-F232B96CD1A0}" dt="2025-03-26T05:45:02.417" v="1805" actId="20577"/>
          <ac:spMkLst>
            <pc:docMk/>
            <pc:sldMk cId="804557331" sldId="495"/>
            <ac:spMk id="19" creationId="{7B59BB6D-3496-7F3D-EDCF-3E47099A3E24}"/>
          </ac:spMkLst>
        </pc:spChg>
        <pc:picChg chg="add mod">
          <ac:chgData name="R&amp;D/intern" userId="S::intern-a@cmesrobotics.ai::71f9efdc-7f13-403d-a66a-3368df03b1a9" providerId="AD" clId="Web-{0C371BBE-1705-D67E-09BD-F232B96CD1A0}" dt="2025-03-26T05:44:53.526" v="1799" actId="1076"/>
          <ac:picMkLst>
            <pc:docMk/>
            <pc:sldMk cId="804557331" sldId="495"/>
            <ac:picMk id="4" creationId="{26FF08C3-7F4D-80D2-89FA-9123E8213035}"/>
          </ac:picMkLst>
        </pc:picChg>
      </pc:sldChg>
      <pc:sldChg chg="add del replId">
        <pc:chgData name="R&amp;D/intern" userId="S::intern-a@cmesrobotics.ai::71f9efdc-7f13-403d-a66a-3368df03b1a9" providerId="AD" clId="Web-{0C371BBE-1705-D67E-09BD-F232B96CD1A0}" dt="2025-03-26T05:37:43.604" v="1747"/>
        <pc:sldMkLst>
          <pc:docMk/>
          <pc:sldMk cId="1555118906" sldId="495"/>
        </pc:sldMkLst>
      </pc:sldChg>
      <pc:sldChg chg="addSp modSp add">
        <pc:chgData name="R&amp;D/intern" userId="S::intern-a@cmesrobotics.ai::71f9efdc-7f13-403d-a66a-3368df03b1a9" providerId="AD" clId="Web-{0C371BBE-1705-D67E-09BD-F232B96CD1A0}" dt="2025-03-26T05:48:04.924" v="1844" actId="20577"/>
        <pc:sldMkLst>
          <pc:docMk/>
          <pc:sldMk cId="2938116180" sldId="496"/>
        </pc:sldMkLst>
        <pc:spChg chg="mod">
          <ac:chgData name="R&amp;D/intern" userId="S::intern-a@cmesrobotics.ai::71f9efdc-7f13-403d-a66a-3368df03b1a9" providerId="AD" clId="Web-{0C371BBE-1705-D67E-09BD-F232B96CD1A0}" dt="2025-03-26T05:48:04.924" v="1844" actId="20577"/>
          <ac:spMkLst>
            <pc:docMk/>
            <pc:sldMk cId="2938116180" sldId="496"/>
            <ac:spMk id="19" creationId="{7B59BB6D-3496-7F3D-EDCF-3E47099A3E24}"/>
          </ac:spMkLst>
        </pc:spChg>
        <pc:picChg chg="add mod">
          <ac:chgData name="R&amp;D/intern" userId="S::intern-a@cmesrobotics.ai::71f9efdc-7f13-403d-a66a-3368df03b1a9" providerId="AD" clId="Web-{0C371BBE-1705-D67E-09BD-F232B96CD1A0}" dt="2025-03-26T05:45:34.059" v="1814" actId="1076"/>
          <ac:picMkLst>
            <pc:docMk/>
            <pc:sldMk cId="2938116180" sldId="496"/>
            <ac:picMk id="4" creationId="{A3692C0B-909D-3399-13C2-1E490D04752A}"/>
          </ac:picMkLst>
        </pc:picChg>
      </pc:sldChg>
      <pc:sldChg chg="add del replId">
        <pc:chgData name="R&amp;D/intern" userId="S::intern-a@cmesrobotics.ai::71f9efdc-7f13-403d-a66a-3368df03b1a9" providerId="AD" clId="Web-{0C371BBE-1705-D67E-09BD-F232B96CD1A0}" dt="2025-03-26T05:37:51.026" v="1750"/>
        <pc:sldMkLst>
          <pc:docMk/>
          <pc:sldMk cId="3833338474" sldId="496"/>
        </pc:sldMkLst>
      </pc:sldChg>
      <pc:sldChg chg="add del">
        <pc:chgData name="R&amp;D/intern" userId="S::intern-a@cmesrobotics.ai::71f9efdc-7f13-403d-a66a-3368df03b1a9" providerId="AD" clId="Web-{0C371BBE-1705-D67E-09BD-F232B96CD1A0}" dt="2025-03-26T05:44:18.525" v="1794"/>
        <pc:sldMkLst>
          <pc:docMk/>
          <pc:sldMk cId="240073189" sldId="497"/>
        </pc:sldMkLst>
      </pc:sldChg>
      <pc:sldChg chg="addSp delSp modSp add">
        <pc:chgData name="R&amp;D/intern" userId="S::intern-a@cmesrobotics.ai::71f9efdc-7f13-403d-a66a-3368df03b1a9" providerId="AD" clId="Web-{0C371BBE-1705-D67E-09BD-F232B96CD1A0}" dt="2025-03-26T05:52:35.075" v="1923" actId="1076"/>
        <pc:sldMkLst>
          <pc:docMk/>
          <pc:sldMk cId="338271159" sldId="497"/>
        </pc:sldMkLst>
        <pc:spChg chg="mod">
          <ac:chgData name="R&amp;D/intern" userId="S::intern-a@cmesrobotics.ai::71f9efdc-7f13-403d-a66a-3368df03b1a9" providerId="AD" clId="Web-{0C371BBE-1705-D67E-09BD-F232B96CD1A0}" dt="2025-03-26T05:51:28.948" v="1921" actId="20577"/>
          <ac:spMkLst>
            <pc:docMk/>
            <pc:sldMk cId="338271159" sldId="497"/>
            <ac:spMk id="19" creationId="{7B59BB6D-3496-7F3D-EDCF-3E47099A3E24}"/>
          </ac:spMkLst>
        </pc:spChg>
        <pc:picChg chg="del">
          <ac:chgData name="R&amp;D/intern" userId="S::intern-a@cmesrobotics.ai::71f9efdc-7f13-403d-a66a-3368df03b1a9" providerId="AD" clId="Web-{0C371BBE-1705-D67E-09BD-F232B96CD1A0}" dt="2025-03-26T05:46:07.357" v="1818"/>
          <ac:picMkLst>
            <pc:docMk/>
            <pc:sldMk cId="338271159" sldId="497"/>
            <ac:picMk id="4" creationId="{A3692C0B-909D-3399-13C2-1E490D04752A}"/>
          </ac:picMkLst>
        </pc:picChg>
        <pc:picChg chg="add mod">
          <ac:chgData name="R&amp;D/intern" userId="S::intern-a@cmesrobotics.ai::71f9efdc-7f13-403d-a66a-3368df03b1a9" providerId="AD" clId="Web-{0C371BBE-1705-D67E-09BD-F232B96CD1A0}" dt="2025-03-26T05:52:35.075" v="1923" actId="1076"/>
          <ac:picMkLst>
            <pc:docMk/>
            <pc:sldMk cId="338271159" sldId="497"/>
            <ac:picMk id="6" creationId="{492165ED-72F8-776B-5ADE-4A2458D8B17B}"/>
          </ac:picMkLst>
        </pc:picChg>
      </pc:sldChg>
      <pc:sldChg chg="add del replId">
        <pc:chgData name="R&amp;D/intern" userId="S::intern-a@cmesrobotics.ai::71f9efdc-7f13-403d-a66a-3368df03b1a9" providerId="AD" clId="Web-{0C371BBE-1705-D67E-09BD-F232B96CD1A0}" dt="2025-03-26T05:44:03.946" v="1792"/>
        <pc:sldMkLst>
          <pc:docMk/>
          <pc:sldMk cId="2664841253" sldId="497"/>
        </pc:sldMkLst>
      </pc:sldChg>
      <pc:sldChg chg="add del replId">
        <pc:chgData name="R&amp;D/intern" userId="S::intern-a@cmesrobotics.ai::71f9efdc-7f13-403d-a66a-3368df03b1a9" providerId="AD" clId="Web-{0C371BBE-1705-D67E-09BD-F232B96CD1A0}" dt="2025-03-26T05:46:03.779" v="1816"/>
        <pc:sldMkLst>
          <pc:docMk/>
          <pc:sldMk cId="4029101896" sldId="497"/>
        </pc:sldMkLst>
      </pc:sldChg>
      <pc:sldChg chg="addSp delSp modSp add">
        <pc:chgData name="R&amp;D/intern" userId="S::intern-a@cmesrobotics.ai::71f9efdc-7f13-403d-a66a-3368df03b1a9" providerId="AD" clId="Web-{0C371BBE-1705-D67E-09BD-F232B96CD1A0}" dt="2025-03-26T05:52:48.873" v="1930" actId="20577"/>
        <pc:sldMkLst>
          <pc:docMk/>
          <pc:sldMk cId="2709874277" sldId="498"/>
        </pc:sldMkLst>
        <pc:spChg chg="mod">
          <ac:chgData name="R&amp;D/intern" userId="S::intern-a@cmesrobotics.ai::71f9efdc-7f13-403d-a66a-3368df03b1a9" providerId="AD" clId="Web-{0C371BBE-1705-D67E-09BD-F232B96CD1A0}" dt="2025-03-26T05:52:48.873" v="1930" actId="20577"/>
          <ac:spMkLst>
            <pc:docMk/>
            <pc:sldMk cId="2709874277" sldId="498"/>
            <ac:spMk id="19" creationId="{7B59BB6D-3496-7F3D-EDCF-3E47099A3E24}"/>
          </ac:spMkLst>
        </pc:spChg>
        <pc:picChg chg="add mod">
          <ac:chgData name="R&amp;D/intern" userId="S::intern-a@cmesrobotics.ai::71f9efdc-7f13-403d-a66a-3368df03b1a9" providerId="AD" clId="Web-{0C371BBE-1705-D67E-09BD-F232B96CD1A0}" dt="2025-03-26T05:52:36.950" v="1924" actId="1076"/>
          <ac:picMkLst>
            <pc:docMk/>
            <pc:sldMk cId="2709874277" sldId="498"/>
            <ac:picMk id="4" creationId="{975398BF-E348-E423-9D4D-3A0DAEAEA78C}"/>
          </ac:picMkLst>
        </pc:picChg>
        <pc:picChg chg="del">
          <ac:chgData name="R&amp;D/intern" userId="S::intern-a@cmesrobotics.ai::71f9efdc-7f13-403d-a66a-3368df03b1a9" providerId="AD" clId="Web-{0C371BBE-1705-D67E-09BD-F232B96CD1A0}" dt="2025-03-26T05:46:32.030" v="1825"/>
          <ac:picMkLst>
            <pc:docMk/>
            <pc:sldMk cId="2709874277" sldId="498"/>
            <ac:picMk id="6" creationId="{492165ED-72F8-776B-5ADE-4A2458D8B17B}"/>
          </ac:picMkLst>
        </pc:picChg>
      </pc:sldChg>
      <pc:sldChg chg="add del replId">
        <pc:chgData name="R&amp;D/intern" userId="S::intern-a@cmesrobotics.ai::71f9efdc-7f13-403d-a66a-3368df03b1a9" providerId="AD" clId="Web-{0C371BBE-1705-D67E-09BD-F232B96CD1A0}" dt="2025-03-26T05:46:29.202" v="1823"/>
        <pc:sldMkLst>
          <pc:docMk/>
          <pc:sldMk cId="3120372668" sldId="498"/>
        </pc:sldMkLst>
      </pc:sldChg>
      <pc:sldChg chg="add del replId">
        <pc:chgData name="R&amp;D/intern" userId="S::intern-a@cmesrobotics.ai::71f9efdc-7f13-403d-a66a-3368df03b1a9" providerId="AD" clId="Web-{0C371BBE-1705-D67E-09BD-F232B96CD1A0}" dt="2025-03-26T05:46:55.672" v="1832"/>
        <pc:sldMkLst>
          <pc:docMk/>
          <pc:sldMk cId="433554663" sldId="499"/>
        </pc:sldMkLst>
      </pc:sldChg>
      <pc:sldChg chg="addSp delSp modSp add">
        <pc:chgData name="R&amp;D/intern" userId="S::intern-a@cmesrobotics.ai::71f9efdc-7f13-403d-a66a-3368df03b1a9" providerId="AD" clId="Web-{0C371BBE-1705-D67E-09BD-F232B96CD1A0}" dt="2025-03-26T06:02:58.037" v="2199" actId="20577"/>
        <pc:sldMkLst>
          <pc:docMk/>
          <pc:sldMk cId="2050181095" sldId="499"/>
        </pc:sldMkLst>
        <pc:spChg chg="mod">
          <ac:chgData name="R&amp;D/intern" userId="S::intern-a@cmesrobotics.ai::71f9efdc-7f13-403d-a66a-3368df03b1a9" providerId="AD" clId="Web-{0C371BBE-1705-D67E-09BD-F232B96CD1A0}" dt="2025-03-26T06:02:58.037" v="2199" actId="20577"/>
          <ac:spMkLst>
            <pc:docMk/>
            <pc:sldMk cId="2050181095" sldId="499"/>
            <ac:spMk id="19" creationId="{7B59BB6D-3496-7F3D-EDCF-3E47099A3E24}"/>
          </ac:spMkLst>
        </pc:spChg>
        <pc:picChg chg="del">
          <ac:chgData name="R&amp;D/intern" userId="S::intern-a@cmesrobotics.ai::71f9efdc-7f13-403d-a66a-3368df03b1a9" providerId="AD" clId="Web-{0C371BBE-1705-D67E-09BD-F232B96CD1A0}" dt="2025-03-26T05:46:58.797" v="1834"/>
          <ac:picMkLst>
            <pc:docMk/>
            <pc:sldMk cId="2050181095" sldId="499"/>
            <ac:picMk id="4" creationId="{975398BF-E348-E423-9D4D-3A0DAEAEA78C}"/>
          </ac:picMkLst>
        </pc:picChg>
        <pc:picChg chg="add mod">
          <ac:chgData name="R&amp;D/intern" userId="S::intern-a@cmesrobotics.ai::71f9efdc-7f13-403d-a66a-3368df03b1a9" providerId="AD" clId="Web-{0C371BBE-1705-D67E-09BD-F232B96CD1A0}" dt="2025-03-26T05:59:44.107" v="2107" actId="1076"/>
          <ac:picMkLst>
            <pc:docMk/>
            <pc:sldMk cId="2050181095" sldId="499"/>
            <ac:picMk id="6" creationId="{4A4B0C97-7635-7BD9-4274-148274470D4A}"/>
          </ac:picMkLst>
        </pc:picChg>
      </pc:sldChg>
      <pc:sldChg chg="add del replId">
        <pc:chgData name="R&amp;D/intern" userId="S::intern-a@cmesrobotics.ai::71f9efdc-7f13-403d-a66a-3368df03b1a9" providerId="AD" clId="Web-{0C371BBE-1705-D67E-09BD-F232B96CD1A0}" dt="2025-03-26T05:53:32.234" v="1941"/>
        <pc:sldMkLst>
          <pc:docMk/>
          <pc:sldMk cId="2264340857" sldId="500"/>
        </pc:sldMkLst>
      </pc:sldChg>
      <pc:sldChg chg="add del replId">
        <pc:chgData name="R&amp;D/intern" userId="S::intern-a@cmesrobotics.ai::71f9efdc-7f13-403d-a66a-3368df03b1a9" providerId="AD" clId="Web-{0C371BBE-1705-D67E-09BD-F232B96CD1A0}" dt="2025-03-26T05:53:35.750" v="1943"/>
        <pc:sldMkLst>
          <pc:docMk/>
          <pc:sldMk cId="2460816588" sldId="500"/>
        </pc:sldMkLst>
      </pc:sldChg>
      <pc:sldChg chg="delSp add del">
        <pc:chgData name="R&amp;D/intern" userId="S::intern-a@cmesrobotics.ai::71f9efdc-7f13-403d-a66a-3368df03b1a9" providerId="AD" clId="Web-{0C371BBE-1705-D67E-09BD-F232B96CD1A0}" dt="2025-03-26T05:54:10.813" v="1948"/>
        <pc:sldMkLst>
          <pc:docMk/>
          <pc:sldMk cId="2647949572" sldId="500"/>
        </pc:sldMkLst>
        <pc:picChg chg="del">
          <ac:chgData name="R&amp;D/intern" userId="S::intern-a@cmesrobotics.ai::71f9efdc-7f13-403d-a66a-3368df03b1a9" providerId="AD" clId="Web-{0C371BBE-1705-D67E-09BD-F232B96CD1A0}" dt="2025-03-26T05:53:40.719" v="1945"/>
          <ac:picMkLst>
            <pc:docMk/>
            <pc:sldMk cId="2647949572" sldId="500"/>
            <ac:picMk id="6" creationId="{4A4B0C97-7635-7BD9-4274-148274470D4A}"/>
          </ac:picMkLst>
        </pc:picChg>
      </pc:sldChg>
    </pc:docChg>
  </pc:docChgLst>
  <pc:docChgLst>
    <pc:chgData name="R&amp;D/intern" userId="S::intern-a@cmesrobotics.ai::71f9efdc-7f13-403d-a66a-3368df03b1a9" providerId="AD" clId="Web-{A99EC8A8-D44F-B37B-D278-1BB16D6BFF4D}"/>
    <pc:docChg chg="addSld delSld modSld sldOrd modSection">
      <pc:chgData name="R&amp;D/intern" userId="S::intern-a@cmesrobotics.ai::71f9efdc-7f13-403d-a66a-3368df03b1a9" providerId="AD" clId="Web-{A99EC8A8-D44F-B37B-D278-1BB16D6BFF4D}" dt="2025-03-25T08:27:49.090" v="1553" actId="20577"/>
      <pc:docMkLst>
        <pc:docMk/>
      </pc:docMkLst>
      <pc:sldChg chg="delSp modSp">
        <pc:chgData name="R&amp;D/intern" userId="S::intern-a@cmesrobotics.ai::71f9efdc-7f13-403d-a66a-3368df03b1a9" providerId="AD" clId="Web-{A99EC8A8-D44F-B37B-D278-1BB16D6BFF4D}" dt="2025-03-25T01:37:14.620" v="127" actId="20577"/>
        <pc:sldMkLst>
          <pc:docMk/>
          <pc:sldMk cId="4264906656" sldId="418"/>
        </pc:sldMkLst>
        <pc:spChg chg="mod">
          <ac:chgData name="R&amp;D/intern" userId="S::intern-a@cmesrobotics.ai::71f9efdc-7f13-403d-a66a-3368df03b1a9" providerId="AD" clId="Web-{A99EC8A8-D44F-B37B-D278-1BB16D6BFF4D}" dt="2025-03-25T01:36:36.024" v="105" actId="20577"/>
          <ac:spMkLst>
            <pc:docMk/>
            <pc:sldMk cId="4264906656" sldId="418"/>
            <ac:spMk id="3" creationId="{F202B04E-4CD7-88A4-973F-AD21A27FE1BE}"/>
          </ac:spMkLst>
        </pc:spChg>
        <pc:spChg chg="mod">
          <ac:chgData name="R&amp;D/intern" userId="S::intern-a@cmesrobotics.ai::71f9efdc-7f13-403d-a66a-3368df03b1a9" providerId="AD" clId="Web-{A99EC8A8-D44F-B37B-D278-1BB16D6BFF4D}" dt="2025-03-25T01:36:47.056" v="110" actId="20577"/>
          <ac:spMkLst>
            <pc:docMk/>
            <pc:sldMk cId="4264906656" sldId="418"/>
            <ac:spMk id="5" creationId="{02F8E8F7-A683-9BA2-C1FB-1ADA4E624028}"/>
          </ac:spMkLst>
        </pc:spChg>
        <pc:spChg chg="del">
          <ac:chgData name="R&amp;D/intern" userId="S::intern-a@cmesrobotics.ai::71f9efdc-7f13-403d-a66a-3368df03b1a9" providerId="AD" clId="Web-{A99EC8A8-D44F-B37B-D278-1BB16D6BFF4D}" dt="2025-03-25T01:37:12.089" v="125"/>
          <ac:spMkLst>
            <pc:docMk/>
            <pc:sldMk cId="4264906656" sldId="418"/>
            <ac:spMk id="10" creationId="{6938BED5-2778-FC4A-ECEF-C59C5231DF0A}"/>
          </ac:spMkLst>
        </pc:spChg>
        <pc:spChg chg="mod">
          <ac:chgData name="R&amp;D/intern" userId="S::intern-a@cmesrobotics.ai::71f9efdc-7f13-403d-a66a-3368df03b1a9" providerId="AD" clId="Web-{A99EC8A8-D44F-B37B-D278-1BB16D6BFF4D}" dt="2025-03-25T01:37:14.620" v="127" actId="20577"/>
          <ac:spMkLst>
            <pc:docMk/>
            <pc:sldMk cId="4264906656" sldId="418"/>
            <ac:spMk id="12" creationId="{6FB1903C-2636-F1AB-6251-2913A3D26666}"/>
          </ac:spMkLst>
        </pc:spChg>
        <pc:picChg chg="del">
          <ac:chgData name="R&amp;D/intern" userId="S::intern-a@cmesrobotics.ai::71f9efdc-7f13-403d-a66a-3368df03b1a9" providerId="AD" clId="Web-{A99EC8A8-D44F-B37B-D278-1BB16D6BFF4D}" dt="2025-03-25T01:37:10.573" v="124"/>
          <ac:picMkLst>
            <pc:docMk/>
            <pc:sldMk cId="4264906656" sldId="418"/>
            <ac:picMk id="9" creationId="{30FDAB12-7FA7-2B63-6534-6BDECFC2A2A2}"/>
          </ac:picMkLst>
        </pc:picChg>
      </pc:sldChg>
      <pc:sldChg chg="delSp modSp">
        <pc:chgData name="R&amp;D/intern" userId="S::intern-a@cmesrobotics.ai::71f9efdc-7f13-403d-a66a-3368df03b1a9" providerId="AD" clId="Web-{A99EC8A8-D44F-B37B-D278-1BB16D6BFF4D}" dt="2025-03-25T01:37:22.761" v="135"/>
        <pc:sldMkLst>
          <pc:docMk/>
          <pc:sldMk cId="874285888" sldId="436"/>
        </pc:sldMkLst>
        <pc:spChg chg="mod">
          <ac:chgData name="R&amp;D/intern" userId="S::intern-a@cmesrobotics.ai::71f9efdc-7f13-403d-a66a-3368df03b1a9" providerId="AD" clId="Web-{A99EC8A8-D44F-B37B-D278-1BB16D6BFF4D}" dt="2025-03-25T01:36:58.775" v="115" actId="20577"/>
          <ac:spMkLst>
            <pc:docMk/>
            <pc:sldMk cId="874285888" sldId="436"/>
            <ac:spMk id="5" creationId="{02F8E8F7-A683-9BA2-C1FB-1ADA4E624028}"/>
          </ac:spMkLst>
        </pc:spChg>
        <pc:spChg chg="mod">
          <ac:chgData name="R&amp;D/intern" userId="S::intern-a@cmesrobotics.ai::71f9efdc-7f13-403d-a66a-3368df03b1a9" providerId="AD" clId="Web-{A99EC8A8-D44F-B37B-D278-1BB16D6BFF4D}" dt="2025-03-25T01:37:19.199" v="129" actId="20577"/>
          <ac:spMkLst>
            <pc:docMk/>
            <pc:sldMk cId="874285888" sldId="436"/>
            <ac:spMk id="12" creationId="{6FB1903C-2636-F1AB-6251-2913A3D26666}"/>
          </ac:spMkLst>
        </pc:spChg>
        <pc:picChg chg="del">
          <ac:chgData name="R&amp;D/intern" userId="S::intern-a@cmesrobotics.ai::71f9efdc-7f13-403d-a66a-3368df03b1a9" providerId="AD" clId="Web-{A99EC8A8-D44F-B37B-D278-1BB16D6BFF4D}" dt="2025-03-25T01:37:22.418" v="134"/>
          <ac:picMkLst>
            <pc:docMk/>
            <pc:sldMk cId="874285888" sldId="436"/>
            <ac:picMk id="4" creationId="{C5AD7C21-AA02-A9A7-43BD-E394A346992B}"/>
          </ac:picMkLst>
        </pc:picChg>
        <pc:picChg chg="del">
          <ac:chgData name="R&amp;D/intern" userId="S::intern-a@cmesrobotics.ai::71f9efdc-7f13-403d-a66a-3368df03b1a9" providerId="AD" clId="Web-{A99EC8A8-D44F-B37B-D278-1BB16D6BFF4D}" dt="2025-03-25T01:37:21.964" v="133"/>
          <ac:picMkLst>
            <pc:docMk/>
            <pc:sldMk cId="874285888" sldId="436"/>
            <ac:picMk id="6" creationId="{65E4F742-B9F3-4504-9DA5-D6D264FD5A09}"/>
          </ac:picMkLst>
        </pc:picChg>
        <pc:picChg chg="del">
          <ac:chgData name="R&amp;D/intern" userId="S::intern-a@cmesrobotics.ai::71f9efdc-7f13-403d-a66a-3368df03b1a9" providerId="AD" clId="Web-{A99EC8A8-D44F-B37B-D278-1BB16D6BFF4D}" dt="2025-03-25T01:37:21.230" v="132"/>
          <ac:picMkLst>
            <pc:docMk/>
            <pc:sldMk cId="874285888" sldId="436"/>
            <ac:picMk id="9" creationId="{3362D245-6664-6D3C-7136-94BE6A6C60C1}"/>
          </ac:picMkLst>
        </pc:picChg>
        <pc:picChg chg="del">
          <ac:chgData name="R&amp;D/intern" userId="S::intern-a@cmesrobotics.ai::71f9efdc-7f13-403d-a66a-3368df03b1a9" providerId="AD" clId="Web-{A99EC8A8-D44F-B37B-D278-1BB16D6BFF4D}" dt="2025-03-25T01:37:22.761" v="135"/>
          <ac:picMkLst>
            <pc:docMk/>
            <pc:sldMk cId="874285888" sldId="436"/>
            <ac:picMk id="10" creationId="{B47544A9-3182-E890-26F0-33A6EA91ACA4}"/>
          </ac:picMkLst>
        </pc:picChg>
        <pc:picChg chg="del">
          <ac:chgData name="R&amp;D/intern" userId="S::intern-a@cmesrobotics.ai::71f9efdc-7f13-403d-a66a-3368df03b1a9" providerId="AD" clId="Web-{A99EC8A8-D44F-B37B-D278-1BB16D6BFF4D}" dt="2025-03-25T01:37:20.824" v="131"/>
          <ac:picMkLst>
            <pc:docMk/>
            <pc:sldMk cId="874285888" sldId="436"/>
            <ac:picMk id="11" creationId="{B368349D-4483-4048-D526-1FB1B135492A}"/>
          </ac:picMkLst>
        </pc:picChg>
        <pc:picChg chg="del">
          <ac:chgData name="R&amp;D/intern" userId="S::intern-a@cmesrobotics.ai::71f9efdc-7f13-403d-a66a-3368df03b1a9" providerId="AD" clId="Web-{A99EC8A8-D44F-B37B-D278-1BB16D6BFF4D}" dt="2025-03-25T01:37:20.308" v="130"/>
          <ac:picMkLst>
            <pc:docMk/>
            <pc:sldMk cId="874285888" sldId="436"/>
            <ac:picMk id="13" creationId="{079904FD-AC8C-89B6-6E83-34A5AB024C16}"/>
          </ac:picMkLst>
        </pc:picChg>
      </pc:sldChg>
      <pc:sldChg chg="delSp modSp">
        <pc:chgData name="R&amp;D/intern" userId="S::intern-a@cmesrobotics.ai::71f9efdc-7f13-403d-a66a-3368df03b1a9" providerId="AD" clId="Web-{A99EC8A8-D44F-B37B-D278-1BB16D6BFF4D}" dt="2025-03-25T01:37:42.575" v="152" actId="20577"/>
        <pc:sldMkLst>
          <pc:docMk/>
          <pc:sldMk cId="1467785684" sldId="438"/>
        </pc:sldMkLst>
        <pc:spChg chg="del">
          <ac:chgData name="R&amp;D/intern" userId="S::intern-a@cmesrobotics.ai::71f9efdc-7f13-403d-a66a-3368df03b1a9" providerId="AD" clId="Web-{A99EC8A8-D44F-B37B-D278-1BB16D6BFF4D}" dt="2025-03-25T01:37:37.716" v="146"/>
          <ac:spMkLst>
            <pc:docMk/>
            <pc:sldMk cId="1467785684" sldId="438"/>
            <ac:spMk id="4" creationId="{41DDCCDA-A32C-D42F-62EB-AB52B9F1968E}"/>
          </ac:spMkLst>
        </pc:spChg>
        <pc:spChg chg="mod">
          <ac:chgData name="R&amp;D/intern" userId="S::intern-a@cmesrobotics.ai::71f9efdc-7f13-403d-a66a-3368df03b1a9" providerId="AD" clId="Web-{A99EC8A8-D44F-B37B-D278-1BB16D6BFF4D}" dt="2025-03-25T01:37:05.635" v="123" actId="20577"/>
          <ac:spMkLst>
            <pc:docMk/>
            <pc:sldMk cId="1467785684" sldId="438"/>
            <ac:spMk id="5" creationId="{02F8E8F7-A683-9BA2-C1FB-1ADA4E624028}"/>
          </ac:spMkLst>
        </pc:spChg>
        <pc:spChg chg="del">
          <ac:chgData name="R&amp;D/intern" userId="S::intern-a@cmesrobotics.ai::71f9efdc-7f13-403d-a66a-3368df03b1a9" providerId="AD" clId="Web-{A99EC8A8-D44F-B37B-D278-1BB16D6BFF4D}" dt="2025-03-25T01:37:37.716" v="145"/>
          <ac:spMkLst>
            <pc:docMk/>
            <pc:sldMk cId="1467785684" sldId="438"/>
            <ac:spMk id="9" creationId="{4BC72710-688C-0FFB-A2D0-DF7C20D76CCB}"/>
          </ac:spMkLst>
        </pc:spChg>
        <pc:spChg chg="del">
          <ac:chgData name="R&amp;D/intern" userId="S::intern-a@cmesrobotics.ai::71f9efdc-7f13-403d-a66a-3368df03b1a9" providerId="AD" clId="Web-{A99EC8A8-D44F-B37B-D278-1BB16D6BFF4D}" dt="2025-03-25T01:37:39.934" v="149"/>
          <ac:spMkLst>
            <pc:docMk/>
            <pc:sldMk cId="1467785684" sldId="438"/>
            <ac:spMk id="10" creationId="{D5B6C67E-E1F4-356F-BB47-33A9B305713F}"/>
          </ac:spMkLst>
        </pc:spChg>
        <pc:spChg chg="mod">
          <ac:chgData name="R&amp;D/intern" userId="S::intern-a@cmesrobotics.ai::71f9efdc-7f13-403d-a66a-3368df03b1a9" providerId="AD" clId="Web-{A99EC8A8-D44F-B37B-D278-1BB16D6BFF4D}" dt="2025-03-25T01:37:42.575" v="152" actId="20577"/>
          <ac:spMkLst>
            <pc:docMk/>
            <pc:sldMk cId="1467785684" sldId="438"/>
            <ac:spMk id="12" creationId="{6FB1903C-2636-F1AB-6251-2913A3D26666}"/>
          </ac:spMkLst>
        </pc:spChg>
        <pc:spChg chg="del">
          <ac:chgData name="R&amp;D/intern" userId="S::intern-a@cmesrobotics.ai::71f9efdc-7f13-403d-a66a-3368df03b1a9" providerId="AD" clId="Web-{A99EC8A8-D44F-B37B-D278-1BB16D6BFF4D}" dt="2025-03-25T01:37:37.716" v="144"/>
          <ac:spMkLst>
            <pc:docMk/>
            <pc:sldMk cId="1467785684" sldId="438"/>
            <ac:spMk id="13" creationId="{0EEFB31D-BAED-ED61-43DA-4C6FFC556092}"/>
          </ac:spMkLst>
        </pc:spChg>
        <pc:picChg chg="del">
          <ac:chgData name="R&amp;D/intern" userId="S::intern-a@cmesrobotics.ai::71f9efdc-7f13-403d-a66a-3368df03b1a9" providerId="AD" clId="Web-{A99EC8A8-D44F-B37B-D278-1BB16D6BFF4D}" dt="2025-03-25T01:37:35.184" v="143"/>
          <ac:picMkLst>
            <pc:docMk/>
            <pc:sldMk cId="1467785684" sldId="438"/>
            <ac:picMk id="14" creationId="{597ED568-5EAF-4FAC-27BC-8B340270C1C1}"/>
          </ac:picMkLst>
        </pc:picChg>
        <pc:cxnChg chg="del">
          <ac:chgData name="R&amp;D/intern" userId="S::intern-a@cmesrobotics.ai::71f9efdc-7f13-403d-a66a-3368df03b1a9" providerId="AD" clId="Web-{A99EC8A8-D44F-B37B-D278-1BB16D6BFF4D}" dt="2025-03-25T01:37:39.044" v="148"/>
          <ac:cxnSpMkLst>
            <pc:docMk/>
            <pc:sldMk cId="1467785684" sldId="438"/>
            <ac:cxnSpMk id="6" creationId="{2AFB7198-2420-448C-559F-5A6FF403379C}"/>
          </ac:cxnSpMkLst>
        </pc:cxnChg>
        <pc:cxnChg chg="del">
          <ac:chgData name="R&amp;D/intern" userId="S::intern-a@cmesrobotics.ai::71f9efdc-7f13-403d-a66a-3368df03b1a9" providerId="AD" clId="Web-{A99EC8A8-D44F-B37B-D278-1BB16D6BFF4D}" dt="2025-03-25T01:37:39.044" v="147"/>
          <ac:cxnSpMkLst>
            <pc:docMk/>
            <pc:sldMk cId="1467785684" sldId="438"/>
            <ac:cxnSpMk id="11" creationId="{C54C76A5-9AC8-8250-9E73-DC5A2C67BE80}"/>
          </ac:cxnSpMkLst>
        </pc:cxnChg>
      </pc:sldChg>
      <pc:sldChg chg="delSp modSp">
        <pc:chgData name="R&amp;D/intern" userId="S::intern-a@cmesrobotics.ai::71f9efdc-7f13-403d-a66a-3368df03b1a9" providerId="AD" clId="Web-{A99EC8A8-D44F-B37B-D278-1BB16D6BFF4D}" dt="2025-03-25T01:37:32.668" v="142"/>
        <pc:sldMkLst>
          <pc:docMk/>
          <pc:sldMk cId="3800236956" sldId="447"/>
        </pc:sldMkLst>
        <pc:spChg chg="mod">
          <ac:chgData name="R&amp;D/intern" userId="S::intern-a@cmesrobotics.ai::71f9efdc-7f13-403d-a66a-3368df03b1a9" providerId="AD" clId="Web-{A99EC8A8-D44F-B37B-D278-1BB16D6BFF4D}" dt="2025-03-25T01:37:01.275" v="118" actId="20577"/>
          <ac:spMkLst>
            <pc:docMk/>
            <pc:sldMk cId="3800236956" sldId="447"/>
            <ac:spMk id="5" creationId="{02F8E8F7-A683-9BA2-C1FB-1ADA4E624028}"/>
          </ac:spMkLst>
        </pc:spChg>
        <pc:spChg chg="mod">
          <ac:chgData name="R&amp;D/intern" userId="S::intern-a@cmesrobotics.ai::71f9efdc-7f13-403d-a66a-3368df03b1a9" providerId="AD" clId="Web-{A99EC8A8-D44F-B37B-D278-1BB16D6BFF4D}" dt="2025-03-25T01:37:31.559" v="140" actId="20577"/>
          <ac:spMkLst>
            <pc:docMk/>
            <pc:sldMk cId="3800236956" sldId="447"/>
            <ac:spMk id="15" creationId="{E93B8053-3CD0-F80B-3A90-C143C4BEADEE}"/>
          </ac:spMkLst>
        </pc:spChg>
        <pc:spChg chg="del">
          <ac:chgData name="R&amp;D/intern" userId="S::intern-a@cmesrobotics.ai::71f9efdc-7f13-403d-a66a-3368df03b1a9" providerId="AD" clId="Web-{A99EC8A8-D44F-B37B-D278-1BB16D6BFF4D}" dt="2025-03-25T01:37:27.793" v="137"/>
          <ac:spMkLst>
            <pc:docMk/>
            <pc:sldMk cId="3800236956" sldId="447"/>
            <ac:spMk id="23" creationId="{16ACB95C-3773-CAAF-840B-66F7BA66C932}"/>
          </ac:spMkLst>
        </pc:spChg>
        <pc:spChg chg="del">
          <ac:chgData name="R&amp;D/intern" userId="S::intern-a@cmesrobotics.ai::71f9efdc-7f13-403d-a66a-3368df03b1a9" providerId="AD" clId="Web-{A99EC8A8-D44F-B37B-D278-1BB16D6BFF4D}" dt="2025-03-25T01:37:27.777" v="136"/>
          <ac:spMkLst>
            <pc:docMk/>
            <pc:sldMk cId="3800236956" sldId="447"/>
            <ac:spMk id="25" creationId="{1403A4C3-54F8-3153-9140-94E9AE3FCC48}"/>
          </ac:spMkLst>
        </pc:spChg>
        <pc:picChg chg="del">
          <ac:chgData name="R&amp;D/intern" userId="S::intern-a@cmesrobotics.ai::71f9efdc-7f13-403d-a66a-3368df03b1a9" providerId="AD" clId="Web-{A99EC8A8-D44F-B37B-D278-1BB16D6BFF4D}" dt="2025-03-25T01:37:32.668" v="142"/>
          <ac:picMkLst>
            <pc:docMk/>
            <pc:sldMk cId="3800236956" sldId="447"/>
            <ac:picMk id="4" creationId="{601C264E-5805-7B24-FA06-CA7AF9268E95}"/>
          </ac:picMkLst>
        </pc:picChg>
        <pc:picChg chg="del">
          <ac:chgData name="R&amp;D/intern" userId="S::intern-a@cmesrobotics.ai::71f9efdc-7f13-403d-a66a-3368df03b1a9" providerId="AD" clId="Web-{A99EC8A8-D44F-B37B-D278-1BB16D6BFF4D}" dt="2025-03-25T01:37:32.403" v="141"/>
          <ac:picMkLst>
            <pc:docMk/>
            <pc:sldMk cId="3800236956" sldId="447"/>
            <ac:picMk id="19" creationId="{F096DB28-C9A5-6445-CE5A-A760CC0FB4EE}"/>
          </ac:picMkLst>
        </pc:picChg>
        <pc:cxnChg chg="del">
          <ac:chgData name="R&amp;D/intern" userId="S::intern-a@cmesrobotics.ai::71f9efdc-7f13-403d-a66a-3368df03b1a9" providerId="AD" clId="Web-{A99EC8A8-D44F-B37B-D278-1BB16D6BFF4D}" dt="2025-03-25T01:37:28.574" v="138"/>
          <ac:cxnSpMkLst>
            <pc:docMk/>
            <pc:sldMk cId="3800236956" sldId="447"/>
            <ac:cxnSpMk id="24" creationId="{39CB9A34-B2E2-18DC-8D98-240A30ED643A}"/>
          </ac:cxnSpMkLst>
        </pc:cxnChg>
      </pc:sldChg>
      <pc:sldChg chg="modSp">
        <pc:chgData name="R&amp;D/intern" userId="S::intern-a@cmesrobotics.ai::71f9efdc-7f13-403d-a66a-3368df03b1a9" providerId="AD" clId="Web-{A99EC8A8-D44F-B37B-D278-1BB16D6BFF4D}" dt="2025-03-25T01:10:36.006" v="6" actId="20577"/>
        <pc:sldMkLst>
          <pc:docMk/>
          <pc:sldMk cId="623883882" sldId="460"/>
        </pc:sldMkLst>
        <pc:spChg chg="mod">
          <ac:chgData name="R&amp;D/intern" userId="S::intern-a@cmesrobotics.ai::71f9efdc-7f13-403d-a66a-3368df03b1a9" providerId="AD" clId="Web-{A99EC8A8-D44F-B37B-D278-1BB16D6BFF4D}" dt="2025-03-25T01:10:36.006" v="6" actId="20577"/>
          <ac:spMkLst>
            <pc:docMk/>
            <pc:sldMk cId="623883882" sldId="460"/>
            <ac:spMk id="21" creationId="{2B9AADCD-EACB-E5B7-5B2A-F906DFBE9B20}"/>
          </ac:spMkLst>
        </pc:spChg>
      </pc:sldChg>
      <pc:sldChg chg="addSp delSp modSp">
        <pc:chgData name="R&amp;D/intern" userId="S::intern-a@cmesrobotics.ai::71f9efdc-7f13-403d-a66a-3368df03b1a9" providerId="AD" clId="Web-{A99EC8A8-D44F-B37B-D278-1BB16D6BFF4D}" dt="2025-03-25T06:24:50.751" v="684" actId="20577"/>
        <pc:sldMkLst>
          <pc:docMk/>
          <pc:sldMk cId="384319952" sldId="461"/>
        </pc:sldMkLst>
        <pc:spChg chg="mod">
          <ac:chgData name="R&amp;D/intern" userId="S::intern-a@cmesrobotics.ai::71f9efdc-7f13-403d-a66a-3368df03b1a9" providerId="AD" clId="Web-{A99EC8A8-D44F-B37B-D278-1BB16D6BFF4D}" dt="2025-03-25T01:34:07.607" v="70" actId="20577"/>
          <ac:spMkLst>
            <pc:docMk/>
            <pc:sldMk cId="384319952" sldId="461"/>
            <ac:spMk id="3" creationId="{F202B04E-4CD7-88A4-973F-AD21A27FE1BE}"/>
          </ac:spMkLst>
        </pc:spChg>
        <pc:spChg chg="add del mod">
          <ac:chgData name="R&amp;D/intern" userId="S::intern-a@cmesrobotics.ai::71f9efdc-7f13-403d-a66a-3368df03b1a9" providerId="AD" clId="Web-{A99EC8A8-D44F-B37B-D278-1BB16D6BFF4D}" dt="2025-03-25T06:18:33.146" v="543"/>
          <ac:spMkLst>
            <pc:docMk/>
            <pc:sldMk cId="384319952" sldId="461"/>
            <ac:spMk id="4" creationId="{1AF6B32C-0FA7-F092-98FA-CFE3373CD4F1}"/>
          </ac:spMkLst>
        </pc:spChg>
        <pc:spChg chg="add del mod">
          <ac:chgData name="R&amp;D/intern" userId="S::intern-a@cmesrobotics.ai::71f9efdc-7f13-403d-a66a-3368df03b1a9" providerId="AD" clId="Web-{A99EC8A8-D44F-B37B-D278-1BB16D6BFF4D}" dt="2025-03-25T06:18:33.146" v="541"/>
          <ac:spMkLst>
            <pc:docMk/>
            <pc:sldMk cId="384319952" sldId="461"/>
            <ac:spMk id="9" creationId="{43650796-43FF-8E4B-29DF-1815725665A8}"/>
          </ac:spMkLst>
        </pc:spChg>
        <pc:spChg chg="mod">
          <ac:chgData name="R&amp;D/intern" userId="S::intern-a@cmesrobotics.ai::71f9efdc-7f13-403d-a66a-3368df03b1a9" providerId="AD" clId="Web-{A99EC8A8-D44F-B37B-D278-1BB16D6BFF4D}" dt="2025-03-25T06:24:50.751" v="684" actId="20577"/>
          <ac:spMkLst>
            <pc:docMk/>
            <pc:sldMk cId="384319952" sldId="461"/>
            <ac:spMk id="12" creationId="{6FB1903C-2636-F1AB-6251-2913A3D26666}"/>
          </ac:spMkLst>
        </pc:spChg>
        <pc:picChg chg="add mod">
          <ac:chgData name="R&amp;D/intern" userId="S::intern-a@cmesrobotics.ai::71f9efdc-7f13-403d-a66a-3368df03b1a9" providerId="AD" clId="Web-{A99EC8A8-D44F-B37B-D278-1BB16D6BFF4D}" dt="2025-03-25T06:20:19.356" v="578" actId="1076"/>
          <ac:picMkLst>
            <pc:docMk/>
            <pc:sldMk cId="384319952" sldId="461"/>
            <ac:picMk id="10" creationId="{DBA95F56-C4FB-8E74-19B1-B484F52C5EEF}"/>
          </ac:picMkLst>
        </pc:picChg>
        <pc:picChg chg="add mod">
          <ac:chgData name="R&amp;D/intern" userId="S::intern-a@cmesrobotics.ai::71f9efdc-7f13-403d-a66a-3368df03b1a9" providerId="AD" clId="Web-{A99EC8A8-D44F-B37B-D278-1BB16D6BFF4D}" dt="2025-03-25T06:20:07.059" v="576" actId="1076"/>
          <ac:picMkLst>
            <pc:docMk/>
            <pc:sldMk cId="384319952" sldId="461"/>
            <ac:picMk id="11" creationId="{72810AF3-927C-0380-041B-478C92785D92}"/>
          </ac:picMkLst>
        </pc:picChg>
        <pc:picChg chg="add mod">
          <ac:chgData name="R&amp;D/intern" userId="S::intern-a@cmesrobotics.ai::71f9efdc-7f13-403d-a66a-3368df03b1a9" providerId="AD" clId="Web-{A99EC8A8-D44F-B37B-D278-1BB16D6BFF4D}" dt="2025-03-25T06:21:36.002" v="584" actId="1076"/>
          <ac:picMkLst>
            <pc:docMk/>
            <pc:sldMk cId="384319952" sldId="461"/>
            <ac:picMk id="13" creationId="{2FDF021C-D3EE-6739-54E7-EC8856B40ED3}"/>
          </ac:picMkLst>
        </pc:picChg>
        <pc:cxnChg chg="add del mod">
          <ac:chgData name="R&amp;D/intern" userId="S::intern-a@cmesrobotics.ai::71f9efdc-7f13-403d-a66a-3368df03b1a9" providerId="AD" clId="Web-{A99EC8A8-D44F-B37B-D278-1BB16D6BFF4D}" dt="2025-03-25T06:18:33.146" v="542"/>
          <ac:cxnSpMkLst>
            <pc:docMk/>
            <pc:sldMk cId="384319952" sldId="461"/>
            <ac:cxnSpMk id="6" creationId="{D5EF2EBE-9656-AEDF-EF8D-0182584AC514}"/>
          </ac:cxnSpMkLst>
        </pc:cxnChg>
      </pc:sldChg>
      <pc:sldChg chg="modSp">
        <pc:chgData name="R&amp;D/intern" userId="S::intern-a@cmesrobotics.ai::71f9efdc-7f13-403d-a66a-3368df03b1a9" providerId="AD" clId="Web-{A99EC8A8-D44F-B37B-D278-1BB16D6BFF4D}" dt="2025-03-25T01:35:10.314" v="79" actId="20577"/>
        <pc:sldMkLst>
          <pc:docMk/>
          <pc:sldMk cId="2669320060" sldId="462"/>
        </pc:sldMkLst>
        <pc:spChg chg="mod">
          <ac:chgData name="R&amp;D/intern" userId="S::intern-a@cmesrobotics.ai::71f9efdc-7f13-403d-a66a-3368df03b1a9" providerId="AD" clId="Web-{A99EC8A8-D44F-B37B-D278-1BB16D6BFF4D}" dt="2025-03-25T01:35:10.314" v="79" actId="20577"/>
          <ac:spMkLst>
            <pc:docMk/>
            <pc:sldMk cId="2669320060" sldId="462"/>
            <ac:spMk id="3" creationId="{F202B04E-4CD7-88A4-973F-AD21A27FE1BE}"/>
          </ac:spMkLst>
        </pc:spChg>
        <pc:spChg chg="mod">
          <ac:chgData name="R&amp;D/intern" userId="S::intern-a@cmesrobotics.ai::71f9efdc-7f13-403d-a66a-3368df03b1a9" providerId="AD" clId="Web-{A99EC8A8-D44F-B37B-D278-1BB16D6BFF4D}" dt="2025-03-25T01:24:40.473" v="9" actId="20577"/>
          <ac:spMkLst>
            <pc:docMk/>
            <pc:sldMk cId="2669320060" sldId="462"/>
            <ac:spMk id="8" creationId="{0DD66D77-ED74-9187-E813-8A81B83B22EE}"/>
          </ac:spMkLst>
        </pc:spChg>
      </pc:sldChg>
      <pc:sldChg chg="addSp delSp modSp">
        <pc:chgData name="R&amp;D/intern" userId="S::intern-a@cmesrobotics.ai::71f9efdc-7f13-403d-a66a-3368df03b1a9" providerId="AD" clId="Web-{A99EC8A8-D44F-B37B-D278-1BB16D6BFF4D}" dt="2025-03-25T02:16:13.631" v="291" actId="20577"/>
        <pc:sldMkLst>
          <pc:docMk/>
          <pc:sldMk cId="3408500924" sldId="463"/>
        </pc:sldMkLst>
        <pc:spChg chg="mod">
          <ac:chgData name="R&amp;D/intern" userId="S::intern-a@cmesrobotics.ai::71f9efdc-7f13-403d-a66a-3368df03b1a9" providerId="AD" clId="Web-{A99EC8A8-D44F-B37B-D278-1BB16D6BFF4D}" dt="2025-03-25T01:35:16.018" v="83" actId="20577"/>
          <ac:spMkLst>
            <pc:docMk/>
            <pc:sldMk cId="3408500924" sldId="463"/>
            <ac:spMk id="3" creationId="{F202B04E-4CD7-88A4-973F-AD21A27FE1BE}"/>
          </ac:spMkLst>
        </pc:spChg>
        <pc:spChg chg="mod">
          <ac:chgData name="R&amp;D/intern" userId="S::intern-a@cmesrobotics.ai::71f9efdc-7f13-403d-a66a-3368df03b1a9" providerId="AD" clId="Web-{A99EC8A8-D44F-B37B-D278-1BB16D6BFF4D}" dt="2025-03-25T01:57:26.863" v="243" actId="20577"/>
          <ac:spMkLst>
            <pc:docMk/>
            <pc:sldMk cId="3408500924" sldId="463"/>
            <ac:spMk id="8" creationId="{0DD66D77-ED74-9187-E813-8A81B83B22EE}"/>
          </ac:spMkLst>
        </pc:spChg>
        <pc:spChg chg="mod">
          <ac:chgData name="R&amp;D/intern" userId="S::intern-a@cmesrobotics.ai::71f9efdc-7f13-403d-a66a-3368df03b1a9" providerId="AD" clId="Web-{A99EC8A8-D44F-B37B-D278-1BB16D6BFF4D}" dt="2025-03-25T02:16:13.631" v="291" actId="20577"/>
          <ac:spMkLst>
            <pc:docMk/>
            <pc:sldMk cId="3408500924" sldId="463"/>
            <ac:spMk id="12" creationId="{6FB1903C-2636-F1AB-6251-2913A3D26666}"/>
          </ac:spMkLst>
        </pc:spChg>
        <pc:picChg chg="add del mod">
          <ac:chgData name="R&amp;D/intern" userId="S::intern-a@cmesrobotics.ai::71f9efdc-7f13-403d-a66a-3368df03b1a9" providerId="AD" clId="Web-{A99EC8A8-D44F-B37B-D278-1BB16D6BFF4D}" dt="2025-03-25T01:48:17.996" v="165"/>
          <ac:picMkLst>
            <pc:docMk/>
            <pc:sldMk cId="3408500924" sldId="463"/>
            <ac:picMk id="4" creationId="{82CCAF28-92EF-B550-30DD-4D8B4A55135C}"/>
          </ac:picMkLst>
        </pc:picChg>
      </pc:sldChg>
      <pc:sldChg chg="modSp">
        <pc:chgData name="R&amp;D/intern" userId="S::intern-a@cmesrobotics.ai::71f9efdc-7f13-403d-a66a-3368df03b1a9" providerId="AD" clId="Web-{A99EC8A8-D44F-B37B-D278-1BB16D6BFF4D}" dt="2025-03-25T01:35:21.096" v="88" actId="20577"/>
        <pc:sldMkLst>
          <pc:docMk/>
          <pc:sldMk cId="2956502946" sldId="464"/>
        </pc:sldMkLst>
        <pc:spChg chg="mod">
          <ac:chgData name="R&amp;D/intern" userId="S::intern-a@cmesrobotics.ai::71f9efdc-7f13-403d-a66a-3368df03b1a9" providerId="AD" clId="Web-{A99EC8A8-D44F-B37B-D278-1BB16D6BFF4D}" dt="2025-03-25T01:35:21.096" v="88" actId="20577"/>
          <ac:spMkLst>
            <pc:docMk/>
            <pc:sldMk cId="2956502946" sldId="464"/>
            <ac:spMk id="3" creationId="{45F8ED67-E881-2D22-D310-70B069173D4B}"/>
          </ac:spMkLst>
        </pc:spChg>
        <pc:spChg chg="mod">
          <ac:chgData name="R&amp;D/intern" userId="S::intern-a@cmesrobotics.ai::71f9efdc-7f13-403d-a66a-3368df03b1a9" providerId="AD" clId="Web-{A99EC8A8-D44F-B37B-D278-1BB16D6BFF4D}" dt="2025-03-25T01:28:07.847" v="21" actId="20577"/>
          <ac:spMkLst>
            <pc:docMk/>
            <pc:sldMk cId="2956502946" sldId="464"/>
            <ac:spMk id="8" creationId="{81A5FF16-71C9-62AD-FBB5-B541233994A2}"/>
          </ac:spMkLst>
        </pc:spChg>
        <pc:spChg chg="mod">
          <ac:chgData name="R&amp;D/intern" userId="S::intern-a@cmesrobotics.ai::71f9efdc-7f13-403d-a66a-3368df03b1a9" providerId="AD" clId="Web-{A99EC8A8-D44F-B37B-D278-1BB16D6BFF4D}" dt="2025-03-25T01:30:17.434" v="60" actId="20577"/>
          <ac:spMkLst>
            <pc:docMk/>
            <pc:sldMk cId="2956502946" sldId="464"/>
            <ac:spMk id="12" creationId="{23D8513C-9714-D887-C10D-B4FED23420D4}"/>
          </ac:spMkLst>
        </pc:spChg>
      </pc:sldChg>
      <pc:sldChg chg="modSp">
        <pc:chgData name="R&amp;D/intern" userId="S::intern-a@cmesrobotics.ai::71f9efdc-7f13-403d-a66a-3368df03b1a9" providerId="AD" clId="Web-{A99EC8A8-D44F-B37B-D278-1BB16D6BFF4D}" dt="2025-03-25T02:15:33.206" v="272" actId="20577"/>
        <pc:sldMkLst>
          <pc:docMk/>
          <pc:sldMk cId="2727353759" sldId="465"/>
        </pc:sldMkLst>
        <pc:spChg chg="mod">
          <ac:chgData name="R&amp;D/intern" userId="S::intern-a@cmesrobotics.ai::71f9efdc-7f13-403d-a66a-3368df03b1a9" providerId="AD" clId="Web-{A99EC8A8-D44F-B37B-D278-1BB16D6BFF4D}" dt="2025-03-25T01:35:36.066" v="104" actId="20577"/>
          <ac:spMkLst>
            <pc:docMk/>
            <pc:sldMk cId="2727353759" sldId="465"/>
            <ac:spMk id="3" creationId="{F202B04E-4CD7-88A4-973F-AD21A27FE1BE}"/>
          </ac:spMkLst>
        </pc:spChg>
        <pc:spChg chg="mod">
          <ac:chgData name="R&amp;D/intern" userId="S::intern-a@cmesrobotics.ai::71f9efdc-7f13-403d-a66a-3368df03b1a9" providerId="AD" clId="Web-{A99EC8A8-D44F-B37B-D278-1BB16D6BFF4D}" dt="2025-03-25T02:15:33.206" v="272" actId="20577"/>
          <ac:spMkLst>
            <pc:docMk/>
            <pc:sldMk cId="2727353759" sldId="465"/>
            <ac:spMk id="8" creationId="{0DD66D77-ED74-9187-E813-8A81B83B22EE}"/>
          </ac:spMkLst>
        </pc:spChg>
      </pc:sldChg>
      <pc:sldChg chg="add del replId">
        <pc:chgData name="R&amp;D/intern" userId="S::intern-a@cmesrobotics.ai::71f9efdc-7f13-403d-a66a-3368df03b1a9" providerId="AD" clId="Web-{A99EC8A8-D44F-B37B-D278-1BB16D6BFF4D}" dt="2025-03-25T01:27:59.393" v="17"/>
        <pc:sldMkLst>
          <pc:docMk/>
          <pc:sldMk cId="3137957969" sldId="471"/>
        </pc:sldMkLst>
      </pc:sldChg>
      <pc:sldChg chg="modSp add">
        <pc:chgData name="R&amp;D/intern" userId="S::intern-a@cmesrobotics.ai::71f9efdc-7f13-403d-a66a-3368df03b1a9" providerId="AD" clId="Web-{A99EC8A8-D44F-B37B-D278-1BB16D6BFF4D}" dt="2025-03-25T01:35:26.331" v="94" actId="20577"/>
        <pc:sldMkLst>
          <pc:docMk/>
          <pc:sldMk cId="4277302010" sldId="471"/>
        </pc:sldMkLst>
        <pc:spChg chg="mod">
          <ac:chgData name="R&amp;D/intern" userId="S::intern-a@cmesrobotics.ai::71f9efdc-7f13-403d-a66a-3368df03b1a9" providerId="AD" clId="Web-{A99EC8A8-D44F-B37B-D278-1BB16D6BFF4D}" dt="2025-03-25T01:35:26.331" v="94" actId="20577"/>
          <ac:spMkLst>
            <pc:docMk/>
            <pc:sldMk cId="4277302010" sldId="471"/>
            <ac:spMk id="3" creationId="{45F8ED67-E881-2D22-D310-70B069173D4B}"/>
          </ac:spMkLst>
        </pc:spChg>
        <pc:spChg chg="mod">
          <ac:chgData name="R&amp;D/intern" userId="S::intern-a@cmesrobotics.ai::71f9efdc-7f13-403d-a66a-3368df03b1a9" providerId="AD" clId="Web-{A99EC8A8-D44F-B37B-D278-1BB16D6BFF4D}" dt="2025-03-25T01:30:34.998" v="65" actId="20577"/>
          <ac:spMkLst>
            <pc:docMk/>
            <pc:sldMk cId="4277302010" sldId="471"/>
            <ac:spMk id="12" creationId="{23D8513C-9714-D887-C10D-B4FED23420D4}"/>
          </ac:spMkLst>
        </pc:spChg>
      </pc:sldChg>
      <pc:sldChg chg="add del replId">
        <pc:chgData name="R&amp;D/intern" userId="S::intern-a@cmesrobotics.ai::71f9efdc-7f13-403d-a66a-3368df03b1a9" providerId="AD" clId="Web-{A99EC8A8-D44F-B37B-D278-1BB16D6BFF4D}" dt="2025-03-25T01:29:10.633" v="29"/>
        <pc:sldMkLst>
          <pc:docMk/>
          <pc:sldMk cId="525135952" sldId="472"/>
        </pc:sldMkLst>
      </pc:sldChg>
      <pc:sldChg chg="add del replId">
        <pc:chgData name="R&amp;D/intern" userId="S::intern-a@cmesrobotics.ai::71f9efdc-7f13-403d-a66a-3368df03b1a9" providerId="AD" clId="Web-{A99EC8A8-D44F-B37B-D278-1BB16D6BFF4D}" dt="2025-03-25T01:28:44.959" v="25"/>
        <pc:sldMkLst>
          <pc:docMk/>
          <pc:sldMk cId="1859665529" sldId="472"/>
        </pc:sldMkLst>
      </pc:sldChg>
      <pc:sldChg chg="add del replId">
        <pc:chgData name="R&amp;D/intern" userId="S::intern-a@cmesrobotics.ai::71f9efdc-7f13-403d-a66a-3368df03b1a9" providerId="AD" clId="Web-{A99EC8A8-D44F-B37B-D278-1BB16D6BFF4D}" dt="2025-03-25T01:28:53.163" v="27"/>
        <pc:sldMkLst>
          <pc:docMk/>
          <pc:sldMk cId="2002949745" sldId="472"/>
        </pc:sldMkLst>
      </pc:sldChg>
      <pc:sldChg chg="add del replId">
        <pc:chgData name="R&amp;D/intern" userId="S::intern-a@cmesrobotics.ai::71f9efdc-7f13-403d-a66a-3368df03b1a9" providerId="AD" clId="Web-{A99EC8A8-D44F-B37B-D278-1BB16D6BFF4D}" dt="2025-03-25T01:28:42.334" v="23"/>
        <pc:sldMkLst>
          <pc:docMk/>
          <pc:sldMk cId="3242888099" sldId="472"/>
        </pc:sldMkLst>
      </pc:sldChg>
      <pc:sldChg chg="modSp add">
        <pc:chgData name="R&amp;D/intern" userId="S::intern-a@cmesrobotics.ai::71f9efdc-7f13-403d-a66a-3368df03b1a9" providerId="AD" clId="Web-{A99EC8A8-D44F-B37B-D278-1BB16D6BFF4D}" dt="2025-03-25T01:35:05.080" v="75" actId="20577"/>
        <pc:sldMkLst>
          <pc:docMk/>
          <pc:sldMk cId="4072712845" sldId="472"/>
        </pc:sldMkLst>
        <pc:spChg chg="mod">
          <ac:chgData name="R&amp;D/intern" userId="S::intern-a@cmesrobotics.ai::71f9efdc-7f13-403d-a66a-3368df03b1a9" providerId="AD" clId="Web-{A99EC8A8-D44F-B37B-D278-1BB16D6BFF4D}" dt="2025-03-25T01:35:05.080" v="75" actId="20577"/>
          <ac:spMkLst>
            <pc:docMk/>
            <pc:sldMk cId="4072712845" sldId="472"/>
            <ac:spMk id="3" creationId="{F202B04E-4CD7-88A4-973F-AD21A27FE1BE}"/>
          </ac:spMkLst>
        </pc:spChg>
        <pc:spChg chg="mod">
          <ac:chgData name="R&amp;D/intern" userId="S::intern-a@cmesrobotics.ai::71f9efdc-7f13-403d-a66a-3368df03b1a9" providerId="AD" clId="Web-{A99EC8A8-D44F-B37B-D278-1BB16D6BFF4D}" dt="2025-03-25T01:29:56.323" v="55" actId="20577"/>
          <ac:spMkLst>
            <pc:docMk/>
            <pc:sldMk cId="4072712845" sldId="472"/>
            <ac:spMk id="12" creationId="{6FB1903C-2636-F1AB-6251-2913A3D26666}"/>
          </ac:spMkLst>
        </pc:spChg>
      </pc:sldChg>
      <pc:sldChg chg="add del replId">
        <pc:chgData name="R&amp;D/intern" userId="S::intern-a@cmesrobotics.ai::71f9efdc-7f13-403d-a66a-3368df03b1a9" providerId="AD" clId="Web-{A99EC8A8-D44F-B37B-D278-1BB16D6BFF4D}" dt="2025-03-25T01:48:11.511" v="163"/>
        <pc:sldMkLst>
          <pc:docMk/>
          <pc:sldMk cId="1412263806" sldId="473"/>
        </pc:sldMkLst>
      </pc:sldChg>
      <pc:sldChg chg="addSp delSp modSp add">
        <pc:chgData name="R&amp;D/intern" userId="S::intern-a@cmesrobotics.ai::71f9efdc-7f13-403d-a66a-3368df03b1a9" providerId="AD" clId="Web-{A99EC8A8-D44F-B37B-D278-1BB16D6BFF4D}" dt="2025-03-25T01:54:08.427" v="238" actId="1076"/>
        <pc:sldMkLst>
          <pc:docMk/>
          <pc:sldMk cId="2424088315" sldId="473"/>
        </pc:sldMkLst>
        <pc:spChg chg="mod">
          <ac:chgData name="R&amp;D/intern" userId="S::intern-a@cmesrobotics.ai::71f9efdc-7f13-403d-a66a-3368df03b1a9" providerId="AD" clId="Web-{A99EC8A8-D44F-B37B-D278-1BB16D6BFF4D}" dt="2025-03-25T01:48:47.982" v="173" actId="20577"/>
          <ac:spMkLst>
            <pc:docMk/>
            <pc:sldMk cId="2424088315" sldId="473"/>
            <ac:spMk id="8" creationId="{0DD66D77-ED74-9187-E813-8A81B83B22EE}"/>
          </ac:spMkLst>
        </pc:spChg>
        <pc:spChg chg="del mod">
          <ac:chgData name="R&amp;D/intern" userId="S::intern-a@cmesrobotics.ai::71f9efdc-7f13-403d-a66a-3368df03b1a9" providerId="AD" clId="Web-{A99EC8A8-D44F-B37B-D278-1BB16D6BFF4D}" dt="2025-03-25T01:53:41.034" v="227"/>
          <ac:spMkLst>
            <pc:docMk/>
            <pc:sldMk cId="2424088315" sldId="473"/>
            <ac:spMk id="12" creationId="{6FB1903C-2636-F1AB-6251-2913A3D26666}"/>
          </ac:spMkLst>
        </pc:spChg>
        <pc:picChg chg="del mod">
          <ac:chgData name="R&amp;D/intern" userId="S::intern-a@cmesrobotics.ai::71f9efdc-7f13-403d-a66a-3368df03b1a9" providerId="AD" clId="Web-{A99EC8A8-D44F-B37B-D278-1BB16D6BFF4D}" dt="2025-03-25T01:51:35.666" v="176"/>
          <ac:picMkLst>
            <pc:docMk/>
            <pc:sldMk cId="2424088315" sldId="473"/>
            <ac:picMk id="4" creationId="{82CCAF28-92EF-B550-30DD-4D8B4A55135C}"/>
          </ac:picMkLst>
        </pc:picChg>
        <pc:picChg chg="add mod">
          <ac:chgData name="R&amp;D/intern" userId="S::intern-a@cmesrobotics.ai::71f9efdc-7f13-403d-a66a-3368df03b1a9" providerId="AD" clId="Web-{A99EC8A8-D44F-B37B-D278-1BB16D6BFF4D}" dt="2025-03-25T01:54:08.427" v="238" actId="1076"/>
          <ac:picMkLst>
            <pc:docMk/>
            <pc:sldMk cId="2424088315" sldId="473"/>
            <ac:picMk id="6" creationId="{0F300FF3-90F3-0300-5E94-C0F064596EDE}"/>
          </ac:picMkLst>
        </pc:picChg>
        <pc:picChg chg="add mod">
          <ac:chgData name="R&amp;D/intern" userId="S::intern-a@cmesrobotics.ai::71f9efdc-7f13-403d-a66a-3368df03b1a9" providerId="AD" clId="Web-{A99EC8A8-D44F-B37B-D278-1BB16D6BFF4D}" dt="2025-03-25T01:54:05.864" v="237" actId="14100"/>
          <ac:picMkLst>
            <pc:docMk/>
            <pc:sldMk cId="2424088315" sldId="473"/>
            <ac:picMk id="9" creationId="{C1B7392D-7CAD-0E27-5594-F66E8FF5F2E9}"/>
          </ac:picMkLst>
        </pc:picChg>
        <pc:picChg chg="add del mod">
          <ac:chgData name="R&amp;D/intern" userId="S::intern-a@cmesrobotics.ai::71f9efdc-7f13-403d-a66a-3368df03b1a9" providerId="AD" clId="Web-{A99EC8A8-D44F-B37B-D278-1BB16D6BFF4D}" dt="2025-03-25T01:53:10.688" v="205"/>
          <ac:picMkLst>
            <pc:docMk/>
            <pc:sldMk cId="2424088315" sldId="473"/>
            <ac:picMk id="10" creationId="{690A5E8B-DAFB-3FFC-3257-530472015AC0}"/>
          </ac:picMkLst>
        </pc:picChg>
      </pc:sldChg>
      <pc:sldChg chg="add del replId">
        <pc:chgData name="R&amp;D/intern" userId="S::intern-a@cmesrobotics.ai::71f9efdc-7f13-403d-a66a-3368df03b1a9" providerId="AD" clId="Web-{A99EC8A8-D44F-B37B-D278-1BB16D6BFF4D}" dt="2025-03-25T01:52:07.668" v="188"/>
        <pc:sldMkLst>
          <pc:docMk/>
          <pc:sldMk cId="2655699883" sldId="474"/>
        </pc:sldMkLst>
      </pc:sldChg>
      <pc:sldChg chg="delSp modSp add ord">
        <pc:chgData name="R&amp;D/intern" userId="S::intern-a@cmesrobotics.ai::71f9efdc-7f13-403d-a66a-3368df03b1a9" providerId="AD" clId="Web-{A99EC8A8-D44F-B37B-D278-1BB16D6BFF4D}" dt="2025-03-25T01:53:53.160" v="232" actId="1076"/>
        <pc:sldMkLst>
          <pc:docMk/>
          <pc:sldMk cId="3026586599" sldId="474"/>
        </pc:sldMkLst>
        <pc:spChg chg="del mod">
          <ac:chgData name="R&amp;D/intern" userId="S::intern-a@cmesrobotics.ai::71f9efdc-7f13-403d-a66a-3368df03b1a9" providerId="AD" clId="Web-{A99EC8A8-D44F-B37B-D278-1BB16D6BFF4D}" dt="2025-03-25T01:52:28.826" v="201"/>
          <ac:spMkLst>
            <pc:docMk/>
            <pc:sldMk cId="3026586599" sldId="474"/>
            <ac:spMk id="12" creationId="{6FB1903C-2636-F1AB-6251-2913A3D26666}"/>
          </ac:spMkLst>
        </pc:spChg>
        <pc:picChg chg="del">
          <ac:chgData name="R&amp;D/intern" userId="S::intern-a@cmesrobotics.ai::71f9efdc-7f13-403d-a66a-3368df03b1a9" providerId="AD" clId="Web-{A99EC8A8-D44F-B37B-D278-1BB16D6BFF4D}" dt="2025-03-25T01:52:10.434" v="190"/>
          <ac:picMkLst>
            <pc:docMk/>
            <pc:sldMk cId="3026586599" sldId="474"/>
            <ac:picMk id="6" creationId="{0F300FF3-90F3-0300-5E94-C0F064596EDE}"/>
          </ac:picMkLst>
        </pc:picChg>
        <pc:picChg chg="del">
          <ac:chgData name="R&amp;D/intern" userId="S::intern-a@cmesrobotics.ai::71f9efdc-7f13-403d-a66a-3368df03b1a9" providerId="AD" clId="Web-{A99EC8A8-D44F-B37B-D278-1BB16D6BFF4D}" dt="2025-03-25T01:52:12.403" v="192"/>
          <ac:picMkLst>
            <pc:docMk/>
            <pc:sldMk cId="3026586599" sldId="474"/>
            <ac:picMk id="9" creationId="{C1B7392D-7CAD-0E27-5594-F66E8FF5F2E9}"/>
          </ac:picMkLst>
        </pc:picChg>
        <pc:picChg chg="mod">
          <ac:chgData name="R&amp;D/intern" userId="S::intern-a@cmesrobotics.ai::71f9efdc-7f13-403d-a66a-3368df03b1a9" providerId="AD" clId="Web-{A99EC8A8-D44F-B37B-D278-1BB16D6BFF4D}" dt="2025-03-25T01:53:53.160" v="232" actId="1076"/>
          <ac:picMkLst>
            <pc:docMk/>
            <pc:sldMk cId="3026586599" sldId="474"/>
            <ac:picMk id="10" creationId="{690A5E8B-DAFB-3FFC-3257-530472015AC0}"/>
          </ac:picMkLst>
        </pc:picChg>
      </pc:sldChg>
      <pc:sldChg chg="add del replId">
        <pc:chgData name="R&amp;D/intern" userId="S::intern-a@cmesrobotics.ai::71f9efdc-7f13-403d-a66a-3368df03b1a9" providerId="AD" clId="Web-{A99EC8A8-D44F-B37B-D278-1BB16D6BFF4D}" dt="2025-03-25T01:56:56.720" v="240"/>
        <pc:sldMkLst>
          <pc:docMk/>
          <pc:sldMk cId="2743257600" sldId="475"/>
        </pc:sldMkLst>
      </pc:sldChg>
      <pc:sldChg chg="add ord">
        <pc:chgData name="R&amp;D/intern" userId="S::intern-a@cmesrobotics.ai::71f9efdc-7f13-403d-a66a-3368df03b1a9" providerId="AD" clId="Web-{A99EC8A8-D44F-B37B-D278-1BB16D6BFF4D}" dt="2025-03-25T02:15:12.095" v="269"/>
        <pc:sldMkLst>
          <pc:docMk/>
          <pc:sldMk cId="4130295046" sldId="475"/>
        </pc:sldMkLst>
      </pc:sldChg>
      <pc:sldChg chg="addSp delSp modSp add">
        <pc:chgData name="R&amp;D/intern" userId="S::intern-a@cmesrobotics.ai::71f9efdc-7f13-403d-a66a-3368df03b1a9" providerId="AD" clId="Web-{A99EC8A8-D44F-B37B-D278-1BB16D6BFF4D}" dt="2025-03-25T03:25:51.298" v="464" actId="20577"/>
        <pc:sldMkLst>
          <pc:docMk/>
          <pc:sldMk cId="1668354926" sldId="476"/>
        </pc:sldMkLst>
        <pc:spChg chg="mod">
          <ac:chgData name="R&amp;D/intern" userId="S::intern-a@cmesrobotics.ai::71f9efdc-7f13-403d-a66a-3368df03b1a9" providerId="AD" clId="Web-{A99EC8A8-D44F-B37B-D278-1BB16D6BFF4D}" dt="2025-03-25T02:21:30.388" v="363" actId="20577"/>
          <ac:spMkLst>
            <pc:docMk/>
            <pc:sldMk cId="1668354926" sldId="476"/>
            <ac:spMk id="8" creationId="{0DD66D77-ED74-9187-E813-8A81B83B22EE}"/>
          </ac:spMkLst>
        </pc:spChg>
        <pc:spChg chg="add mod">
          <ac:chgData name="R&amp;D/intern" userId="S::intern-a@cmesrobotics.ai::71f9efdc-7f13-403d-a66a-3368df03b1a9" providerId="AD" clId="Web-{A99EC8A8-D44F-B37B-D278-1BB16D6BFF4D}" dt="2025-03-25T02:22:48.737" v="392" actId="20577"/>
          <ac:spMkLst>
            <pc:docMk/>
            <pc:sldMk cId="1668354926" sldId="476"/>
            <ac:spMk id="10" creationId="{662395B2-D425-65BE-A297-44796D59F8C5}"/>
          </ac:spMkLst>
        </pc:spChg>
        <pc:spChg chg="add mod">
          <ac:chgData name="R&amp;D/intern" userId="S::intern-a@cmesrobotics.ai::71f9efdc-7f13-403d-a66a-3368df03b1a9" providerId="AD" clId="Web-{A99EC8A8-D44F-B37B-D278-1BB16D6BFF4D}" dt="2025-03-25T03:25:51.298" v="464" actId="20577"/>
          <ac:spMkLst>
            <pc:docMk/>
            <pc:sldMk cId="1668354926" sldId="476"/>
            <ac:spMk id="11" creationId="{8D4337F9-07A5-4050-DCC1-8A1B91680FAA}"/>
          </ac:spMkLst>
        </pc:spChg>
        <pc:picChg chg="del">
          <ac:chgData name="R&amp;D/intern" userId="S::intern-a@cmesrobotics.ai::71f9efdc-7f13-403d-a66a-3368df03b1a9" providerId="AD" clId="Web-{A99EC8A8-D44F-B37B-D278-1BB16D6BFF4D}" dt="2025-03-25T02:10:34.419" v="247"/>
          <ac:picMkLst>
            <pc:docMk/>
            <pc:sldMk cId="1668354926" sldId="476"/>
            <ac:picMk id="6" creationId="{0F300FF3-90F3-0300-5E94-C0F064596EDE}"/>
          </ac:picMkLst>
        </pc:picChg>
        <pc:picChg chg="del">
          <ac:chgData name="R&amp;D/intern" userId="S::intern-a@cmesrobotics.ai::71f9efdc-7f13-403d-a66a-3368df03b1a9" providerId="AD" clId="Web-{A99EC8A8-D44F-B37B-D278-1BB16D6BFF4D}" dt="2025-03-25T02:10:34.810" v="248"/>
          <ac:picMkLst>
            <pc:docMk/>
            <pc:sldMk cId="1668354926" sldId="476"/>
            <ac:picMk id="9" creationId="{C1B7392D-7CAD-0E27-5594-F66E8FF5F2E9}"/>
          </ac:picMkLst>
        </pc:picChg>
      </pc:sldChg>
      <pc:sldChg chg="add del replId">
        <pc:chgData name="R&amp;D/intern" userId="S::intern-a@cmesrobotics.ai::71f9efdc-7f13-403d-a66a-3368df03b1a9" providerId="AD" clId="Web-{A99EC8A8-D44F-B37B-D278-1BB16D6BFF4D}" dt="2025-03-25T02:10:22.496" v="245"/>
        <pc:sldMkLst>
          <pc:docMk/>
          <pc:sldMk cId="1842097586" sldId="476"/>
        </pc:sldMkLst>
      </pc:sldChg>
      <pc:sldChg chg="add del replId">
        <pc:chgData name="R&amp;D/intern" userId="S::intern-a@cmesrobotics.ai::71f9efdc-7f13-403d-a66a-3368df03b1a9" providerId="AD" clId="Web-{A99EC8A8-D44F-B37B-D278-1BB16D6BFF4D}" dt="2025-03-25T06:48:02.772" v="686"/>
        <pc:sldMkLst>
          <pc:docMk/>
          <pc:sldMk cId="2780872368" sldId="477"/>
        </pc:sldMkLst>
      </pc:sldChg>
      <pc:sldChg chg="addSp delSp modSp add">
        <pc:chgData name="R&amp;D/intern" userId="S::intern-a@cmesrobotics.ai::71f9efdc-7f13-403d-a66a-3368df03b1a9" providerId="AD" clId="Web-{A99EC8A8-D44F-B37B-D278-1BB16D6BFF4D}" dt="2025-03-25T07:05:02.675" v="747" actId="1076"/>
        <pc:sldMkLst>
          <pc:docMk/>
          <pc:sldMk cId="4101509442" sldId="477"/>
        </pc:sldMkLst>
        <pc:spChg chg="del mod">
          <ac:chgData name="R&amp;D/intern" userId="S::intern-a@cmesrobotics.ai::71f9efdc-7f13-403d-a66a-3368df03b1a9" providerId="AD" clId="Web-{A99EC8A8-D44F-B37B-D278-1BB16D6BFF4D}" dt="2025-03-25T07:04:08.407" v="733"/>
          <ac:spMkLst>
            <pc:docMk/>
            <pc:sldMk cId="4101509442" sldId="477"/>
            <ac:spMk id="12" creationId="{6FB1903C-2636-F1AB-6251-2913A3D26666}"/>
          </ac:spMkLst>
        </pc:spChg>
        <pc:picChg chg="add mod">
          <ac:chgData name="R&amp;D/intern" userId="S::intern-a@cmesrobotics.ai::71f9efdc-7f13-403d-a66a-3368df03b1a9" providerId="AD" clId="Web-{A99EC8A8-D44F-B37B-D278-1BB16D6BFF4D}" dt="2025-03-25T07:05:02.675" v="747" actId="1076"/>
          <ac:picMkLst>
            <pc:docMk/>
            <pc:sldMk cId="4101509442" sldId="477"/>
            <ac:picMk id="4" creationId="{20E32E9A-B060-7E58-61FE-DAC7A7DB9DFC}"/>
          </ac:picMkLst>
        </pc:picChg>
        <pc:picChg chg="del">
          <ac:chgData name="R&amp;D/intern" userId="S::intern-a@cmesrobotics.ai::71f9efdc-7f13-403d-a66a-3368df03b1a9" providerId="AD" clId="Web-{A99EC8A8-D44F-B37B-D278-1BB16D6BFF4D}" dt="2025-03-25T06:48:14.257" v="690"/>
          <ac:picMkLst>
            <pc:docMk/>
            <pc:sldMk cId="4101509442" sldId="477"/>
            <ac:picMk id="10" creationId="{DBA95F56-C4FB-8E74-19B1-B484F52C5EEF}"/>
          </ac:picMkLst>
        </pc:picChg>
        <pc:picChg chg="del">
          <ac:chgData name="R&amp;D/intern" userId="S::intern-a@cmesrobotics.ai::71f9efdc-7f13-403d-a66a-3368df03b1a9" providerId="AD" clId="Web-{A99EC8A8-D44F-B37B-D278-1BB16D6BFF4D}" dt="2025-03-25T06:48:14.194" v="689"/>
          <ac:picMkLst>
            <pc:docMk/>
            <pc:sldMk cId="4101509442" sldId="477"/>
            <ac:picMk id="11" creationId="{72810AF3-927C-0380-041B-478C92785D92}"/>
          </ac:picMkLst>
        </pc:picChg>
        <pc:picChg chg="del">
          <ac:chgData name="R&amp;D/intern" userId="S::intern-a@cmesrobotics.ai::71f9efdc-7f13-403d-a66a-3368df03b1a9" providerId="AD" clId="Web-{A99EC8A8-D44F-B37B-D278-1BB16D6BFF4D}" dt="2025-03-25T06:48:14.116" v="688"/>
          <ac:picMkLst>
            <pc:docMk/>
            <pc:sldMk cId="4101509442" sldId="477"/>
            <ac:picMk id="13" creationId="{2FDF021C-D3EE-6739-54E7-EC8856B40ED3}"/>
          </ac:picMkLst>
        </pc:picChg>
      </pc:sldChg>
      <pc:sldChg chg="delSp modSp add">
        <pc:chgData name="R&amp;D/intern" userId="S::intern-a@cmesrobotics.ai::71f9efdc-7f13-403d-a66a-3368df03b1a9" providerId="AD" clId="Web-{A99EC8A8-D44F-B37B-D278-1BB16D6BFF4D}" dt="2025-03-25T07:01:34.572" v="723" actId="20577"/>
        <pc:sldMkLst>
          <pc:docMk/>
          <pc:sldMk cId="128273369" sldId="478"/>
        </pc:sldMkLst>
        <pc:spChg chg="mod">
          <ac:chgData name="R&amp;D/intern" userId="S::intern-a@cmesrobotics.ai::71f9efdc-7f13-403d-a66a-3368df03b1a9" providerId="AD" clId="Web-{A99EC8A8-D44F-B37B-D278-1BB16D6BFF4D}" dt="2025-03-25T07:01:34.572" v="723" actId="20577"/>
          <ac:spMkLst>
            <pc:docMk/>
            <pc:sldMk cId="128273369" sldId="478"/>
            <ac:spMk id="12" creationId="{6FB1903C-2636-F1AB-6251-2913A3D26666}"/>
          </ac:spMkLst>
        </pc:spChg>
        <pc:picChg chg="del">
          <ac:chgData name="R&amp;D/intern" userId="S::intern-a@cmesrobotics.ai::71f9efdc-7f13-403d-a66a-3368df03b1a9" providerId="AD" clId="Web-{A99EC8A8-D44F-B37B-D278-1BB16D6BFF4D}" dt="2025-03-25T07:01:15.149" v="706"/>
          <ac:picMkLst>
            <pc:docMk/>
            <pc:sldMk cId="128273369" sldId="478"/>
            <ac:picMk id="10" creationId="{DBA95F56-C4FB-8E74-19B1-B484F52C5EEF}"/>
          </ac:picMkLst>
        </pc:picChg>
        <pc:picChg chg="del">
          <ac:chgData name="R&amp;D/intern" userId="S::intern-a@cmesrobotics.ai::71f9efdc-7f13-403d-a66a-3368df03b1a9" providerId="AD" clId="Web-{A99EC8A8-D44F-B37B-D278-1BB16D6BFF4D}" dt="2025-03-25T07:01:14.524" v="705"/>
          <ac:picMkLst>
            <pc:docMk/>
            <pc:sldMk cId="128273369" sldId="478"/>
            <ac:picMk id="11" creationId="{72810AF3-927C-0380-041B-478C92785D92}"/>
          </ac:picMkLst>
        </pc:picChg>
        <pc:picChg chg="del">
          <ac:chgData name="R&amp;D/intern" userId="S::intern-a@cmesrobotics.ai::71f9efdc-7f13-403d-a66a-3368df03b1a9" providerId="AD" clId="Web-{A99EC8A8-D44F-B37B-D278-1BB16D6BFF4D}" dt="2025-03-25T07:01:14.306" v="704"/>
          <ac:picMkLst>
            <pc:docMk/>
            <pc:sldMk cId="128273369" sldId="478"/>
            <ac:picMk id="13" creationId="{2FDF021C-D3EE-6739-54E7-EC8856B40ED3}"/>
          </ac:picMkLst>
        </pc:picChg>
      </pc:sldChg>
      <pc:sldChg chg="add del replId">
        <pc:chgData name="R&amp;D/intern" userId="S::intern-a@cmesrobotics.ai::71f9efdc-7f13-403d-a66a-3368df03b1a9" providerId="AD" clId="Web-{A99EC8A8-D44F-B37B-D278-1BB16D6BFF4D}" dt="2025-03-25T07:01:06.868" v="702"/>
        <pc:sldMkLst>
          <pc:docMk/>
          <pc:sldMk cId="1863881447" sldId="478"/>
        </pc:sldMkLst>
      </pc:sldChg>
      <pc:sldChg chg="add del replId">
        <pc:chgData name="R&amp;D/intern" userId="S::intern-a@cmesrobotics.ai::71f9efdc-7f13-403d-a66a-3368df03b1a9" providerId="AD" clId="Web-{A99EC8A8-D44F-B37B-D278-1BB16D6BFF4D}" dt="2025-03-25T07:04:15.313" v="736"/>
        <pc:sldMkLst>
          <pc:docMk/>
          <pc:sldMk cId="413849314" sldId="479"/>
        </pc:sldMkLst>
      </pc:sldChg>
      <pc:sldChg chg="addSp delSp modSp add">
        <pc:chgData name="R&amp;D/intern" userId="S::intern-a@cmesrobotics.ai::71f9efdc-7f13-403d-a66a-3368df03b1a9" providerId="AD" clId="Web-{A99EC8A8-D44F-B37B-D278-1BB16D6BFF4D}" dt="2025-03-25T07:05:36.270" v="755" actId="1076"/>
        <pc:sldMkLst>
          <pc:docMk/>
          <pc:sldMk cId="3573382779" sldId="479"/>
        </pc:sldMkLst>
        <pc:picChg chg="del">
          <ac:chgData name="R&amp;D/intern" userId="S::intern-a@cmesrobotics.ai::71f9efdc-7f13-403d-a66a-3368df03b1a9" providerId="AD" clId="Web-{A99EC8A8-D44F-B37B-D278-1BB16D6BFF4D}" dt="2025-03-25T07:04:29.049" v="744"/>
          <ac:picMkLst>
            <pc:docMk/>
            <pc:sldMk cId="3573382779" sldId="479"/>
            <ac:picMk id="4" creationId="{20E32E9A-B060-7E58-61FE-DAC7A7DB9DFC}"/>
          </ac:picMkLst>
        </pc:picChg>
        <pc:picChg chg="add mod">
          <ac:chgData name="R&amp;D/intern" userId="S::intern-a@cmesrobotics.ai::71f9efdc-7f13-403d-a66a-3368df03b1a9" providerId="AD" clId="Web-{A99EC8A8-D44F-B37B-D278-1BB16D6BFF4D}" dt="2025-03-25T07:05:36.270" v="755" actId="1076"/>
          <ac:picMkLst>
            <pc:docMk/>
            <pc:sldMk cId="3573382779" sldId="479"/>
            <ac:picMk id="6" creationId="{41B2EE16-0FDB-D7B2-E582-1CDF529B3302}"/>
          </ac:picMkLst>
        </pc:picChg>
      </pc:sldChg>
      <pc:sldChg chg="add del replId">
        <pc:chgData name="R&amp;D/intern" userId="S::intern-a@cmesrobotics.ai::71f9efdc-7f13-403d-a66a-3368df03b1a9" providerId="AD" clId="Web-{A99EC8A8-D44F-B37B-D278-1BB16D6BFF4D}" dt="2025-03-25T07:04:23.548" v="741"/>
        <pc:sldMkLst>
          <pc:docMk/>
          <pc:sldMk cId="2034168197" sldId="480"/>
        </pc:sldMkLst>
      </pc:sldChg>
      <pc:sldChg chg="add del replId">
        <pc:chgData name="R&amp;D/intern" userId="S::intern-a@cmesrobotics.ai::71f9efdc-7f13-403d-a66a-3368df03b1a9" providerId="AD" clId="Web-{A99EC8A8-D44F-B37B-D278-1BB16D6BFF4D}" dt="2025-03-25T07:04:19.407" v="739"/>
        <pc:sldMkLst>
          <pc:docMk/>
          <pc:sldMk cId="4227568287" sldId="480"/>
        </pc:sldMkLst>
      </pc:sldChg>
      <pc:sldChg chg="addSp delSp modSp add">
        <pc:chgData name="R&amp;D/intern" userId="S::intern-a@cmesrobotics.ai::71f9efdc-7f13-403d-a66a-3368df03b1a9" providerId="AD" clId="Web-{A99EC8A8-D44F-B37B-D278-1BB16D6BFF4D}" dt="2025-03-25T07:06:36.804" v="760" actId="1076"/>
        <pc:sldMkLst>
          <pc:docMk/>
          <pc:sldMk cId="4251018744" sldId="480"/>
        </pc:sldMkLst>
        <pc:picChg chg="del">
          <ac:chgData name="R&amp;D/intern" userId="S::intern-a@cmesrobotics.ai::71f9efdc-7f13-403d-a66a-3368df03b1a9" providerId="AD" clId="Web-{A99EC8A8-D44F-B37B-D278-1BB16D6BFF4D}" dt="2025-03-25T07:04:27.892" v="743"/>
          <ac:picMkLst>
            <pc:docMk/>
            <pc:sldMk cId="4251018744" sldId="480"/>
            <ac:picMk id="4" creationId="{20E32E9A-B060-7E58-61FE-DAC7A7DB9DFC}"/>
          </ac:picMkLst>
        </pc:picChg>
        <pc:picChg chg="add mod">
          <ac:chgData name="R&amp;D/intern" userId="S::intern-a@cmesrobotics.ai::71f9efdc-7f13-403d-a66a-3368df03b1a9" providerId="AD" clId="Web-{A99EC8A8-D44F-B37B-D278-1BB16D6BFF4D}" dt="2025-03-25T07:06:36.804" v="760" actId="1076"/>
          <ac:picMkLst>
            <pc:docMk/>
            <pc:sldMk cId="4251018744" sldId="480"/>
            <ac:picMk id="6" creationId="{B5DD5448-9CCC-43CF-A22A-78F973FAB67C}"/>
          </ac:picMkLst>
        </pc:picChg>
      </pc:sldChg>
      <pc:sldChg chg="addSp delSp modSp add">
        <pc:chgData name="R&amp;D/intern" userId="S::intern-a@cmesrobotics.ai::71f9efdc-7f13-403d-a66a-3368df03b1a9" providerId="AD" clId="Web-{A99EC8A8-D44F-B37B-D278-1BB16D6BFF4D}" dt="2025-03-25T07:39:14.668" v="949" actId="1076"/>
        <pc:sldMkLst>
          <pc:docMk/>
          <pc:sldMk cId="775175613" sldId="481"/>
        </pc:sldMkLst>
        <pc:spChg chg="mod">
          <ac:chgData name="R&amp;D/intern" userId="S::intern-a@cmesrobotics.ai::71f9efdc-7f13-403d-a66a-3368df03b1a9" providerId="AD" clId="Web-{A99EC8A8-D44F-B37B-D278-1BB16D6BFF4D}" dt="2025-03-25T07:20:20.089" v="769" actId="20577"/>
          <ac:spMkLst>
            <pc:docMk/>
            <pc:sldMk cId="775175613" sldId="481"/>
            <ac:spMk id="8" creationId="{0DD66D77-ED74-9187-E813-8A81B83B22EE}"/>
          </ac:spMkLst>
        </pc:spChg>
        <pc:spChg chg="add mod">
          <ac:chgData name="R&amp;D/intern" userId="S::intern-a@cmesrobotics.ai::71f9efdc-7f13-403d-a66a-3368df03b1a9" providerId="AD" clId="Web-{A99EC8A8-D44F-B37B-D278-1BB16D6BFF4D}" dt="2025-03-25T07:38:55.933" v="945" actId="20577"/>
          <ac:spMkLst>
            <pc:docMk/>
            <pc:sldMk cId="775175613" sldId="481"/>
            <ac:spMk id="10" creationId="{40B6E31E-01E8-1ECA-5410-1720CDB15BF4}"/>
          </ac:spMkLst>
        </pc:spChg>
        <pc:picChg chg="add mod">
          <ac:chgData name="R&amp;D/intern" userId="S::intern-a@cmesrobotics.ai::71f9efdc-7f13-403d-a66a-3368df03b1a9" providerId="AD" clId="Web-{A99EC8A8-D44F-B37B-D278-1BB16D6BFF4D}" dt="2025-03-25T07:39:14.668" v="949" actId="1076"/>
          <ac:picMkLst>
            <pc:docMk/>
            <pc:sldMk cId="775175613" sldId="481"/>
            <ac:picMk id="4" creationId="{780BBE0B-BDF0-0B78-B04C-52A90578BF74}"/>
          </ac:picMkLst>
        </pc:picChg>
        <pc:picChg chg="del">
          <ac:chgData name="R&amp;D/intern" userId="S::intern-a@cmesrobotics.ai::71f9efdc-7f13-403d-a66a-3368df03b1a9" providerId="AD" clId="Web-{A99EC8A8-D44F-B37B-D278-1BB16D6BFF4D}" dt="2025-03-25T07:20:08.760" v="764"/>
          <ac:picMkLst>
            <pc:docMk/>
            <pc:sldMk cId="775175613" sldId="481"/>
            <ac:picMk id="6" creationId="{B5DD5448-9CCC-43CF-A22A-78F973FAB67C}"/>
          </ac:picMkLst>
        </pc:picChg>
      </pc:sldChg>
      <pc:sldChg chg="add del replId">
        <pc:chgData name="R&amp;D/intern" userId="S::intern-a@cmesrobotics.ai::71f9efdc-7f13-403d-a66a-3368df03b1a9" providerId="AD" clId="Web-{A99EC8A8-D44F-B37B-D278-1BB16D6BFF4D}" dt="2025-03-25T07:20:02.307" v="762"/>
        <pc:sldMkLst>
          <pc:docMk/>
          <pc:sldMk cId="1784537869" sldId="481"/>
        </pc:sldMkLst>
      </pc:sldChg>
      <pc:sldChg chg="addSp delSp modSp add">
        <pc:chgData name="R&amp;D/intern" userId="S::intern-a@cmesrobotics.ai::71f9efdc-7f13-403d-a66a-3368df03b1a9" providerId="AD" clId="Web-{A99EC8A8-D44F-B37B-D278-1BB16D6BFF4D}" dt="2025-03-25T07:48:11.510" v="1036" actId="1076"/>
        <pc:sldMkLst>
          <pc:docMk/>
          <pc:sldMk cId="767046884" sldId="482"/>
        </pc:sldMkLst>
        <pc:spChg chg="mod">
          <ac:chgData name="R&amp;D/intern" userId="S::intern-a@cmesrobotics.ai::71f9efdc-7f13-403d-a66a-3368df03b1a9" providerId="AD" clId="Web-{A99EC8A8-D44F-B37B-D278-1BB16D6BFF4D}" dt="2025-03-25T07:40:22.531" v="955" actId="20577"/>
          <ac:spMkLst>
            <pc:docMk/>
            <pc:sldMk cId="767046884" sldId="482"/>
            <ac:spMk id="8" creationId="{0DD66D77-ED74-9187-E813-8A81B83B22EE}"/>
          </ac:spMkLst>
        </pc:spChg>
        <pc:spChg chg="mod">
          <ac:chgData name="R&amp;D/intern" userId="S::intern-a@cmesrobotics.ai::71f9efdc-7f13-403d-a66a-3368df03b1a9" providerId="AD" clId="Web-{A99EC8A8-D44F-B37B-D278-1BB16D6BFF4D}" dt="2025-03-25T07:46:29.452" v="1029" actId="20577"/>
          <ac:spMkLst>
            <pc:docMk/>
            <pc:sldMk cId="767046884" sldId="482"/>
            <ac:spMk id="10" creationId="{40B6E31E-01E8-1ECA-5410-1720CDB15BF4}"/>
          </ac:spMkLst>
        </pc:spChg>
        <pc:picChg chg="del">
          <ac:chgData name="R&amp;D/intern" userId="S::intern-a@cmesrobotics.ai::71f9efdc-7f13-403d-a66a-3368df03b1a9" providerId="AD" clId="Web-{A99EC8A8-D44F-B37B-D278-1BB16D6BFF4D}" dt="2025-03-25T07:40:05.358" v="953"/>
          <ac:picMkLst>
            <pc:docMk/>
            <pc:sldMk cId="767046884" sldId="482"/>
            <ac:picMk id="4" creationId="{780BBE0B-BDF0-0B78-B04C-52A90578BF74}"/>
          </ac:picMkLst>
        </pc:picChg>
        <pc:picChg chg="add mod">
          <ac:chgData name="R&amp;D/intern" userId="S::intern-a@cmesrobotics.ai::71f9efdc-7f13-403d-a66a-3368df03b1a9" providerId="AD" clId="Web-{A99EC8A8-D44F-B37B-D278-1BB16D6BFF4D}" dt="2025-03-25T07:48:11.510" v="1036" actId="1076"/>
          <ac:picMkLst>
            <pc:docMk/>
            <pc:sldMk cId="767046884" sldId="482"/>
            <ac:picMk id="6" creationId="{F53B76FF-FB5D-C45A-AD24-88A8D4953118}"/>
          </ac:picMkLst>
        </pc:picChg>
      </pc:sldChg>
      <pc:sldChg chg="add del replId">
        <pc:chgData name="R&amp;D/intern" userId="S::intern-a@cmesrobotics.ai::71f9efdc-7f13-403d-a66a-3368df03b1a9" providerId="AD" clId="Web-{A99EC8A8-D44F-B37B-D278-1BB16D6BFF4D}" dt="2025-03-25T07:40:01.280" v="951"/>
        <pc:sldMkLst>
          <pc:docMk/>
          <pc:sldMk cId="895601162" sldId="482"/>
        </pc:sldMkLst>
      </pc:sldChg>
      <pc:sldChg chg="add del replId">
        <pc:chgData name="R&amp;D/intern" userId="S::intern-a@cmesrobotics.ai::71f9efdc-7f13-403d-a66a-3368df03b1a9" providerId="AD" clId="Web-{A99EC8A8-D44F-B37B-D278-1BB16D6BFF4D}" dt="2025-03-25T07:47:46.713" v="1034"/>
        <pc:sldMkLst>
          <pc:docMk/>
          <pc:sldMk cId="2694950821" sldId="483"/>
        </pc:sldMkLst>
      </pc:sldChg>
      <pc:sldChg chg="addSp delSp modSp">
        <pc:chgData name="R&amp;D/intern" userId="S::intern-a@cmesrobotics.ai::71f9efdc-7f13-403d-a66a-3368df03b1a9" providerId="AD" clId="Web-{A99EC8A8-D44F-B37B-D278-1BB16D6BFF4D}" dt="2025-03-25T07:51:24.956" v="1072" actId="20577"/>
        <pc:sldMkLst>
          <pc:docMk/>
          <pc:sldMk cId="4152405226" sldId="484"/>
        </pc:sldMkLst>
        <pc:spChg chg="mod">
          <ac:chgData name="R&amp;D/intern" userId="S::intern-a@cmesrobotics.ai::71f9efdc-7f13-403d-a66a-3368df03b1a9" providerId="AD" clId="Web-{A99EC8A8-D44F-B37B-D278-1BB16D6BFF4D}" dt="2025-03-25T07:51:24.956" v="1072" actId="20577"/>
          <ac:spMkLst>
            <pc:docMk/>
            <pc:sldMk cId="4152405226" sldId="484"/>
            <ac:spMk id="10" creationId="{40B6E31E-01E8-1ECA-5410-1720CDB15BF4}"/>
          </ac:spMkLst>
        </pc:spChg>
        <pc:picChg chg="add mod">
          <ac:chgData name="R&amp;D/intern" userId="S::intern-a@cmesrobotics.ai::71f9efdc-7f13-403d-a66a-3368df03b1a9" providerId="AD" clId="Web-{A99EC8A8-D44F-B37B-D278-1BB16D6BFF4D}" dt="2025-03-25T07:48:57.512" v="1043" actId="1076"/>
          <ac:picMkLst>
            <pc:docMk/>
            <pc:sldMk cId="4152405226" sldId="484"/>
            <ac:picMk id="4" creationId="{9B1AA825-7C28-D9FD-4438-0D7FE6F7B174}"/>
          </ac:picMkLst>
        </pc:picChg>
        <pc:picChg chg="del">
          <ac:chgData name="R&amp;D/intern" userId="S::intern-a@cmesrobotics.ai::71f9efdc-7f13-403d-a66a-3368df03b1a9" providerId="AD" clId="Web-{A99EC8A8-D44F-B37B-D278-1BB16D6BFF4D}" dt="2025-03-25T07:47:54.854" v="1035"/>
          <ac:picMkLst>
            <pc:docMk/>
            <pc:sldMk cId="4152405226" sldId="484"/>
            <ac:picMk id="6" creationId="{F53B76FF-FB5D-C45A-AD24-88A8D4953118}"/>
          </ac:picMkLst>
        </pc:picChg>
      </pc:sldChg>
      <pc:sldChg chg="add del replId">
        <pc:chgData name="R&amp;D/intern" userId="S::intern-a@cmesrobotics.ai::71f9efdc-7f13-403d-a66a-3368df03b1a9" providerId="AD" clId="Web-{A99EC8A8-D44F-B37B-D278-1BB16D6BFF4D}" dt="2025-03-25T07:54:10.947" v="1074"/>
        <pc:sldMkLst>
          <pc:docMk/>
          <pc:sldMk cId="189309080" sldId="485"/>
        </pc:sldMkLst>
      </pc:sldChg>
      <pc:sldChg chg="addSp delSp modSp add">
        <pc:chgData name="R&amp;D/intern" userId="S::intern-a@cmesrobotics.ai::71f9efdc-7f13-403d-a66a-3368df03b1a9" providerId="AD" clId="Web-{A99EC8A8-D44F-B37B-D278-1BB16D6BFF4D}" dt="2025-03-25T08:07:56.730" v="1205" actId="20577"/>
        <pc:sldMkLst>
          <pc:docMk/>
          <pc:sldMk cId="2726995984" sldId="485"/>
        </pc:sldMkLst>
        <pc:spChg chg="mod">
          <ac:chgData name="R&amp;D/intern" userId="S::intern-a@cmesrobotics.ai::71f9efdc-7f13-403d-a66a-3368df03b1a9" providerId="AD" clId="Web-{A99EC8A8-D44F-B37B-D278-1BB16D6BFF4D}" dt="2025-03-25T07:55:39.841" v="1094" actId="20577"/>
          <ac:spMkLst>
            <pc:docMk/>
            <pc:sldMk cId="2726995984" sldId="485"/>
            <ac:spMk id="8" creationId="{0DD66D77-ED74-9187-E813-8A81B83B22EE}"/>
          </ac:spMkLst>
        </pc:spChg>
        <pc:spChg chg="mod">
          <ac:chgData name="R&amp;D/intern" userId="S::intern-a@cmesrobotics.ai::71f9efdc-7f13-403d-a66a-3368df03b1a9" providerId="AD" clId="Web-{A99EC8A8-D44F-B37B-D278-1BB16D6BFF4D}" dt="2025-03-25T08:07:56.730" v="1205" actId="20577"/>
          <ac:spMkLst>
            <pc:docMk/>
            <pc:sldMk cId="2726995984" sldId="485"/>
            <ac:spMk id="10" creationId="{40B6E31E-01E8-1ECA-5410-1720CDB15BF4}"/>
          </ac:spMkLst>
        </pc:spChg>
        <pc:picChg chg="del">
          <ac:chgData name="R&amp;D/intern" userId="S::intern-a@cmesrobotics.ai::71f9efdc-7f13-403d-a66a-3368df03b1a9" providerId="AD" clId="Web-{A99EC8A8-D44F-B37B-D278-1BB16D6BFF4D}" dt="2025-03-25T07:54:13.244" v="1076"/>
          <ac:picMkLst>
            <pc:docMk/>
            <pc:sldMk cId="2726995984" sldId="485"/>
            <ac:picMk id="4" creationId="{9B1AA825-7C28-D9FD-4438-0D7FE6F7B174}"/>
          </ac:picMkLst>
        </pc:picChg>
        <pc:picChg chg="add del mod">
          <ac:chgData name="R&amp;D/intern" userId="S::intern-a@cmesrobotics.ai::71f9efdc-7f13-403d-a66a-3368df03b1a9" providerId="AD" clId="Web-{A99EC8A8-D44F-B37B-D278-1BB16D6BFF4D}" dt="2025-03-25T07:55:12.199" v="1083"/>
          <ac:picMkLst>
            <pc:docMk/>
            <pc:sldMk cId="2726995984" sldId="485"/>
            <ac:picMk id="6" creationId="{5DF97D1F-E878-DB16-E5DB-C30B1861FA2A}"/>
          </ac:picMkLst>
        </pc:picChg>
        <pc:picChg chg="add mod">
          <ac:chgData name="R&amp;D/intern" userId="S::intern-a@cmesrobotics.ai::71f9efdc-7f13-403d-a66a-3368df03b1a9" providerId="AD" clId="Web-{A99EC8A8-D44F-B37B-D278-1BB16D6BFF4D}" dt="2025-03-25T07:55:55.420" v="1097" actId="1076"/>
          <ac:picMkLst>
            <pc:docMk/>
            <pc:sldMk cId="2726995984" sldId="485"/>
            <ac:picMk id="9" creationId="{7CF32C62-9EE0-CBFB-B8ED-CDB994C3DAC9}"/>
          </ac:picMkLst>
        </pc:picChg>
        <pc:inkChg chg="add del">
          <ac:chgData name="R&amp;D/intern" userId="S::intern-a@cmesrobotics.ai::71f9efdc-7f13-403d-a66a-3368df03b1a9" providerId="AD" clId="Web-{A99EC8A8-D44F-B37B-D278-1BB16D6BFF4D}" dt="2025-03-25T08:00:55.744" v="1173"/>
          <ac:inkMkLst>
            <pc:docMk/>
            <pc:sldMk cId="2726995984" sldId="485"/>
            <ac:inkMk id="11" creationId="{BE62E51D-1BF3-756A-8C4B-462FBAC7CA7C}"/>
          </ac:inkMkLst>
        </pc:inkChg>
        <pc:inkChg chg="add del">
          <ac:chgData name="R&amp;D/intern" userId="S::intern-a@cmesrobotics.ai::71f9efdc-7f13-403d-a66a-3368df03b1a9" providerId="AD" clId="Web-{A99EC8A8-D44F-B37B-D278-1BB16D6BFF4D}" dt="2025-03-25T08:00:52.979" v="1172"/>
          <ac:inkMkLst>
            <pc:docMk/>
            <pc:sldMk cId="2726995984" sldId="485"/>
            <ac:inkMk id="12" creationId="{1DFB9FEC-9F72-2E47-90B1-9D66DDBBCF04}"/>
          </ac:inkMkLst>
        </pc:inkChg>
        <pc:inkChg chg="add del">
          <ac:chgData name="R&amp;D/intern" userId="S::intern-a@cmesrobotics.ai::71f9efdc-7f13-403d-a66a-3368df03b1a9" providerId="AD" clId="Web-{A99EC8A8-D44F-B37B-D278-1BB16D6BFF4D}" dt="2025-03-25T08:01:02.870" v="1175"/>
          <ac:inkMkLst>
            <pc:docMk/>
            <pc:sldMk cId="2726995984" sldId="485"/>
            <ac:inkMk id="13" creationId="{715F56FC-CEFA-90E1-3039-C0F959F3415F}"/>
          </ac:inkMkLst>
        </pc:inkChg>
        <pc:inkChg chg="add">
          <ac:chgData name="R&amp;D/intern" userId="S::intern-a@cmesrobotics.ai::71f9efdc-7f13-403d-a66a-3368df03b1a9" providerId="AD" clId="Web-{A99EC8A8-D44F-B37B-D278-1BB16D6BFF4D}" dt="2025-03-25T08:01:06.010" v="1176"/>
          <ac:inkMkLst>
            <pc:docMk/>
            <pc:sldMk cId="2726995984" sldId="485"/>
            <ac:inkMk id="14" creationId="{CE8B15E5-38CF-968C-5F58-1899FBE33C40}"/>
          </ac:inkMkLst>
        </pc:inkChg>
        <pc:inkChg chg="add">
          <ac:chgData name="R&amp;D/intern" userId="S::intern-a@cmesrobotics.ai::71f9efdc-7f13-403d-a66a-3368df03b1a9" providerId="AD" clId="Web-{A99EC8A8-D44F-B37B-D278-1BB16D6BFF4D}" dt="2025-03-25T08:01:08.542" v="1177"/>
          <ac:inkMkLst>
            <pc:docMk/>
            <pc:sldMk cId="2726995984" sldId="485"/>
            <ac:inkMk id="15" creationId="{89AE7E63-E614-A69F-5332-5434529BC6D6}"/>
          </ac:inkMkLst>
        </pc:inkChg>
      </pc:sldChg>
      <pc:sldChg chg="addSp delSp modSp add">
        <pc:chgData name="R&amp;D/intern" userId="S::intern-a@cmesrobotics.ai::71f9efdc-7f13-403d-a66a-3368df03b1a9" providerId="AD" clId="Web-{A99EC8A8-D44F-B37B-D278-1BB16D6BFF4D}" dt="2025-03-25T08:27:49.090" v="1553" actId="20577"/>
        <pc:sldMkLst>
          <pc:docMk/>
          <pc:sldMk cId="371464032" sldId="486"/>
        </pc:sldMkLst>
        <pc:spChg chg="mod">
          <ac:chgData name="R&amp;D/intern" userId="S::intern-a@cmesrobotics.ai::71f9efdc-7f13-403d-a66a-3368df03b1a9" providerId="AD" clId="Web-{A99EC8A8-D44F-B37B-D278-1BB16D6BFF4D}" dt="2025-03-25T08:27:49.090" v="1553" actId="20577"/>
          <ac:spMkLst>
            <pc:docMk/>
            <pc:sldMk cId="371464032" sldId="486"/>
            <ac:spMk id="10" creationId="{40B6E31E-01E8-1ECA-5410-1720CDB15BF4}"/>
          </ac:spMkLst>
        </pc:spChg>
        <pc:picChg chg="add mod">
          <ac:chgData name="R&amp;D/intern" userId="S::intern-a@cmesrobotics.ai::71f9efdc-7f13-403d-a66a-3368df03b1a9" providerId="AD" clId="Web-{A99EC8A8-D44F-B37B-D278-1BB16D6BFF4D}" dt="2025-03-25T08:23:11.548" v="1449" actId="1076"/>
          <ac:picMkLst>
            <pc:docMk/>
            <pc:sldMk cId="371464032" sldId="486"/>
            <ac:picMk id="4" creationId="{79E137D8-2DD2-F001-A444-8CF9B78D6DF9}"/>
          </ac:picMkLst>
        </pc:picChg>
        <pc:picChg chg="del">
          <ac:chgData name="R&amp;D/intern" userId="S::intern-a@cmesrobotics.ai::71f9efdc-7f13-403d-a66a-3368df03b1a9" providerId="AD" clId="Web-{A99EC8A8-D44F-B37B-D278-1BB16D6BFF4D}" dt="2025-03-25T08:10:29.533" v="1209"/>
          <ac:picMkLst>
            <pc:docMk/>
            <pc:sldMk cId="371464032" sldId="486"/>
            <ac:picMk id="9" creationId="{7CF32C62-9EE0-CBFB-B8ED-CDB994C3DAC9}"/>
          </ac:picMkLst>
        </pc:picChg>
        <pc:inkChg chg="del">
          <ac:chgData name="R&amp;D/intern" userId="S::intern-a@cmesrobotics.ai::71f9efdc-7f13-403d-a66a-3368df03b1a9" providerId="AD" clId="Web-{A99EC8A8-D44F-B37B-D278-1BB16D6BFF4D}" dt="2025-03-25T08:10:31.720" v="1211"/>
          <ac:inkMkLst>
            <pc:docMk/>
            <pc:sldMk cId="371464032" sldId="486"/>
            <ac:inkMk id="14" creationId="{CE8B15E5-38CF-968C-5F58-1899FBE33C40}"/>
          </ac:inkMkLst>
        </pc:inkChg>
        <pc:inkChg chg="del">
          <ac:chgData name="R&amp;D/intern" userId="S::intern-a@cmesrobotics.ai::71f9efdc-7f13-403d-a66a-3368df03b1a9" providerId="AD" clId="Web-{A99EC8A8-D44F-B37B-D278-1BB16D6BFF4D}" dt="2025-03-25T08:10:31.720" v="1210"/>
          <ac:inkMkLst>
            <pc:docMk/>
            <pc:sldMk cId="371464032" sldId="486"/>
            <ac:inkMk id="15" creationId="{89AE7E63-E614-A69F-5332-5434529BC6D6}"/>
          </ac:inkMkLst>
        </pc:inkChg>
      </pc:sldChg>
      <pc:sldChg chg="add del replId">
        <pc:chgData name="R&amp;D/intern" userId="S::intern-a@cmesrobotics.ai::71f9efdc-7f13-403d-a66a-3368df03b1a9" providerId="AD" clId="Web-{A99EC8A8-D44F-B37B-D278-1BB16D6BFF4D}" dt="2025-03-25T08:10:27.048" v="1207"/>
        <pc:sldMkLst>
          <pc:docMk/>
          <pc:sldMk cId="1239618754" sldId="486"/>
        </pc:sldMkLst>
      </pc:sldChg>
      <pc:sldChg chg="add del replId">
        <pc:chgData name="R&amp;D/intern" userId="S::intern-a@cmesrobotics.ai::71f9efdc-7f13-403d-a66a-3368df03b1a9" providerId="AD" clId="Web-{A99EC8A8-D44F-B37B-D278-1BB16D6BFF4D}" dt="2025-03-25T07:59:13.459" v="1158"/>
        <pc:sldMkLst>
          <pc:docMk/>
          <pc:sldMk cId="3497273083" sldId="486"/>
        </pc:sldMkLst>
      </pc:sldChg>
      <pc:sldChg chg="add del">
        <pc:chgData name="R&amp;D/intern" userId="S::intern-a@cmesrobotics.ai::71f9efdc-7f13-403d-a66a-3368df03b1a9" providerId="AD" clId="Web-{A99EC8A8-D44F-B37B-D278-1BB16D6BFF4D}" dt="2025-03-25T07:59:38.726" v="1160"/>
        <pc:sldMkLst>
          <pc:docMk/>
          <pc:sldMk cId="4205877178" sldId="486"/>
        </pc:sldMkLst>
      </pc:sldChg>
    </pc:docChg>
  </pc:docChgLst>
  <pc:docChgLst>
    <pc:chgData name="R&amp;D/intern" userId="S::intern-a@cmesrobotics.ai::71f9efdc-7f13-403d-a66a-3368df03b1a9" providerId="AD" clId="Web-{7BCFEA8C-C101-90C6-302E-5200C8020AC4}"/>
    <pc:docChg chg="addSld delSld modSld sldOrd modSection">
      <pc:chgData name="R&amp;D/intern" userId="S::intern-a@cmesrobotics.ai::71f9efdc-7f13-403d-a66a-3368df03b1a9" providerId="AD" clId="Web-{7BCFEA8C-C101-90C6-302E-5200C8020AC4}" dt="2025-03-24T08:04:05.578" v="1406" actId="20577"/>
      <pc:docMkLst>
        <pc:docMk/>
      </pc:docMkLst>
      <pc:sldChg chg="modSp">
        <pc:chgData name="R&amp;D/intern" userId="S::intern-a@cmesrobotics.ai::71f9efdc-7f13-403d-a66a-3368df03b1a9" providerId="AD" clId="Web-{7BCFEA8C-C101-90C6-302E-5200C8020AC4}" dt="2025-03-24T01:15:16.023" v="24" actId="20577"/>
        <pc:sldMkLst>
          <pc:docMk/>
          <pc:sldMk cId="977443070" sldId="274"/>
        </pc:sldMkLst>
        <pc:spChg chg="mod">
          <ac:chgData name="R&amp;D/intern" userId="S::intern-a@cmesrobotics.ai::71f9efdc-7f13-403d-a66a-3368df03b1a9" providerId="AD" clId="Web-{7BCFEA8C-C101-90C6-302E-5200C8020AC4}" dt="2025-03-24T01:15:16.023" v="24" actId="20577"/>
          <ac:spMkLst>
            <pc:docMk/>
            <pc:sldMk cId="977443070" sldId="274"/>
            <ac:spMk id="4" creationId="{27463016-B154-6EF9-255F-56583080A767}"/>
          </ac:spMkLst>
        </pc:spChg>
      </pc:sldChg>
      <pc:sldChg chg="modSp">
        <pc:chgData name="R&amp;D/intern" userId="S::intern-a@cmesrobotics.ai::71f9efdc-7f13-403d-a66a-3368df03b1a9" providerId="AD" clId="Web-{7BCFEA8C-C101-90C6-302E-5200C8020AC4}" dt="2025-03-24T05:49:10.181" v="473" actId="20577"/>
        <pc:sldMkLst>
          <pc:docMk/>
          <pc:sldMk cId="3661590156" sldId="281"/>
        </pc:sldMkLst>
        <pc:spChg chg="mod">
          <ac:chgData name="R&amp;D/intern" userId="S::intern-a@cmesrobotics.ai::71f9efdc-7f13-403d-a66a-3368df03b1a9" providerId="AD" clId="Web-{7BCFEA8C-C101-90C6-302E-5200C8020AC4}" dt="2025-03-24T05:18:55.167" v="178" actId="20577"/>
          <ac:spMkLst>
            <pc:docMk/>
            <pc:sldMk cId="3661590156" sldId="281"/>
            <ac:spMk id="5" creationId="{C03AE5F4-C0EB-99F5-EF03-39A127ACF21A}"/>
          </ac:spMkLst>
        </pc:spChg>
        <pc:spChg chg="mod">
          <ac:chgData name="R&amp;D/intern" userId="S::intern-a@cmesrobotics.ai::71f9efdc-7f13-403d-a66a-3368df03b1a9" providerId="AD" clId="Web-{7BCFEA8C-C101-90C6-302E-5200C8020AC4}" dt="2025-03-24T05:22:04.752" v="192" actId="20577"/>
          <ac:spMkLst>
            <pc:docMk/>
            <pc:sldMk cId="3661590156" sldId="281"/>
            <ac:spMk id="8" creationId="{1CF1EBAA-01D4-B6FF-EAF8-2FFF3796BB58}"/>
          </ac:spMkLst>
        </pc:spChg>
        <pc:spChg chg="mod">
          <ac:chgData name="R&amp;D/intern" userId="S::intern-a@cmesrobotics.ai::71f9efdc-7f13-403d-a66a-3368df03b1a9" providerId="AD" clId="Web-{7BCFEA8C-C101-90C6-302E-5200C8020AC4}" dt="2025-03-24T05:49:00.868" v="472" actId="20577"/>
          <ac:spMkLst>
            <pc:docMk/>
            <pc:sldMk cId="3661590156" sldId="281"/>
            <ac:spMk id="11" creationId="{E642F1DD-EBA3-DFBD-6F22-0F4F18A79C6B}"/>
          </ac:spMkLst>
        </pc:spChg>
        <pc:spChg chg="mod">
          <ac:chgData name="R&amp;D/intern" userId="S::intern-a@cmesrobotics.ai::71f9efdc-7f13-403d-a66a-3368df03b1a9" providerId="AD" clId="Web-{7BCFEA8C-C101-90C6-302E-5200C8020AC4}" dt="2025-03-24T01:53:24.035" v="45" actId="14100"/>
          <ac:spMkLst>
            <pc:docMk/>
            <pc:sldMk cId="3661590156" sldId="281"/>
            <ac:spMk id="12" creationId="{3286264F-B203-4D3E-FC6E-42BA7B68E6A0}"/>
          </ac:spMkLst>
        </pc:spChg>
        <pc:spChg chg="mod">
          <ac:chgData name="R&amp;D/intern" userId="S::intern-a@cmesrobotics.ai::71f9efdc-7f13-403d-a66a-3368df03b1a9" providerId="AD" clId="Web-{7BCFEA8C-C101-90C6-302E-5200C8020AC4}" dt="2025-03-24T05:49:10.181" v="473" actId="20577"/>
          <ac:spMkLst>
            <pc:docMk/>
            <pc:sldMk cId="3661590156" sldId="281"/>
            <ac:spMk id="42" creationId="{E371061F-A463-2FF5-DF09-BA6A79731915}"/>
          </ac:spMkLst>
        </pc:spChg>
        <pc:spChg chg="mod">
          <ac:chgData name="R&amp;D/intern" userId="S::intern-a@cmesrobotics.ai::71f9efdc-7f13-403d-a66a-3368df03b1a9" providerId="AD" clId="Web-{7BCFEA8C-C101-90C6-302E-5200C8020AC4}" dt="2025-03-24T01:53:34.630" v="47" actId="14100"/>
          <ac:spMkLst>
            <pc:docMk/>
            <pc:sldMk cId="3661590156" sldId="281"/>
            <ac:spMk id="43" creationId="{9A2F7E61-7889-1002-15DE-803ECD9B6CF2}"/>
          </ac:spMkLst>
        </pc:spChg>
      </pc:sldChg>
      <pc:sldChg chg="modSp">
        <pc:chgData name="R&amp;D/intern" userId="S::intern-a@cmesrobotics.ai::71f9efdc-7f13-403d-a66a-3368df03b1a9" providerId="AD" clId="Web-{7BCFEA8C-C101-90C6-302E-5200C8020AC4}" dt="2025-03-24T05:52:12.812" v="503" actId="20577"/>
        <pc:sldMkLst>
          <pc:docMk/>
          <pc:sldMk cId="1114981163" sldId="283"/>
        </pc:sldMkLst>
        <pc:spChg chg="mod">
          <ac:chgData name="R&amp;D/intern" userId="S::intern-a@cmesrobotics.ai::71f9efdc-7f13-403d-a66a-3368df03b1a9" providerId="AD" clId="Web-{7BCFEA8C-C101-90C6-302E-5200C8020AC4}" dt="2025-03-24T05:52:12.812" v="503" actId="20577"/>
          <ac:spMkLst>
            <pc:docMk/>
            <pc:sldMk cId="1114981163" sldId="283"/>
            <ac:spMk id="2" creationId="{3AAFE348-10B0-272A-9295-9B004FA25A1A}"/>
          </ac:spMkLst>
        </pc:spChg>
      </pc:sldChg>
      <pc:sldChg chg="modSp">
        <pc:chgData name="R&amp;D/intern" userId="S::intern-a@cmesrobotics.ai::71f9efdc-7f13-403d-a66a-3368df03b1a9" providerId="AD" clId="Web-{7BCFEA8C-C101-90C6-302E-5200C8020AC4}" dt="2025-03-24T05:56:47.915" v="572" actId="20577"/>
        <pc:sldMkLst>
          <pc:docMk/>
          <pc:sldMk cId="2002697072" sldId="340"/>
        </pc:sldMkLst>
        <pc:spChg chg="mod">
          <ac:chgData name="R&amp;D/intern" userId="S::intern-a@cmesrobotics.ai::71f9efdc-7f13-403d-a66a-3368df03b1a9" providerId="AD" clId="Web-{7BCFEA8C-C101-90C6-302E-5200C8020AC4}" dt="2025-03-24T05:56:47.915" v="572" actId="20577"/>
          <ac:spMkLst>
            <pc:docMk/>
            <pc:sldMk cId="2002697072" sldId="340"/>
            <ac:spMk id="12" creationId="{B754D2FB-60E4-C970-2FEC-FEFA8047CEA0}"/>
          </ac:spMkLst>
        </pc:spChg>
      </pc:sldChg>
      <pc:sldChg chg="modSp">
        <pc:chgData name="R&amp;D/intern" userId="S::intern-a@cmesrobotics.ai::71f9efdc-7f13-403d-a66a-3368df03b1a9" providerId="AD" clId="Web-{7BCFEA8C-C101-90C6-302E-5200C8020AC4}" dt="2025-03-24T05:52:29.360" v="509" actId="20577"/>
        <pc:sldMkLst>
          <pc:docMk/>
          <pc:sldMk cId="3802532465" sldId="419"/>
        </pc:sldMkLst>
        <pc:spChg chg="mod">
          <ac:chgData name="R&amp;D/intern" userId="S::intern-a@cmesrobotics.ai::71f9efdc-7f13-403d-a66a-3368df03b1a9" providerId="AD" clId="Web-{7BCFEA8C-C101-90C6-302E-5200C8020AC4}" dt="2025-03-24T05:52:29.360" v="509" actId="20577"/>
          <ac:spMkLst>
            <pc:docMk/>
            <pc:sldMk cId="3802532465" sldId="419"/>
            <ac:spMk id="2" creationId="{8200F294-9698-C978-BBFC-F90864CA789B}"/>
          </ac:spMkLst>
        </pc:spChg>
      </pc:sldChg>
      <pc:sldChg chg="del">
        <pc:chgData name="R&amp;D/intern" userId="S::intern-a@cmesrobotics.ai::71f9efdc-7f13-403d-a66a-3368df03b1a9" providerId="AD" clId="Web-{7BCFEA8C-C101-90C6-302E-5200C8020AC4}" dt="2025-03-24T05:52:40.141" v="510"/>
        <pc:sldMkLst>
          <pc:docMk/>
          <pc:sldMk cId="1862196822" sldId="425"/>
        </pc:sldMkLst>
      </pc:sldChg>
      <pc:sldChg chg="del">
        <pc:chgData name="R&amp;D/intern" userId="S::intern-a@cmesrobotics.ai::71f9efdc-7f13-403d-a66a-3368df03b1a9" providerId="AD" clId="Web-{7BCFEA8C-C101-90C6-302E-5200C8020AC4}" dt="2025-03-24T05:52:42.454" v="511"/>
        <pc:sldMkLst>
          <pc:docMk/>
          <pc:sldMk cId="3875158647" sldId="442"/>
        </pc:sldMkLst>
      </pc:sldChg>
      <pc:sldChg chg="del">
        <pc:chgData name="R&amp;D/intern" userId="S::intern-a@cmesrobotics.ai::71f9efdc-7f13-403d-a66a-3368df03b1a9" providerId="AD" clId="Web-{7BCFEA8C-C101-90C6-302E-5200C8020AC4}" dt="2025-03-24T05:52:50.079" v="518"/>
        <pc:sldMkLst>
          <pc:docMk/>
          <pc:sldMk cId="3395111345" sldId="443"/>
        </pc:sldMkLst>
      </pc:sldChg>
      <pc:sldChg chg="del">
        <pc:chgData name="R&amp;D/intern" userId="S::intern-a@cmesrobotics.ai::71f9efdc-7f13-403d-a66a-3368df03b1a9" providerId="AD" clId="Web-{7BCFEA8C-C101-90C6-302E-5200C8020AC4}" dt="2025-03-24T05:52:43.970" v="513"/>
        <pc:sldMkLst>
          <pc:docMk/>
          <pc:sldMk cId="1701201000" sldId="448"/>
        </pc:sldMkLst>
      </pc:sldChg>
      <pc:sldChg chg="del">
        <pc:chgData name="R&amp;D/intern" userId="S::intern-a@cmesrobotics.ai::71f9efdc-7f13-403d-a66a-3368df03b1a9" providerId="AD" clId="Web-{7BCFEA8C-C101-90C6-302E-5200C8020AC4}" dt="2025-03-24T05:52:42.876" v="512"/>
        <pc:sldMkLst>
          <pc:docMk/>
          <pc:sldMk cId="816455412" sldId="451"/>
        </pc:sldMkLst>
      </pc:sldChg>
      <pc:sldChg chg="del">
        <pc:chgData name="R&amp;D/intern" userId="S::intern-a@cmesrobotics.ai::71f9efdc-7f13-403d-a66a-3368df03b1a9" providerId="AD" clId="Web-{7BCFEA8C-C101-90C6-302E-5200C8020AC4}" dt="2025-03-24T05:52:45.501" v="514"/>
        <pc:sldMkLst>
          <pc:docMk/>
          <pc:sldMk cId="3603752129" sldId="452"/>
        </pc:sldMkLst>
      </pc:sldChg>
      <pc:sldChg chg="del">
        <pc:chgData name="R&amp;D/intern" userId="S::intern-a@cmesrobotics.ai::71f9efdc-7f13-403d-a66a-3368df03b1a9" providerId="AD" clId="Web-{7BCFEA8C-C101-90C6-302E-5200C8020AC4}" dt="2025-03-24T05:52:47.876" v="515"/>
        <pc:sldMkLst>
          <pc:docMk/>
          <pc:sldMk cId="538786430" sldId="453"/>
        </pc:sldMkLst>
      </pc:sldChg>
      <pc:sldChg chg="del">
        <pc:chgData name="R&amp;D/intern" userId="S::intern-a@cmesrobotics.ai::71f9efdc-7f13-403d-a66a-3368df03b1a9" providerId="AD" clId="Web-{7BCFEA8C-C101-90C6-302E-5200C8020AC4}" dt="2025-03-24T05:52:48.735" v="516"/>
        <pc:sldMkLst>
          <pc:docMk/>
          <pc:sldMk cId="3990952594" sldId="454"/>
        </pc:sldMkLst>
      </pc:sldChg>
      <pc:sldChg chg="del">
        <pc:chgData name="R&amp;D/intern" userId="S::intern-a@cmesrobotics.ai::71f9efdc-7f13-403d-a66a-3368df03b1a9" providerId="AD" clId="Web-{7BCFEA8C-C101-90C6-302E-5200C8020AC4}" dt="2025-03-24T05:52:49.563" v="517"/>
        <pc:sldMkLst>
          <pc:docMk/>
          <pc:sldMk cId="2237112883" sldId="455"/>
        </pc:sldMkLst>
      </pc:sldChg>
      <pc:sldChg chg="del">
        <pc:chgData name="R&amp;D/intern" userId="S::intern-a@cmesrobotics.ai::71f9efdc-7f13-403d-a66a-3368df03b1a9" providerId="AD" clId="Web-{7BCFEA8C-C101-90C6-302E-5200C8020AC4}" dt="2025-03-24T05:52:50.689" v="519"/>
        <pc:sldMkLst>
          <pc:docMk/>
          <pc:sldMk cId="1274448281" sldId="456"/>
        </pc:sldMkLst>
      </pc:sldChg>
      <pc:sldChg chg="modSp add">
        <pc:chgData name="R&amp;D/intern" userId="S::intern-a@cmesrobotics.ai::71f9efdc-7f13-403d-a66a-3368df03b1a9" providerId="AD" clId="Web-{7BCFEA8C-C101-90C6-302E-5200C8020AC4}" dt="2025-03-24T05:18:46.042" v="171" actId="20577"/>
        <pc:sldMkLst>
          <pc:docMk/>
          <pc:sldMk cId="1630415941" sldId="457"/>
        </pc:sldMkLst>
        <pc:spChg chg="mod">
          <ac:chgData name="R&amp;D/intern" userId="S::intern-a@cmesrobotics.ai::71f9efdc-7f13-403d-a66a-3368df03b1a9" providerId="AD" clId="Web-{7BCFEA8C-C101-90C6-302E-5200C8020AC4}" dt="2025-03-24T05:18:46.042" v="171" actId="20577"/>
          <ac:spMkLst>
            <pc:docMk/>
            <pc:sldMk cId="1630415941" sldId="457"/>
            <ac:spMk id="2" creationId="{3AAFE348-10B0-272A-9295-9B004FA25A1A}"/>
          </ac:spMkLst>
        </pc:spChg>
        <pc:spChg chg="mod">
          <ac:chgData name="R&amp;D/intern" userId="S::intern-a@cmesrobotics.ai::71f9efdc-7f13-403d-a66a-3368df03b1a9" providerId="AD" clId="Web-{7BCFEA8C-C101-90C6-302E-5200C8020AC4}" dt="2025-03-24T01:54:23.678" v="63" actId="20577"/>
          <ac:spMkLst>
            <pc:docMk/>
            <pc:sldMk cId="1630415941" sldId="457"/>
            <ac:spMk id="3" creationId="{A7B8D12B-3FE2-0A8A-997D-06E167DC362F}"/>
          </ac:spMkLst>
        </pc:spChg>
      </pc:sldChg>
      <pc:sldChg chg="add del replId">
        <pc:chgData name="R&amp;D/intern" userId="S::intern-a@cmesrobotics.ai::71f9efdc-7f13-403d-a66a-3368df03b1a9" providerId="AD" clId="Web-{7BCFEA8C-C101-90C6-302E-5200C8020AC4}" dt="2025-03-24T01:54:06.256" v="52"/>
        <pc:sldMkLst>
          <pc:docMk/>
          <pc:sldMk cId="2231213451" sldId="457"/>
        </pc:sldMkLst>
      </pc:sldChg>
      <pc:sldChg chg="add del replId">
        <pc:chgData name="R&amp;D/intern" userId="S::intern-a@cmesrobotics.ai::71f9efdc-7f13-403d-a66a-3368df03b1a9" providerId="AD" clId="Web-{7BCFEA8C-C101-90C6-302E-5200C8020AC4}" dt="2025-03-24T01:54:09.771" v="55"/>
        <pc:sldMkLst>
          <pc:docMk/>
          <pc:sldMk cId="535069778" sldId="458"/>
        </pc:sldMkLst>
      </pc:sldChg>
      <pc:sldChg chg="modSp add">
        <pc:chgData name="R&amp;D/intern" userId="S::intern-a@cmesrobotics.ai::71f9efdc-7f13-403d-a66a-3368df03b1a9" providerId="AD" clId="Web-{7BCFEA8C-C101-90C6-302E-5200C8020AC4}" dt="2025-03-24T05:21:56.658" v="189" actId="20577"/>
        <pc:sldMkLst>
          <pc:docMk/>
          <pc:sldMk cId="4184731062" sldId="458"/>
        </pc:sldMkLst>
        <pc:spChg chg="mod">
          <ac:chgData name="R&amp;D/intern" userId="S::intern-a@cmesrobotics.ai::71f9efdc-7f13-403d-a66a-3368df03b1a9" providerId="AD" clId="Web-{7BCFEA8C-C101-90C6-302E-5200C8020AC4}" dt="2025-03-24T05:21:56.658" v="189" actId="20577"/>
          <ac:spMkLst>
            <pc:docMk/>
            <pc:sldMk cId="4184731062" sldId="458"/>
            <ac:spMk id="2" creationId="{3AAFE348-10B0-272A-9295-9B004FA25A1A}"/>
          </ac:spMkLst>
        </pc:spChg>
        <pc:spChg chg="mod">
          <ac:chgData name="R&amp;D/intern" userId="S::intern-a@cmesrobotics.ai::71f9efdc-7f13-403d-a66a-3368df03b1a9" providerId="AD" clId="Web-{7BCFEA8C-C101-90C6-302E-5200C8020AC4}" dt="2025-03-24T01:54:56.836" v="78" actId="20577"/>
          <ac:spMkLst>
            <pc:docMk/>
            <pc:sldMk cId="4184731062" sldId="458"/>
            <ac:spMk id="3" creationId="{A7B8D12B-3FE2-0A8A-997D-06E167DC362F}"/>
          </ac:spMkLst>
        </pc:spChg>
      </pc:sldChg>
      <pc:sldChg chg="add del replId">
        <pc:chgData name="R&amp;D/intern" userId="S::intern-a@cmesrobotics.ai::71f9efdc-7f13-403d-a66a-3368df03b1a9" providerId="AD" clId="Web-{7BCFEA8C-C101-90C6-302E-5200C8020AC4}" dt="2025-03-24T01:55:14.446" v="88"/>
        <pc:sldMkLst>
          <pc:docMk/>
          <pc:sldMk cId="127673724" sldId="459"/>
        </pc:sldMkLst>
      </pc:sldChg>
      <pc:sldChg chg="addSp delSp modSp add ord">
        <pc:chgData name="R&amp;D/intern" userId="S::intern-a@cmesrobotics.ai::71f9efdc-7f13-403d-a66a-3368df03b1a9" providerId="AD" clId="Web-{7BCFEA8C-C101-90C6-302E-5200C8020AC4}" dt="2025-03-24T05:47:03.583" v="471" actId="20577"/>
        <pc:sldMkLst>
          <pc:docMk/>
          <pc:sldMk cId="2802401869" sldId="459"/>
        </pc:sldMkLst>
        <pc:spChg chg="mod">
          <ac:chgData name="R&amp;D/intern" userId="S::intern-a@cmesrobotics.ai::71f9efdc-7f13-403d-a66a-3368df03b1a9" providerId="AD" clId="Web-{7BCFEA8C-C101-90C6-302E-5200C8020AC4}" dt="2025-03-24T05:26:35.823" v="222" actId="20577"/>
          <ac:spMkLst>
            <pc:docMk/>
            <pc:sldMk cId="2802401869" sldId="459"/>
            <ac:spMk id="3" creationId="{F202B04E-4CD7-88A4-973F-AD21A27FE1BE}"/>
          </ac:spMkLst>
        </pc:spChg>
        <pc:spChg chg="add mod">
          <ac:chgData name="R&amp;D/intern" userId="S::intern-a@cmesrobotics.ai::71f9efdc-7f13-403d-a66a-3368df03b1a9" providerId="AD" clId="Web-{7BCFEA8C-C101-90C6-302E-5200C8020AC4}" dt="2025-03-24T05:44:41.375" v="434" actId="1076"/>
          <ac:spMkLst>
            <pc:docMk/>
            <pc:sldMk cId="2802401869" sldId="459"/>
            <ac:spMk id="4" creationId="{918F9F57-64B3-7928-49B8-A28EAA7F7E08}"/>
          </ac:spMkLst>
        </pc:spChg>
        <pc:spChg chg="mod">
          <ac:chgData name="R&amp;D/intern" userId="S::intern-a@cmesrobotics.ai::71f9efdc-7f13-403d-a66a-3368df03b1a9" providerId="AD" clId="Web-{7BCFEA8C-C101-90C6-302E-5200C8020AC4}" dt="2025-03-24T05:26:47.527" v="227" actId="20577"/>
          <ac:spMkLst>
            <pc:docMk/>
            <pc:sldMk cId="2802401869" sldId="459"/>
            <ac:spMk id="5" creationId="{02F8E8F7-A683-9BA2-C1FB-1ADA4E624028}"/>
          </ac:spMkLst>
        </pc:spChg>
        <pc:spChg chg="mod">
          <ac:chgData name="R&amp;D/intern" userId="S::intern-a@cmesrobotics.ai::71f9efdc-7f13-403d-a66a-3368df03b1a9" providerId="AD" clId="Web-{7BCFEA8C-C101-90C6-302E-5200C8020AC4}" dt="2025-03-24T05:29:45.861" v="245" actId="20577"/>
          <ac:spMkLst>
            <pc:docMk/>
            <pc:sldMk cId="2802401869" sldId="459"/>
            <ac:spMk id="8" creationId="{0DD66D77-ED74-9187-E813-8A81B83B22EE}"/>
          </ac:spMkLst>
        </pc:spChg>
        <pc:spChg chg="del">
          <ac:chgData name="R&amp;D/intern" userId="S::intern-a@cmesrobotics.ai::71f9efdc-7f13-403d-a66a-3368df03b1a9" providerId="AD" clId="Web-{7BCFEA8C-C101-90C6-302E-5200C8020AC4}" dt="2025-03-24T05:22:21.987" v="194"/>
          <ac:spMkLst>
            <pc:docMk/>
            <pc:sldMk cId="2802401869" sldId="459"/>
            <ac:spMk id="10" creationId="{6938BED5-2778-FC4A-ECEF-C59C5231DF0A}"/>
          </ac:spMkLst>
        </pc:spChg>
        <pc:spChg chg="add mod">
          <ac:chgData name="R&amp;D/intern" userId="S::intern-a@cmesrobotics.ai::71f9efdc-7f13-403d-a66a-3368df03b1a9" providerId="AD" clId="Web-{7BCFEA8C-C101-90C6-302E-5200C8020AC4}" dt="2025-03-24T05:44:41.625" v="436" actId="1076"/>
          <ac:spMkLst>
            <pc:docMk/>
            <pc:sldMk cId="2802401869" sldId="459"/>
            <ac:spMk id="11" creationId="{5D6068DC-F197-2B38-AFA7-5796B0033A39}"/>
          </ac:spMkLst>
        </pc:spChg>
        <pc:spChg chg="mod">
          <ac:chgData name="R&amp;D/intern" userId="S::intern-a@cmesrobotics.ai::71f9efdc-7f13-403d-a66a-3368df03b1a9" providerId="AD" clId="Web-{7BCFEA8C-C101-90C6-302E-5200C8020AC4}" dt="2025-03-24T05:44:29.281" v="427" actId="20577"/>
          <ac:spMkLst>
            <pc:docMk/>
            <pc:sldMk cId="2802401869" sldId="459"/>
            <ac:spMk id="12" creationId="{6FB1903C-2636-F1AB-6251-2913A3D26666}"/>
          </ac:spMkLst>
        </pc:spChg>
        <pc:spChg chg="add mod">
          <ac:chgData name="R&amp;D/intern" userId="S::intern-a@cmesrobotics.ai::71f9efdc-7f13-403d-a66a-3368df03b1a9" providerId="AD" clId="Web-{7BCFEA8C-C101-90C6-302E-5200C8020AC4}" dt="2025-03-24T05:44:41.735" v="437" actId="1076"/>
          <ac:spMkLst>
            <pc:docMk/>
            <pc:sldMk cId="2802401869" sldId="459"/>
            <ac:spMk id="13" creationId="{CBEDEE97-E787-65BB-F744-DB5C4D551424}"/>
          </ac:spMkLst>
        </pc:spChg>
        <pc:spChg chg="add mod">
          <ac:chgData name="R&amp;D/intern" userId="S::intern-a@cmesrobotics.ai::71f9efdc-7f13-403d-a66a-3368df03b1a9" providerId="AD" clId="Web-{7BCFEA8C-C101-90C6-302E-5200C8020AC4}" dt="2025-03-24T05:44:41.907" v="439" actId="1076"/>
          <ac:spMkLst>
            <pc:docMk/>
            <pc:sldMk cId="2802401869" sldId="459"/>
            <ac:spMk id="15" creationId="{EA109952-150C-7CF0-2EE2-7A9A5DF84B20}"/>
          </ac:spMkLst>
        </pc:spChg>
        <pc:spChg chg="add mod">
          <ac:chgData name="R&amp;D/intern" userId="S::intern-a@cmesrobotics.ai::71f9efdc-7f13-403d-a66a-3368df03b1a9" providerId="AD" clId="Web-{7BCFEA8C-C101-90C6-302E-5200C8020AC4}" dt="2025-03-24T05:45:07.642" v="450" actId="20577"/>
          <ac:spMkLst>
            <pc:docMk/>
            <pc:sldMk cId="2802401869" sldId="459"/>
            <ac:spMk id="16" creationId="{2A79AAA9-4495-E635-44B4-BE95AED09651}"/>
          </ac:spMkLst>
        </pc:spChg>
        <pc:spChg chg="add mod">
          <ac:chgData name="R&amp;D/intern" userId="S::intern-a@cmesrobotics.ai::71f9efdc-7f13-403d-a66a-3368df03b1a9" providerId="AD" clId="Web-{7BCFEA8C-C101-90C6-302E-5200C8020AC4}" dt="2025-03-24T05:44:47.454" v="442" actId="1076"/>
          <ac:spMkLst>
            <pc:docMk/>
            <pc:sldMk cId="2802401869" sldId="459"/>
            <ac:spMk id="18" creationId="{40109596-2466-DEA8-89B9-7BDDF5893024}"/>
          </ac:spMkLst>
        </pc:spChg>
        <pc:spChg chg="add mod">
          <ac:chgData name="R&amp;D/intern" userId="S::intern-a@cmesrobotics.ai::71f9efdc-7f13-403d-a66a-3368df03b1a9" providerId="AD" clId="Web-{7BCFEA8C-C101-90C6-302E-5200C8020AC4}" dt="2025-03-24T05:47:03.583" v="471" actId="20577"/>
          <ac:spMkLst>
            <pc:docMk/>
            <pc:sldMk cId="2802401869" sldId="459"/>
            <ac:spMk id="19" creationId="{2E04AC8A-4EB2-FB5E-54F2-78BA0960F889}"/>
          </ac:spMkLst>
        </pc:spChg>
        <pc:spChg chg="add mod">
          <ac:chgData name="R&amp;D/intern" userId="S::intern-a@cmesrobotics.ai::71f9efdc-7f13-403d-a66a-3368df03b1a9" providerId="AD" clId="Web-{7BCFEA8C-C101-90C6-302E-5200C8020AC4}" dt="2025-03-24T05:45:58.253" v="463" actId="20577"/>
          <ac:spMkLst>
            <pc:docMk/>
            <pc:sldMk cId="2802401869" sldId="459"/>
            <ac:spMk id="21" creationId="{F5D9F193-61EC-BDD1-BA3A-56F1288DA95B}"/>
          </ac:spMkLst>
        </pc:spChg>
        <pc:picChg chg="del">
          <ac:chgData name="R&amp;D/intern" userId="S::intern-a@cmesrobotics.ai::71f9efdc-7f13-403d-a66a-3368df03b1a9" providerId="AD" clId="Web-{7BCFEA8C-C101-90C6-302E-5200C8020AC4}" dt="2025-03-24T05:22:20.612" v="193"/>
          <ac:picMkLst>
            <pc:docMk/>
            <pc:sldMk cId="2802401869" sldId="459"/>
            <ac:picMk id="9" creationId="{30FDAB12-7FA7-2B63-6534-6BDECFC2A2A2}"/>
          </ac:picMkLst>
        </pc:picChg>
        <pc:cxnChg chg="add mod">
          <ac:chgData name="R&amp;D/intern" userId="S::intern-a@cmesrobotics.ai::71f9efdc-7f13-403d-a66a-3368df03b1a9" providerId="AD" clId="Web-{7BCFEA8C-C101-90C6-302E-5200C8020AC4}" dt="2025-03-24T05:44:41.516" v="435" actId="1076"/>
          <ac:cxnSpMkLst>
            <pc:docMk/>
            <pc:sldMk cId="2802401869" sldId="459"/>
            <ac:cxnSpMk id="6" creationId="{D892C3DD-ACA2-1961-E9FA-54634304A633}"/>
          </ac:cxnSpMkLst>
        </pc:cxnChg>
        <pc:cxnChg chg="add mod">
          <ac:chgData name="R&amp;D/intern" userId="S::intern-a@cmesrobotics.ai::71f9efdc-7f13-403d-a66a-3368df03b1a9" providerId="AD" clId="Web-{7BCFEA8C-C101-90C6-302E-5200C8020AC4}" dt="2025-03-24T05:44:41.828" v="438" actId="1076"/>
          <ac:cxnSpMkLst>
            <pc:docMk/>
            <pc:sldMk cId="2802401869" sldId="459"/>
            <ac:cxnSpMk id="14" creationId="{82E96C63-AEFE-9F63-F9A3-AF0E8559F2D6}"/>
          </ac:cxnSpMkLst>
        </pc:cxnChg>
        <pc:cxnChg chg="add mod">
          <ac:chgData name="R&amp;D/intern" userId="S::intern-a@cmesrobotics.ai::71f9efdc-7f13-403d-a66a-3368df03b1a9" providerId="AD" clId="Web-{7BCFEA8C-C101-90C6-302E-5200C8020AC4}" dt="2025-03-24T05:44:47.360" v="441" actId="1076"/>
          <ac:cxnSpMkLst>
            <pc:docMk/>
            <pc:sldMk cId="2802401869" sldId="459"/>
            <ac:cxnSpMk id="17" creationId="{9CFA4CDA-C4B1-C6CE-233B-6F56843A2AF2}"/>
          </ac:cxnSpMkLst>
        </pc:cxnChg>
        <pc:cxnChg chg="add mod">
          <ac:chgData name="R&amp;D/intern" userId="S::intern-a@cmesrobotics.ai::71f9efdc-7f13-403d-a66a-3368df03b1a9" providerId="AD" clId="Web-{7BCFEA8C-C101-90C6-302E-5200C8020AC4}" dt="2025-03-24T05:45:13.126" v="452" actId="1076"/>
          <ac:cxnSpMkLst>
            <pc:docMk/>
            <pc:sldMk cId="2802401869" sldId="459"/>
            <ac:cxnSpMk id="20" creationId="{28165E22-6C15-A66B-67A1-00ABB3B435E2}"/>
          </ac:cxnSpMkLst>
        </pc:cxnChg>
      </pc:sldChg>
      <pc:sldChg chg="add del replId">
        <pc:chgData name="R&amp;D/intern" userId="S::intern-a@cmesrobotics.ai::71f9efdc-7f13-403d-a66a-3368df03b1a9" providerId="AD" clId="Web-{7BCFEA8C-C101-90C6-302E-5200C8020AC4}" dt="2025-03-24T01:55:18.993" v="91"/>
        <pc:sldMkLst>
          <pc:docMk/>
          <pc:sldMk cId="610219639" sldId="460"/>
        </pc:sldMkLst>
      </pc:sldChg>
      <pc:sldChg chg="addSp delSp modSp add ord">
        <pc:chgData name="R&amp;D/intern" userId="S::intern-a@cmesrobotics.ai::71f9efdc-7f13-403d-a66a-3368df03b1a9" providerId="AD" clId="Web-{7BCFEA8C-C101-90C6-302E-5200C8020AC4}" dt="2025-03-24T08:04:05.578" v="1406" actId="20577"/>
        <pc:sldMkLst>
          <pc:docMk/>
          <pc:sldMk cId="623883882" sldId="460"/>
        </pc:sldMkLst>
        <pc:spChg chg="mod">
          <ac:chgData name="R&amp;D/intern" userId="S::intern-a@cmesrobotics.ai::71f9efdc-7f13-403d-a66a-3368df03b1a9" providerId="AD" clId="Web-{7BCFEA8C-C101-90C6-302E-5200C8020AC4}" dt="2025-03-24T06:01:47.128" v="613" actId="20577"/>
          <ac:spMkLst>
            <pc:docMk/>
            <pc:sldMk cId="623883882" sldId="460"/>
            <ac:spMk id="3" creationId="{F202B04E-4CD7-88A4-973F-AD21A27FE1BE}"/>
          </ac:spMkLst>
        </pc:spChg>
        <pc:spChg chg="add mod">
          <ac:chgData name="R&amp;D/intern" userId="S::intern-a@cmesrobotics.ai::71f9efdc-7f13-403d-a66a-3368df03b1a9" providerId="AD" clId="Web-{7BCFEA8C-C101-90C6-302E-5200C8020AC4}" dt="2025-03-24T06:13:33.265" v="722" actId="1076"/>
          <ac:spMkLst>
            <pc:docMk/>
            <pc:sldMk cId="623883882" sldId="460"/>
            <ac:spMk id="4" creationId="{22CC838C-224F-7198-4950-AE73CB27188F}"/>
          </ac:spMkLst>
        </pc:spChg>
        <pc:spChg chg="mod">
          <ac:chgData name="R&amp;D/intern" userId="S::intern-a@cmesrobotics.ai::71f9efdc-7f13-403d-a66a-3368df03b1a9" providerId="AD" clId="Web-{7BCFEA8C-C101-90C6-302E-5200C8020AC4}" dt="2025-03-24T05:51:44.686" v="495" actId="20577"/>
          <ac:spMkLst>
            <pc:docMk/>
            <pc:sldMk cId="623883882" sldId="460"/>
            <ac:spMk id="5" creationId="{02F8E8F7-A683-9BA2-C1FB-1ADA4E624028}"/>
          </ac:spMkLst>
        </pc:spChg>
        <pc:spChg chg="mod">
          <ac:chgData name="R&amp;D/intern" userId="S::intern-a@cmesrobotics.ai::71f9efdc-7f13-403d-a66a-3368df03b1a9" providerId="AD" clId="Web-{7BCFEA8C-C101-90C6-302E-5200C8020AC4}" dt="2025-03-24T06:01:21.815" v="599" actId="20577"/>
          <ac:spMkLst>
            <pc:docMk/>
            <pc:sldMk cId="623883882" sldId="460"/>
            <ac:spMk id="8" creationId="{0DD66D77-ED74-9187-E813-8A81B83B22EE}"/>
          </ac:spMkLst>
        </pc:spChg>
        <pc:spChg chg="add mod">
          <ac:chgData name="R&amp;D/intern" userId="S::intern-a@cmesrobotics.ai::71f9efdc-7f13-403d-a66a-3368df03b1a9" providerId="AD" clId="Web-{7BCFEA8C-C101-90C6-302E-5200C8020AC4}" dt="2025-03-24T06:13:33.265" v="720" actId="1076"/>
          <ac:spMkLst>
            <pc:docMk/>
            <pc:sldMk cId="623883882" sldId="460"/>
            <ac:spMk id="9" creationId="{AECF5D7D-32C8-165F-1723-01CF6E79004A}"/>
          </ac:spMkLst>
        </pc:spChg>
        <pc:spChg chg="del">
          <ac:chgData name="R&amp;D/intern" userId="S::intern-a@cmesrobotics.ai::71f9efdc-7f13-403d-a66a-3368df03b1a9" providerId="AD" clId="Web-{7BCFEA8C-C101-90C6-302E-5200C8020AC4}" dt="2025-03-24T02:19:39.789" v="150"/>
          <ac:spMkLst>
            <pc:docMk/>
            <pc:sldMk cId="623883882" sldId="460"/>
            <ac:spMk id="10" creationId="{6938BED5-2778-FC4A-ECEF-C59C5231DF0A}"/>
          </ac:spMkLst>
        </pc:spChg>
        <pc:spChg chg="add del mod">
          <ac:chgData name="R&amp;D/intern" userId="S::intern-a@cmesrobotics.ai::71f9efdc-7f13-403d-a66a-3368df03b1a9" providerId="AD" clId="Web-{7BCFEA8C-C101-90C6-302E-5200C8020AC4}" dt="2025-03-24T06:13:50.953" v="728"/>
          <ac:spMkLst>
            <pc:docMk/>
            <pc:sldMk cId="623883882" sldId="460"/>
            <ac:spMk id="10" creationId="{A2A03AF3-497C-3AD8-0D93-E5CE2DC0E50A}"/>
          </ac:spMkLst>
        </pc:spChg>
        <pc:spChg chg="mod">
          <ac:chgData name="R&amp;D/intern" userId="S::intern-a@cmesrobotics.ai::71f9efdc-7f13-403d-a66a-3368df03b1a9" providerId="AD" clId="Web-{7BCFEA8C-C101-90C6-302E-5200C8020AC4}" dt="2025-03-24T06:04:52.344" v="627" actId="20577"/>
          <ac:spMkLst>
            <pc:docMk/>
            <pc:sldMk cId="623883882" sldId="460"/>
            <ac:spMk id="12" creationId="{6FB1903C-2636-F1AB-6251-2913A3D26666}"/>
          </ac:spMkLst>
        </pc:spChg>
        <pc:spChg chg="add del mod">
          <ac:chgData name="R&amp;D/intern" userId="S::intern-a@cmesrobotics.ai::71f9efdc-7f13-403d-a66a-3368df03b1a9" providerId="AD" clId="Web-{7BCFEA8C-C101-90C6-302E-5200C8020AC4}" dt="2025-03-24T06:13:50.953" v="726"/>
          <ac:spMkLst>
            <pc:docMk/>
            <pc:sldMk cId="623883882" sldId="460"/>
            <ac:spMk id="13" creationId="{DCA1DBE9-174E-E2B6-CC5C-411B791B8A48}"/>
          </ac:spMkLst>
        </pc:spChg>
        <pc:spChg chg="add del mod">
          <ac:chgData name="R&amp;D/intern" userId="S::intern-a@cmesrobotics.ai::71f9efdc-7f13-403d-a66a-3368df03b1a9" providerId="AD" clId="Web-{7BCFEA8C-C101-90C6-302E-5200C8020AC4}" dt="2025-03-24T06:10:08.181" v="691"/>
          <ac:spMkLst>
            <pc:docMk/>
            <pc:sldMk cId="623883882" sldId="460"/>
            <ac:spMk id="14" creationId="{9D5C49FA-9A58-BD24-9AA2-9BE518B68543}"/>
          </ac:spMkLst>
        </pc:spChg>
        <pc:spChg chg="add del">
          <ac:chgData name="R&amp;D/intern" userId="S::intern-a@cmesrobotics.ai::71f9efdc-7f13-403d-a66a-3368df03b1a9" providerId="AD" clId="Web-{7BCFEA8C-C101-90C6-302E-5200C8020AC4}" dt="2025-03-24T06:10:08.181" v="689"/>
          <ac:spMkLst>
            <pc:docMk/>
            <pc:sldMk cId="623883882" sldId="460"/>
            <ac:spMk id="16" creationId="{2638E779-30BA-4A1C-547C-A4FC6A783E73}"/>
          </ac:spMkLst>
        </pc:spChg>
        <pc:spChg chg="add del mod">
          <ac:chgData name="R&amp;D/intern" userId="S::intern-a@cmesrobotics.ai::71f9efdc-7f13-403d-a66a-3368df03b1a9" providerId="AD" clId="Web-{7BCFEA8C-C101-90C6-302E-5200C8020AC4}" dt="2025-03-24T06:13:14.092" v="713"/>
          <ac:spMkLst>
            <pc:docMk/>
            <pc:sldMk cId="623883882" sldId="460"/>
            <ac:spMk id="17" creationId="{2C36DA9A-5AF7-783F-7644-6F4B5223D73B}"/>
          </ac:spMkLst>
        </pc:spChg>
        <pc:spChg chg="add del mod">
          <ac:chgData name="R&amp;D/intern" userId="S::intern-a@cmesrobotics.ai::71f9efdc-7f13-403d-a66a-3368df03b1a9" providerId="AD" clId="Web-{7BCFEA8C-C101-90C6-302E-5200C8020AC4}" dt="2025-03-24T06:13:14.092" v="711"/>
          <ac:spMkLst>
            <pc:docMk/>
            <pc:sldMk cId="623883882" sldId="460"/>
            <ac:spMk id="19" creationId="{A2499CB3-6862-5DE7-7B44-B555DCC6BCCB}"/>
          </ac:spMkLst>
        </pc:spChg>
        <pc:spChg chg="add mod">
          <ac:chgData name="R&amp;D/intern" userId="S::intern-a@cmesrobotics.ai::71f9efdc-7f13-403d-a66a-3368df03b1a9" providerId="AD" clId="Web-{7BCFEA8C-C101-90C6-302E-5200C8020AC4}" dt="2025-03-24T08:04:05.578" v="1406" actId="20577"/>
          <ac:spMkLst>
            <pc:docMk/>
            <pc:sldMk cId="623883882" sldId="460"/>
            <ac:spMk id="21" creationId="{2B9AADCD-EACB-E5B7-5B2A-F906DFBE9B20}"/>
          </ac:spMkLst>
        </pc:spChg>
        <pc:spChg chg="add mod">
          <ac:chgData name="R&amp;D/intern" userId="S::intern-a@cmesrobotics.ai::71f9efdc-7f13-403d-a66a-3368df03b1a9" providerId="AD" clId="Web-{7BCFEA8C-C101-90C6-302E-5200C8020AC4}" dt="2025-03-24T06:46:51.009" v="975" actId="1076"/>
          <ac:spMkLst>
            <pc:docMk/>
            <pc:sldMk cId="623883882" sldId="460"/>
            <ac:spMk id="25" creationId="{E51BFA79-5F91-FBDE-43E4-26575859439F}"/>
          </ac:spMkLst>
        </pc:spChg>
        <pc:picChg chg="del">
          <ac:chgData name="R&amp;D/intern" userId="S::intern-a@cmesrobotics.ai::71f9efdc-7f13-403d-a66a-3368df03b1a9" providerId="AD" clId="Web-{7BCFEA8C-C101-90C6-302E-5200C8020AC4}" dt="2025-03-24T02:19:38.133" v="149"/>
          <ac:picMkLst>
            <pc:docMk/>
            <pc:sldMk cId="623883882" sldId="460"/>
            <ac:picMk id="9" creationId="{30FDAB12-7FA7-2B63-6534-6BDECFC2A2A2}"/>
          </ac:picMkLst>
        </pc:picChg>
        <pc:cxnChg chg="add mod">
          <ac:chgData name="R&amp;D/intern" userId="S::intern-a@cmesrobotics.ai::71f9efdc-7f13-403d-a66a-3368df03b1a9" providerId="AD" clId="Web-{7BCFEA8C-C101-90C6-302E-5200C8020AC4}" dt="2025-03-24T06:13:33.265" v="721" actId="1076"/>
          <ac:cxnSpMkLst>
            <pc:docMk/>
            <pc:sldMk cId="623883882" sldId="460"/>
            <ac:cxnSpMk id="6" creationId="{21C67FF5-8965-63A5-45A6-2001E6053956}"/>
          </ac:cxnSpMkLst>
        </pc:cxnChg>
        <pc:cxnChg chg="add del mod">
          <ac:chgData name="R&amp;D/intern" userId="S::intern-a@cmesrobotics.ai::71f9efdc-7f13-403d-a66a-3368df03b1a9" providerId="AD" clId="Web-{7BCFEA8C-C101-90C6-302E-5200C8020AC4}" dt="2025-03-24T06:13:50.953" v="727"/>
          <ac:cxnSpMkLst>
            <pc:docMk/>
            <pc:sldMk cId="623883882" sldId="460"/>
            <ac:cxnSpMk id="11" creationId="{6744D1E7-FD40-C0C4-F17F-87A18F4AEA18}"/>
          </ac:cxnSpMkLst>
        </pc:cxnChg>
        <pc:cxnChg chg="add del mod">
          <ac:chgData name="R&amp;D/intern" userId="S::intern-a@cmesrobotics.ai::71f9efdc-7f13-403d-a66a-3368df03b1a9" providerId="AD" clId="Web-{7BCFEA8C-C101-90C6-302E-5200C8020AC4}" dt="2025-03-24T06:10:08.181" v="690"/>
          <ac:cxnSpMkLst>
            <pc:docMk/>
            <pc:sldMk cId="623883882" sldId="460"/>
            <ac:cxnSpMk id="15" creationId="{F9472F78-D239-F0CB-80DD-C9E0DD243B0B}"/>
          </ac:cxnSpMkLst>
        </pc:cxnChg>
        <pc:cxnChg chg="add del mod">
          <ac:chgData name="R&amp;D/intern" userId="S::intern-a@cmesrobotics.ai::71f9efdc-7f13-403d-a66a-3368df03b1a9" providerId="AD" clId="Web-{7BCFEA8C-C101-90C6-302E-5200C8020AC4}" dt="2025-03-24T06:13:14.092" v="712"/>
          <ac:cxnSpMkLst>
            <pc:docMk/>
            <pc:sldMk cId="623883882" sldId="460"/>
            <ac:cxnSpMk id="18" creationId="{D10E195C-C259-3370-0995-E6FF09AD330D}"/>
          </ac:cxnSpMkLst>
        </pc:cxnChg>
        <pc:cxnChg chg="add mod">
          <ac:chgData name="R&amp;D/intern" userId="S::intern-a@cmesrobotics.ai::71f9efdc-7f13-403d-a66a-3368df03b1a9" providerId="AD" clId="Web-{7BCFEA8C-C101-90C6-302E-5200C8020AC4}" dt="2025-03-24T06:46:50.915" v="974" actId="1076"/>
          <ac:cxnSpMkLst>
            <pc:docMk/>
            <pc:sldMk cId="623883882" sldId="460"/>
            <ac:cxnSpMk id="23" creationId="{4406166A-8C03-EE7A-23E2-C17E7F6AB1F3}"/>
          </ac:cxnSpMkLst>
        </pc:cxnChg>
      </pc:sldChg>
      <pc:sldChg chg="add">
        <pc:chgData name="R&amp;D/intern" userId="S::intern-a@cmesrobotics.ai::71f9efdc-7f13-403d-a66a-3368df03b1a9" providerId="AD" clId="Web-{7BCFEA8C-C101-90C6-302E-5200C8020AC4}" dt="2025-03-24T05:57:58.511" v="578"/>
        <pc:sldMkLst>
          <pc:docMk/>
          <pc:sldMk cId="384319952" sldId="461"/>
        </pc:sldMkLst>
      </pc:sldChg>
      <pc:sldChg chg="add del replId">
        <pc:chgData name="R&amp;D/intern" userId="S::intern-a@cmesrobotics.ai::71f9efdc-7f13-403d-a66a-3368df03b1a9" providerId="AD" clId="Web-{7BCFEA8C-C101-90C6-302E-5200C8020AC4}" dt="2025-03-24T01:55:27.727" v="94"/>
        <pc:sldMkLst>
          <pc:docMk/>
          <pc:sldMk cId="736489054" sldId="461"/>
        </pc:sldMkLst>
      </pc:sldChg>
      <pc:sldChg chg="add del">
        <pc:chgData name="R&amp;D/intern" userId="S::intern-a@cmesrobotics.ai::71f9efdc-7f13-403d-a66a-3368df03b1a9" providerId="AD" clId="Web-{7BCFEA8C-C101-90C6-302E-5200C8020AC4}" dt="2025-03-24T05:57:45.261" v="573"/>
        <pc:sldMkLst>
          <pc:docMk/>
          <pc:sldMk cId="943957529" sldId="461"/>
        </pc:sldMkLst>
      </pc:sldChg>
      <pc:sldChg chg="add del replId">
        <pc:chgData name="R&amp;D/intern" userId="S::intern-a@cmesrobotics.ai::71f9efdc-7f13-403d-a66a-3368df03b1a9" providerId="AD" clId="Web-{7BCFEA8C-C101-90C6-302E-5200C8020AC4}" dt="2025-03-24T05:57:58.449" v="577"/>
        <pc:sldMkLst>
          <pc:docMk/>
          <pc:sldMk cId="3576602509" sldId="461"/>
        </pc:sldMkLst>
      </pc:sldChg>
      <pc:sldChg chg="add del replId">
        <pc:chgData name="R&amp;D/intern" userId="S::intern-a@cmesrobotics.ai::71f9efdc-7f13-403d-a66a-3368df03b1a9" providerId="AD" clId="Web-{7BCFEA8C-C101-90C6-302E-5200C8020AC4}" dt="2025-03-24T05:58:03.699" v="580"/>
        <pc:sldMkLst>
          <pc:docMk/>
          <pc:sldMk cId="744872058" sldId="462"/>
        </pc:sldMkLst>
      </pc:sldChg>
      <pc:sldChg chg="add del">
        <pc:chgData name="R&amp;D/intern" userId="S::intern-a@cmesrobotics.ai::71f9efdc-7f13-403d-a66a-3368df03b1a9" providerId="AD" clId="Web-{7BCFEA8C-C101-90C6-302E-5200C8020AC4}" dt="2025-03-24T05:57:47.386" v="574"/>
        <pc:sldMkLst>
          <pc:docMk/>
          <pc:sldMk cId="927381844" sldId="462"/>
        </pc:sldMkLst>
      </pc:sldChg>
      <pc:sldChg chg="add">
        <pc:chgData name="R&amp;D/intern" userId="S::intern-a@cmesrobotics.ai::71f9efdc-7f13-403d-a66a-3368df03b1a9" providerId="AD" clId="Web-{7BCFEA8C-C101-90C6-302E-5200C8020AC4}" dt="2025-03-24T05:58:06.887" v="583"/>
        <pc:sldMkLst>
          <pc:docMk/>
          <pc:sldMk cId="2669320060" sldId="462"/>
        </pc:sldMkLst>
      </pc:sldChg>
      <pc:sldChg chg="add del replId">
        <pc:chgData name="R&amp;D/intern" userId="S::intern-a@cmesrobotics.ai::71f9efdc-7f13-403d-a66a-3368df03b1a9" providerId="AD" clId="Web-{7BCFEA8C-C101-90C6-302E-5200C8020AC4}" dt="2025-03-24T01:55:31.993" v="97"/>
        <pc:sldMkLst>
          <pc:docMk/>
          <pc:sldMk cId="2804316020" sldId="462"/>
        </pc:sldMkLst>
      </pc:sldChg>
      <pc:sldChg chg="add del replId">
        <pc:chgData name="R&amp;D/intern" userId="S::intern-a@cmesrobotics.ai::71f9efdc-7f13-403d-a66a-3368df03b1a9" providerId="AD" clId="Web-{7BCFEA8C-C101-90C6-302E-5200C8020AC4}" dt="2025-03-24T05:58:06.824" v="582"/>
        <pc:sldMkLst>
          <pc:docMk/>
          <pc:sldMk cId="3485250472" sldId="462"/>
        </pc:sldMkLst>
      </pc:sldChg>
      <pc:sldChg chg="add del replId">
        <pc:chgData name="R&amp;D/intern" userId="S::intern-a@cmesrobotics.ai::71f9efdc-7f13-403d-a66a-3368df03b1a9" providerId="AD" clId="Web-{7BCFEA8C-C101-90C6-302E-5200C8020AC4}" dt="2025-03-24T01:55:40.650" v="100"/>
        <pc:sldMkLst>
          <pc:docMk/>
          <pc:sldMk cId="2156278806" sldId="463"/>
        </pc:sldMkLst>
      </pc:sldChg>
      <pc:sldChg chg="add del replId">
        <pc:chgData name="R&amp;D/intern" userId="S::intern-a@cmesrobotics.ai::71f9efdc-7f13-403d-a66a-3368df03b1a9" providerId="AD" clId="Web-{7BCFEA8C-C101-90C6-302E-5200C8020AC4}" dt="2025-03-24T05:58:18.278" v="587"/>
        <pc:sldMkLst>
          <pc:docMk/>
          <pc:sldMk cId="2333097699" sldId="463"/>
        </pc:sldMkLst>
      </pc:sldChg>
      <pc:sldChg chg="add del">
        <pc:chgData name="R&amp;D/intern" userId="S::intern-a@cmesrobotics.ai::71f9efdc-7f13-403d-a66a-3368df03b1a9" providerId="AD" clId="Web-{7BCFEA8C-C101-90C6-302E-5200C8020AC4}" dt="2025-03-24T05:57:49.589" v="575"/>
        <pc:sldMkLst>
          <pc:docMk/>
          <pc:sldMk cId="2550749588" sldId="463"/>
        </pc:sldMkLst>
      </pc:sldChg>
      <pc:sldChg chg="add del replId">
        <pc:chgData name="R&amp;D/intern" userId="S::intern-a@cmesrobotics.ai::71f9efdc-7f13-403d-a66a-3368df03b1a9" providerId="AD" clId="Web-{7BCFEA8C-C101-90C6-302E-5200C8020AC4}" dt="2025-03-24T05:58:15.059" v="585"/>
        <pc:sldMkLst>
          <pc:docMk/>
          <pc:sldMk cId="3157984348" sldId="463"/>
        </pc:sldMkLst>
      </pc:sldChg>
      <pc:sldChg chg="add">
        <pc:chgData name="R&amp;D/intern" userId="S::intern-a@cmesrobotics.ai::71f9efdc-7f13-403d-a66a-3368df03b1a9" providerId="AD" clId="Web-{7BCFEA8C-C101-90C6-302E-5200C8020AC4}" dt="2025-03-24T05:58:18.356" v="588"/>
        <pc:sldMkLst>
          <pc:docMk/>
          <pc:sldMk cId="3408500924" sldId="463"/>
        </pc:sldMkLst>
      </pc:sldChg>
      <pc:sldChg chg="add del replId">
        <pc:chgData name="R&amp;D/intern" userId="S::intern-a@cmesrobotics.ai::71f9efdc-7f13-403d-a66a-3368df03b1a9" providerId="AD" clId="Web-{7BCFEA8C-C101-90C6-302E-5200C8020AC4}" dt="2025-03-24T01:55:44.556" v="102"/>
        <pc:sldMkLst>
          <pc:docMk/>
          <pc:sldMk cId="4273788120" sldId="463"/>
        </pc:sldMkLst>
      </pc:sldChg>
      <pc:sldChg chg="add replId">
        <pc:chgData name="R&amp;D/intern" userId="S::intern-a@cmesrobotics.ai::71f9efdc-7f13-403d-a66a-3368df03b1a9" providerId="AD" clId="Web-{7BCFEA8C-C101-90C6-302E-5200C8020AC4}" dt="2025-03-24T05:58:23.918" v="589"/>
        <pc:sldMkLst>
          <pc:docMk/>
          <pc:sldMk cId="2956502946" sldId="464"/>
        </pc:sldMkLst>
      </pc:sldChg>
      <pc:sldChg chg="add del replId">
        <pc:chgData name="R&amp;D/intern" userId="S::intern-a@cmesrobotics.ai::71f9efdc-7f13-403d-a66a-3368df03b1a9" providerId="AD" clId="Web-{7BCFEA8C-C101-90C6-302E-5200C8020AC4}" dt="2025-03-24T05:58:37.638" v="595"/>
        <pc:sldMkLst>
          <pc:docMk/>
          <pc:sldMk cId="5834894" sldId="465"/>
        </pc:sldMkLst>
      </pc:sldChg>
      <pc:sldChg chg="add del replId">
        <pc:chgData name="R&amp;D/intern" userId="S::intern-a@cmesrobotics.ai::71f9efdc-7f13-403d-a66a-3368df03b1a9" providerId="AD" clId="Web-{7BCFEA8C-C101-90C6-302E-5200C8020AC4}" dt="2025-03-24T05:58:30.340" v="591"/>
        <pc:sldMkLst>
          <pc:docMk/>
          <pc:sldMk cId="2485870987" sldId="465"/>
        </pc:sldMkLst>
      </pc:sldChg>
      <pc:sldChg chg="add">
        <pc:chgData name="R&amp;D/intern" userId="S::intern-a@cmesrobotics.ai::71f9efdc-7f13-403d-a66a-3368df03b1a9" providerId="AD" clId="Web-{7BCFEA8C-C101-90C6-302E-5200C8020AC4}" dt="2025-03-24T05:58:37.716" v="596"/>
        <pc:sldMkLst>
          <pc:docMk/>
          <pc:sldMk cId="2727353759" sldId="465"/>
        </pc:sldMkLst>
      </pc:sldChg>
      <pc:sldChg chg="add del replId">
        <pc:chgData name="R&amp;D/intern" userId="S::intern-a@cmesrobotics.ai::71f9efdc-7f13-403d-a66a-3368df03b1a9" providerId="AD" clId="Web-{7BCFEA8C-C101-90C6-302E-5200C8020AC4}" dt="2025-03-24T05:58:33.622" v="593"/>
        <pc:sldMkLst>
          <pc:docMk/>
          <pc:sldMk cId="3805206867" sldId="465"/>
        </pc:sldMkLst>
      </pc:sldChg>
      <pc:sldChg chg="addSp delSp modSp add">
        <pc:chgData name="R&amp;D/intern" userId="S::intern-a@cmesrobotics.ai::71f9efdc-7f13-403d-a66a-3368df03b1a9" providerId="AD" clId="Web-{7BCFEA8C-C101-90C6-302E-5200C8020AC4}" dt="2025-03-24T06:55:44.071" v="1054" actId="1076"/>
        <pc:sldMkLst>
          <pc:docMk/>
          <pc:sldMk cId="1610439190" sldId="466"/>
        </pc:sldMkLst>
        <pc:spChg chg="del">
          <ac:chgData name="R&amp;D/intern" userId="S::intern-a@cmesrobotics.ai::71f9efdc-7f13-403d-a66a-3368df03b1a9" providerId="AD" clId="Web-{7BCFEA8C-C101-90C6-302E-5200C8020AC4}" dt="2025-03-24T06:15:22.033" v="731"/>
          <ac:spMkLst>
            <pc:docMk/>
            <pc:sldMk cId="1610439190" sldId="466"/>
            <ac:spMk id="4" creationId="{22CC838C-224F-7198-4950-AE73CB27188F}"/>
          </ac:spMkLst>
        </pc:spChg>
        <pc:spChg chg="del">
          <ac:chgData name="R&amp;D/intern" userId="S::intern-a@cmesrobotics.ai::71f9efdc-7f13-403d-a66a-3368df03b1a9" providerId="AD" clId="Web-{7BCFEA8C-C101-90C6-302E-5200C8020AC4}" dt="2025-03-24T06:15:22.033" v="732"/>
          <ac:spMkLst>
            <pc:docMk/>
            <pc:sldMk cId="1610439190" sldId="466"/>
            <ac:spMk id="8" creationId="{0DD66D77-ED74-9187-E813-8A81B83B22EE}"/>
          </ac:spMkLst>
        </pc:spChg>
        <pc:spChg chg="del">
          <ac:chgData name="R&amp;D/intern" userId="S::intern-a@cmesrobotics.ai::71f9efdc-7f13-403d-a66a-3368df03b1a9" providerId="AD" clId="Web-{7BCFEA8C-C101-90C6-302E-5200C8020AC4}" dt="2025-03-24T06:15:22.033" v="729"/>
          <ac:spMkLst>
            <pc:docMk/>
            <pc:sldMk cId="1610439190" sldId="466"/>
            <ac:spMk id="9" creationId="{AECF5D7D-32C8-165F-1723-01CF6E79004A}"/>
          </ac:spMkLst>
        </pc:spChg>
        <pc:spChg chg="mod">
          <ac:chgData name="R&amp;D/intern" userId="S::intern-a@cmesrobotics.ai::71f9efdc-7f13-403d-a66a-3368df03b1a9" providerId="AD" clId="Web-{7BCFEA8C-C101-90C6-302E-5200C8020AC4}" dt="2025-03-24T06:55:15.382" v="1049" actId="20577"/>
          <ac:spMkLst>
            <pc:docMk/>
            <pc:sldMk cId="1610439190" sldId="466"/>
            <ac:spMk id="10" creationId="{A2A03AF3-497C-3AD8-0D93-E5CE2DC0E50A}"/>
          </ac:spMkLst>
        </pc:spChg>
        <pc:spChg chg="del">
          <ac:chgData name="R&amp;D/intern" userId="S::intern-a@cmesrobotics.ai::71f9efdc-7f13-403d-a66a-3368df03b1a9" providerId="AD" clId="Web-{7BCFEA8C-C101-90C6-302E-5200C8020AC4}" dt="2025-03-24T06:15:22.033" v="734"/>
          <ac:spMkLst>
            <pc:docMk/>
            <pc:sldMk cId="1610439190" sldId="466"/>
            <ac:spMk id="12" creationId="{6FB1903C-2636-F1AB-6251-2913A3D26666}"/>
          </ac:spMkLst>
        </pc:spChg>
        <pc:spChg chg="mod">
          <ac:chgData name="R&amp;D/intern" userId="S::intern-a@cmesrobotics.ai::71f9efdc-7f13-403d-a66a-3368df03b1a9" providerId="AD" clId="Web-{7BCFEA8C-C101-90C6-302E-5200C8020AC4}" dt="2025-03-24T06:19:17.368" v="784" actId="20577"/>
          <ac:spMkLst>
            <pc:docMk/>
            <pc:sldMk cId="1610439190" sldId="466"/>
            <ac:spMk id="13" creationId="{DCA1DBE9-174E-E2B6-CC5C-411B791B8A48}"/>
          </ac:spMkLst>
        </pc:spChg>
        <pc:spChg chg="add del mod">
          <ac:chgData name="R&amp;D/intern" userId="S::intern-a@cmesrobotics.ai::71f9efdc-7f13-403d-a66a-3368df03b1a9" providerId="AD" clId="Web-{7BCFEA8C-C101-90C6-302E-5200C8020AC4}" dt="2025-03-24T06:42:36.830" v="956"/>
          <ac:spMkLst>
            <pc:docMk/>
            <pc:sldMk cId="1610439190" sldId="466"/>
            <ac:spMk id="14" creationId="{58529E66-A8A8-FD9D-286A-953937E7C2CD}"/>
          </ac:spMkLst>
        </pc:spChg>
        <pc:spChg chg="add del mod">
          <ac:chgData name="R&amp;D/intern" userId="S::intern-a@cmesrobotics.ai::71f9efdc-7f13-403d-a66a-3368df03b1a9" providerId="AD" clId="Web-{7BCFEA8C-C101-90C6-302E-5200C8020AC4}" dt="2025-03-24T06:42:36.830" v="954"/>
          <ac:spMkLst>
            <pc:docMk/>
            <pc:sldMk cId="1610439190" sldId="466"/>
            <ac:spMk id="16" creationId="{40AFCB8A-3747-A3F6-7807-26E26FAD4388}"/>
          </ac:spMkLst>
        </pc:spChg>
        <pc:spChg chg="del mod">
          <ac:chgData name="R&amp;D/intern" userId="S::intern-a@cmesrobotics.ai::71f9efdc-7f13-403d-a66a-3368df03b1a9" providerId="AD" clId="Web-{7BCFEA8C-C101-90C6-302E-5200C8020AC4}" dt="2025-03-24T06:16:00.159" v="764"/>
          <ac:spMkLst>
            <pc:docMk/>
            <pc:sldMk cId="1610439190" sldId="466"/>
            <ac:spMk id="17" creationId="{2C36DA9A-5AF7-783F-7644-6F4B5223D73B}"/>
          </ac:spMkLst>
        </pc:spChg>
        <pc:spChg chg="del mod">
          <ac:chgData name="R&amp;D/intern" userId="S::intern-a@cmesrobotics.ai::71f9efdc-7f13-403d-a66a-3368df03b1a9" providerId="AD" clId="Web-{7BCFEA8C-C101-90C6-302E-5200C8020AC4}" dt="2025-03-24T06:16:00.159" v="762"/>
          <ac:spMkLst>
            <pc:docMk/>
            <pc:sldMk cId="1610439190" sldId="466"/>
            <ac:spMk id="19" creationId="{A2499CB3-6862-5DE7-7B44-B555DCC6BCCB}"/>
          </ac:spMkLst>
        </pc:spChg>
        <pc:picChg chg="add mod">
          <ac:chgData name="R&amp;D/intern" userId="S::intern-a@cmesrobotics.ai::71f9efdc-7f13-403d-a66a-3368df03b1a9" providerId="AD" clId="Web-{7BCFEA8C-C101-90C6-302E-5200C8020AC4}" dt="2025-03-24T06:55:44.071" v="1054" actId="1076"/>
          <ac:picMkLst>
            <pc:docMk/>
            <pc:sldMk cId="1610439190" sldId="466"/>
            <ac:picMk id="20" creationId="{DFEDB164-DF20-51B4-32B5-4982A223FCD8}"/>
          </ac:picMkLst>
        </pc:picChg>
        <pc:cxnChg chg="del">
          <ac:chgData name="R&amp;D/intern" userId="S::intern-a@cmesrobotics.ai::71f9efdc-7f13-403d-a66a-3368df03b1a9" providerId="AD" clId="Web-{7BCFEA8C-C101-90C6-302E-5200C8020AC4}" dt="2025-03-24T06:15:22.033" v="730"/>
          <ac:cxnSpMkLst>
            <pc:docMk/>
            <pc:sldMk cId="1610439190" sldId="466"/>
            <ac:cxnSpMk id="6" creationId="{21C67FF5-8965-63A5-45A6-2001E6053956}"/>
          </ac:cxnSpMkLst>
        </pc:cxnChg>
        <pc:cxnChg chg="del">
          <ac:chgData name="R&amp;D/intern" userId="S::intern-a@cmesrobotics.ai::71f9efdc-7f13-403d-a66a-3368df03b1a9" providerId="AD" clId="Web-{7BCFEA8C-C101-90C6-302E-5200C8020AC4}" dt="2025-03-24T06:15:22.033" v="733"/>
          <ac:cxnSpMkLst>
            <pc:docMk/>
            <pc:sldMk cId="1610439190" sldId="466"/>
            <ac:cxnSpMk id="7" creationId="{D1B3082D-54EF-42D7-55DF-8CCB823A84D4}"/>
          </ac:cxnSpMkLst>
        </pc:cxnChg>
        <pc:cxnChg chg="mod">
          <ac:chgData name="R&amp;D/intern" userId="S::intern-a@cmesrobotics.ai::71f9efdc-7f13-403d-a66a-3368df03b1a9" providerId="AD" clId="Web-{7BCFEA8C-C101-90C6-302E-5200C8020AC4}" dt="2025-03-24T06:15:43.456" v="754" actId="1076"/>
          <ac:cxnSpMkLst>
            <pc:docMk/>
            <pc:sldMk cId="1610439190" sldId="466"/>
            <ac:cxnSpMk id="11" creationId="{6744D1E7-FD40-C0C4-F17F-87A18F4AEA18}"/>
          </ac:cxnSpMkLst>
        </pc:cxnChg>
        <pc:cxnChg chg="add del mod">
          <ac:chgData name="R&amp;D/intern" userId="S::intern-a@cmesrobotics.ai::71f9efdc-7f13-403d-a66a-3368df03b1a9" providerId="AD" clId="Web-{7BCFEA8C-C101-90C6-302E-5200C8020AC4}" dt="2025-03-24T06:42:36.830" v="955"/>
          <ac:cxnSpMkLst>
            <pc:docMk/>
            <pc:sldMk cId="1610439190" sldId="466"/>
            <ac:cxnSpMk id="15" creationId="{19B127F9-36C6-5543-40B4-40509D4C19D6}"/>
          </ac:cxnSpMkLst>
        </pc:cxnChg>
        <pc:cxnChg chg="del mod">
          <ac:chgData name="R&amp;D/intern" userId="S::intern-a@cmesrobotics.ai::71f9efdc-7f13-403d-a66a-3368df03b1a9" providerId="AD" clId="Web-{7BCFEA8C-C101-90C6-302E-5200C8020AC4}" dt="2025-03-24T06:16:00.159" v="763"/>
          <ac:cxnSpMkLst>
            <pc:docMk/>
            <pc:sldMk cId="1610439190" sldId="466"/>
            <ac:cxnSpMk id="18" creationId="{D10E195C-C259-3370-0995-E6FF09AD330D}"/>
          </ac:cxnSpMkLst>
        </pc:cxnChg>
      </pc:sldChg>
      <pc:sldChg chg="add del replId">
        <pc:chgData name="R&amp;D/intern" userId="S::intern-a@cmesrobotics.ai::71f9efdc-7f13-403d-a66a-3368df03b1a9" providerId="AD" clId="Web-{7BCFEA8C-C101-90C6-302E-5200C8020AC4}" dt="2025-03-24T06:12:40.576" v="709"/>
        <pc:sldMkLst>
          <pc:docMk/>
          <pc:sldMk cId="1906587718" sldId="466"/>
        </pc:sldMkLst>
      </pc:sldChg>
      <pc:sldChg chg="add del replId">
        <pc:chgData name="R&amp;D/intern" userId="S::intern-a@cmesrobotics.ai::71f9efdc-7f13-403d-a66a-3368df03b1a9" providerId="AD" clId="Web-{7BCFEA8C-C101-90C6-302E-5200C8020AC4}" dt="2025-03-24T06:15:55.644" v="760"/>
        <pc:sldMkLst>
          <pc:docMk/>
          <pc:sldMk cId="2110054282" sldId="467"/>
        </pc:sldMkLst>
      </pc:sldChg>
      <pc:sldChg chg="addSp delSp modSp add ord">
        <pc:chgData name="R&amp;D/intern" userId="S::intern-a@cmesrobotics.ai::71f9efdc-7f13-403d-a66a-3368df03b1a9" providerId="AD" clId="Web-{7BCFEA8C-C101-90C6-302E-5200C8020AC4}" dt="2025-03-24T07:37:32.845" v="1225" actId="14100"/>
        <pc:sldMkLst>
          <pc:docMk/>
          <pc:sldMk cId="3826079356" sldId="467"/>
        </pc:sldMkLst>
        <pc:spChg chg="del">
          <ac:chgData name="R&amp;D/intern" userId="S::intern-a@cmesrobotics.ai::71f9efdc-7f13-403d-a66a-3368df03b1a9" providerId="AD" clId="Web-{7BCFEA8C-C101-90C6-302E-5200C8020AC4}" dt="2025-03-24T06:16:08.613" v="767"/>
          <ac:spMkLst>
            <pc:docMk/>
            <pc:sldMk cId="3826079356" sldId="467"/>
            <ac:spMk id="10" creationId="{A2A03AF3-497C-3AD8-0D93-E5CE2DC0E50A}"/>
          </ac:spMkLst>
        </pc:spChg>
        <pc:spChg chg="del">
          <ac:chgData name="R&amp;D/intern" userId="S::intern-a@cmesrobotics.ai::71f9efdc-7f13-403d-a66a-3368df03b1a9" providerId="AD" clId="Web-{7BCFEA8C-C101-90C6-302E-5200C8020AC4}" dt="2025-03-24T06:16:08.613" v="765"/>
          <ac:spMkLst>
            <pc:docMk/>
            <pc:sldMk cId="3826079356" sldId="467"/>
            <ac:spMk id="13" creationId="{DCA1DBE9-174E-E2B6-CC5C-411B791B8A48}"/>
          </ac:spMkLst>
        </pc:spChg>
        <pc:spChg chg="mod">
          <ac:chgData name="R&amp;D/intern" userId="S::intern-a@cmesrobotics.ai::71f9efdc-7f13-403d-a66a-3368df03b1a9" providerId="AD" clId="Web-{7BCFEA8C-C101-90C6-302E-5200C8020AC4}" dt="2025-03-24T07:35:20.404" v="1222" actId="20577"/>
          <ac:spMkLst>
            <pc:docMk/>
            <pc:sldMk cId="3826079356" sldId="467"/>
            <ac:spMk id="17" creationId="{2C36DA9A-5AF7-783F-7644-6F4B5223D73B}"/>
          </ac:spMkLst>
        </pc:spChg>
        <pc:spChg chg="mod">
          <ac:chgData name="R&amp;D/intern" userId="S::intern-a@cmesrobotics.ai::71f9efdc-7f13-403d-a66a-3368df03b1a9" providerId="AD" clId="Web-{7BCFEA8C-C101-90C6-302E-5200C8020AC4}" dt="2025-03-24T06:16:15.847" v="773" actId="1076"/>
          <ac:spMkLst>
            <pc:docMk/>
            <pc:sldMk cId="3826079356" sldId="467"/>
            <ac:spMk id="19" creationId="{A2499CB3-6862-5DE7-7B44-B555DCC6BCCB}"/>
          </ac:spMkLst>
        </pc:spChg>
        <pc:picChg chg="add mod">
          <ac:chgData name="R&amp;D/intern" userId="S::intern-a@cmesrobotics.ai::71f9efdc-7f13-403d-a66a-3368df03b1a9" providerId="AD" clId="Web-{7BCFEA8C-C101-90C6-302E-5200C8020AC4}" dt="2025-03-24T07:37:32.845" v="1225" actId="14100"/>
          <ac:picMkLst>
            <pc:docMk/>
            <pc:sldMk cId="3826079356" sldId="467"/>
            <ac:picMk id="4" creationId="{2B9E7D7E-B5D9-3F8E-D12C-98F57100D54E}"/>
          </ac:picMkLst>
        </pc:picChg>
        <pc:cxnChg chg="del">
          <ac:chgData name="R&amp;D/intern" userId="S::intern-a@cmesrobotics.ai::71f9efdc-7f13-403d-a66a-3368df03b1a9" providerId="AD" clId="Web-{7BCFEA8C-C101-90C6-302E-5200C8020AC4}" dt="2025-03-24T06:16:08.613" v="766"/>
          <ac:cxnSpMkLst>
            <pc:docMk/>
            <pc:sldMk cId="3826079356" sldId="467"/>
            <ac:cxnSpMk id="11" creationId="{6744D1E7-FD40-C0C4-F17F-87A18F4AEA18}"/>
          </ac:cxnSpMkLst>
        </pc:cxnChg>
        <pc:cxnChg chg="mod">
          <ac:chgData name="R&amp;D/intern" userId="S::intern-a@cmesrobotics.ai::71f9efdc-7f13-403d-a66a-3368df03b1a9" providerId="AD" clId="Web-{7BCFEA8C-C101-90C6-302E-5200C8020AC4}" dt="2025-03-24T06:16:15.832" v="772" actId="1076"/>
          <ac:cxnSpMkLst>
            <pc:docMk/>
            <pc:sldMk cId="3826079356" sldId="467"/>
            <ac:cxnSpMk id="18" creationId="{D10E195C-C259-3370-0995-E6FF09AD330D}"/>
          </ac:cxnSpMkLst>
        </pc:cxnChg>
      </pc:sldChg>
      <pc:sldChg chg="delSp modSp add ord">
        <pc:chgData name="R&amp;D/intern" userId="S::intern-a@cmesrobotics.ai::71f9efdc-7f13-403d-a66a-3368df03b1a9" providerId="AD" clId="Web-{7BCFEA8C-C101-90C6-302E-5200C8020AC4}" dt="2025-03-24T08:00:48.354" v="1378" actId="20577"/>
        <pc:sldMkLst>
          <pc:docMk/>
          <pc:sldMk cId="474756192" sldId="468"/>
        </pc:sldMkLst>
        <pc:spChg chg="del">
          <ac:chgData name="R&amp;D/intern" userId="S::intern-a@cmesrobotics.ai::71f9efdc-7f13-403d-a66a-3368df03b1a9" providerId="AD" clId="Web-{7BCFEA8C-C101-90C6-302E-5200C8020AC4}" dt="2025-03-24T06:42:50.049" v="959"/>
          <ac:spMkLst>
            <pc:docMk/>
            <pc:sldMk cId="474756192" sldId="468"/>
            <ac:spMk id="10" creationId="{A2A03AF3-497C-3AD8-0D93-E5CE2DC0E50A}"/>
          </ac:spMkLst>
        </pc:spChg>
        <pc:spChg chg="del">
          <ac:chgData name="R&amp;D/intern" userId="S::intern-a@cmesrobotics.ai::71f9efdc-7f13-403d-a66a-3368df03b1a9" providerId="AD" clId="Web-{7BCFEA8C-C101-90C6-302E-5200C8020AC4}" dt="2025-03-24T06:42:50.049" v="957"/>
          <ac:spMkLst>
            <pc:docMk/>
            <pc:sldMk cId="474756192" sldId="468"/>
            <ac:spMk id="13" creationId="{DCA1DBE9-174E-E2B6-CC5C-411B791B8A48}"/>
          </ac:spMkLst>
        </pc:spChg>
        <pc:spChg chg="mod">
          <ac:chgData name="R&amp;D/intern" userId="S::intern-a@cmesrobotics.ai::71f9efdc-7f13-403d-a66a-3368df03b1a9" providerId="AD" clId="Web-{7BCFEA8C-C101-90C6-302E-5200C8020AC4}" dt="2025-03-24T08:00:48.354" v="1378" actId="20577"/>
          <ac:spMkLst>
            <pc:docMk/>
            <pc:sldMk cId="474756192" sldId="468"/>
            <ac:spMk id="14" creationId="{58529E66-A8A8-FD9D-286A-953937E7C2CD}"/>
          </ac:spMkLst>
        </pc:spChg>
        <pc:spChg chg="mod">
          <ac:chgData name="R&amp;D/intern" userId="S::intern-a@cmesrobotics.ai::71f9efdc-7f13-403d-a66a-3368df03b1a9" providerId="AD" clId="Web-{7BCFEA8C-C101-90C6-302E-5200C8020AC4}" dt="2025-03-24T06:45:25.506" v="966" actId="1076"/>
          <ac:spMkLst>
            <pc:docMk/>
            <pc:sldMk cId="474756192" sldId="468"/>
            <ac:spMk id="16" creationId="{40AFCB8A-3747-A3F6-7807-26E26FAD4388}"/>
          </ac:spMkLst>
        </pc:spChg>
        <pc:cxnChg chg="del">
          <ac:chgData name="R&amp;D/intern" userId="S::intern-a@cmesrobotics.ai::71f9efdc-7f13-403d-a66a-3368df03b1a9" providerId="AD" clId="Web-{7BCFEA8C-C101-90C6-302E-5200C8020AC4}" dt="2025-03-24T06:42:50.049" v="958"/>
          <ac:cxnSpMkLst>
            <pc:docMk/>
            <pc:sldMk cId="474756192" sldId="468"/>
            <ac:cxnSpMk id="11" creationId="{6744D1E7-FD40-C0C4-F17F-87A18F4AEA18}"/>
          </ac:cxnSpMkLst>
        </pc:cxnChg>
        <pc:cxnChg chg="mod">
          <ac:chgData name="R&amp;D/intern" userId="S::intern-a@cmesrobotics.ai::71f9efdc-7f13-403d-a66a-3368df03b1a9" providerId="AD" clId="Web-{7BCFEA8C-C101-90C6-302E-5200C8020AC4}" dt="2025-03-24T06:45:25.475" v="965" actId="1076"/>
          <ac:cxnSpMkLst>
            <pc:docMk/>
            <pc:sldMk cId="474756192" sldId="468"/>
            <ac:cxnSpMk id="15" creationId="{19B127F9-36C6-5543-40B4-40509D4C19D6}"/>
          </ac:cxnSpMkLst>
        </pc:cxnChg>
      </pc:sldChg>
      <pc:sldChg chg="add del replId">
        <pc:chgData name="R&amp;D/intern" userId="S::intern-a@cmesrobotics.ai::71f9efdc-7f13-403d-a66a-3368df03b1a9" providerId="AD" clId="Web-{7BCFEA8C-C101-90C6-302E-5200C8020AC4}" dt="2025-03-24T06:42:29.017" v="952"/>
        <pc:sldMkLst>
          <pc:docMk/>
          <pc:sldMk cId="4293456689" sldId="468"/>
        </pc:sldMkLst>
      </pc:sldChg>
      <pc:sldChg chg="addSp delSp modSp add">
        <pc:chgData name="R&amp;D/intern" userId="S::intern-a@cmesrobotics.ai::71f9efdc-7f13-403d-a66a-3368df03b1a9" providerId="AD" clId="Web-{7BCFEA8C-C101-90C6-302E-5200C8020AC4}" dt="2025-03-24T07:18:33.563" v="1147" actId="1076"/>
        <pc:sldMkLst>
          <pc:docMk/>
          <pc:sldMk cId="1212541083" sldId="469"/>
        </pc:sldMkLst>
        <pc:spChg chg="mod">
          <ac:chgData name="R&amp;D/intern" userId="S::intern-a@cmesrobotics.ai::71f9efdc-7f13-403d-a66a-3368df03b1a9" providerId="AD" clId="Web-{7BCFEA8C-C101-90C6-302E-5200C8020AC4}" dt="2025-03-24T07:17:12.811" v="1143" actId="20577"/>
          <ac:spMkLst>
            <pc:docMk/>
            <pc:sldMk cId="1212541083" sldId="469"/>
            <ac:spMk id="10" creationId="{A2A03AF3-497C-3AD8-0D93-E5CE2DC0E50A}"/>
          </ac:spMkLst>
        </pc:spChg>
        <pc:spChg chg="mod">
          <ac:chgData name="R&amp;D/intern" userId="S::intern-a@cmesrobotics.ai::71f9efdc-7f13-403d-a66a-3368df03b1a9" providerId="AD" clId="Web-{7BCFEA8C-C101-90C6-302E-5200C8020AC4}" dt="2025-03-24T06:53:59.037" v="1041" actId="20577"/>
          <ac:spMkLst>
            <pc:docMk/>
            <pc:sldMk cId="1212541083" sldId="469"/>
            <ac:spMk id="13" creationId="{DCA1DBE9-174E-E2B6-CC5C-411B791B8A48}"/>
          </ac:spMkLst>
        </pc:spChg>
        <pc:picChg chg="add mod">
          <ac:chgData name="R&amp;D/intern" userId="S::intern-a@cmesrobotics.ai::71f9efdc-7f13-403d-a66a-3368df03b1a9" providerId="AD" clId="Web-{7BCFEA8C-C101-90C6-302E-5200C8020AC4}" dt="2025-03-24T07:18:33.563" v="1147" actId="1076"/>
          <ac:picMkLst>
            <pc:docMk/>
            <pc:sldMk cId="1212541083" sldId="469"/>
            <ac:picMk id="4" creationId="{8BB59DB4-2A48-D161-0A62-54ECF89CDA64}"/>
          </ac:picMkLst>
        </pc:picChg>
        <pc:picChg chg="del">
          <ac:chgData name="R&amp;D/intern" userId="S::intern-a@cmesrobotics.ai::71f9efdc-7f13-403d-a66a-3368df03b1a9" providerId="AD" clId="Web-{7BCFEA8C-C101-90C6-302E-5200C8020AC4}" dt="2025-03-24T06:53:40.427" v="1034"/>
          <ac:picMkLst>
            <pc:docMk/>
            <pc:sldMk cId="1212541083" sldId="469"/>
            <ac:picMk id="20" creationId="{DFEDB164-DF20-51B4-32B5-4982A223FCD8}"/>
          </ac:picMkLst>
        </pc:picChg>
      </pc:sldChg>
      <pc:sldChg chg="add del replId">
        <pc:chgData name="R&amp;D/intern" userId="S::intern-a@cmesrobotics.ai::71f9efdc-7f13-403d-a66a-3368df03b1a9" providerId="AD" clId="Web-{7BCFEA8C-C101-90C6-302E-5200C8020AC4}" dt="2025-03-24T06:53:32.223" v="1032"/>
        <pc:sldMkLst>
          <pc:docMk/>
          <pc:sldMk cId="1798147567" sldId="469"/>
        </pc:sldMkLst>
      </pc:sldChg>
      <pc:sldChg chg="addSp delSp modSp add">
        <pc:chgData name="R&amp;D/intern" userId="S::intern-a@cmesrobotics.ai::71f9efdc-7f13-403d-a66a-3368df03b1a9" providerId="AD" clId="Web-{7BCFEA8C-C101-90C6-302E-5200C8020AC4}" dt="2025-03-24T07:26:08.935" v="1216" actId="20577"/>
        <pc:sldMkLst>
          <pc:docMk/>
          <pc:sldMk cId="1715277069" sldId="470"/>
        </pc:sldMkLst>
        <pc:spChg chg="mod">
          <ac:chgData name="R&amp;D/intern" userId="S::intern-a@cmesrobotics.ai::71f9efdc-7f13-403d-a66a-3368df03b1a9" providerId="AD" clId="Web-{7BCFEA8C-C101-90C6-302E-5200C8020AC4}" dt="2025-03-24T07:26:08.935" v="1216" actId="20577"/>
          <ac:spMkLst>
            <pc:docMk/>
            <pc:sldMk cId="1715277069" sldId="470"/>
            <ac:spMk id="10" creationId="{A2A03AF3-497C-3AD8-0D93-E5CE2DC0E50A}"/>
          </ac:spMkLst>
        </pc:spChg>
        <pc:picChg chg="add mod">
          <ac:chgData name="R&amp;D/intern" userId="S::intern-a@cmesrobotics.ai::71f9efdc-7f13-403d-a66a-3368df03b1a9" providerId="AD" clId="Web-{7BCFEA8C-C101-90C6-302E-5200C8020AC4}" dt="2025-03-24T07:25:13.309" v="1198" actId="1076"/>
          <ac:picMkLst>
            <pc:docMk/>
            <pc:sldMk cId="1715277069" sldId="470"/>
            <ac:picMk id="4" creationId="{2529C328-4992-DE2C-33E8-5C84B4446395}"/>
          </ac:picMkLst>
        </pc:picChg>
        <pc:picChg chg="add mod">
          <ac:chgData name="R&amp;D/intern" userId="S::intern-a@cmesrobotics.ai::71f9efdc-7f13-403d-a66a-3368df03b1a9" providerId="AD" clId="Web-{7BCFEA8C-C101-90C6-302E-5200C8020AC4}" dt="2025-03-24T07:25:14.762" v="1199" actId="1076"/>
          <ac:picMkLst>
            <pc:docMk/>
            <pc:sldMk cId="1715277069" sldId="470"/>
            <ac:picMk id="6" creationId="{3AC75FDF-7C31-7E1C-FCEB-A9344FCF9329}"/>
          </ac:picMkLst>
        </pc:picChg>
        <pc:picChg chg="del">
          <ac:chgData name="R&amp;D/intern" userId="S::intern-a@cmesrobotics.ai::71f9efdc-7f13-403d-a66a-3368df03b1a9" providerId="AD" clId="Web-{7BCFEA8C-C101-90C6-302E-5200C8020AC4}" dt="2025-03-24T07:20:43.098" v="1151"/>
          <ac:picMkLst>
            <pc:docMk/>
            <pc:sldMk cId="1715277069" sldId="470"/>
            <ac:picMk id="20" creationId="{DFEDB164-DF20-51B4-32B5-4982A223FCD8}"/>
          </ac:picMkLst>
        </pc:picChg>
      </pc:sldChg>
      <pc:sldChg chg="add del replId">
        <pc:chgData name="R&amp;D/intern" userId="S::intern-a@cmesrobotics.ai::71f9efdc-7f13-403d-a66a-3368df03b1a9" providerId="AD" clId="Web-{7BCFEA8C-C101-90C6-302E-5200C8020AC4}" dt="2025-03-24T07:20:40.316" v="1149"/>
        <pc:sldMkLst>
          <pc:docMk/>
          <pc:sldMk cId="4163845731" sldId="47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3125F01-B8C3-F654-E95E-262E049F55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>
              <a:latin typeface="Pretendard Medium" panose="02000603000000020004" pitchFamily="50" charset="-127"/>
              <a:ea typeface="Pretendard Medium" panose="02000603000000020004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4F0889D-44D4-01DC-62C3-B4C0ACEBFB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E461E0-3000-4E5C-94D5-5B3287280DED}" type="datetimeFigureOut">
              <a:rPr lang="ko-KR" altLang="en-US" smtClean="0">
                <a:latin typeface="Pretendard Medium" panose="02000603000000020004" pitchFamily="50" charset="-127"/>
                <a:ea typeface="Pretendard Medium" panose="02000603000000020004" pitchFamily="50" charset="-127"/>
              </a:rPr>
              <a:t>2026-03-27</a:t>
            </a:fld>
            <a:endParaRPr lang="ko-KR" altLang="en-US">
              <a:latin typeface="Pretendard Medium" panose="02000603000000020004" pitchFamily="50" charset="-127"/>
              <a:ea typeface="Pretendard Medium" panose="0200060300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5079B18-4ABF-8019-0BB9-307D03EB4F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>
              <a:latin typeface="Pretendard Medium" panose="02000603000000020004" pitchFamily="50" charset="-127"/>
              <a:ea typeface="Pretendard Medium" panose="0200060300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147B5F-6DF0-71FD-2E51-A05DDD6194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AFC47-51BC-4EBA-98DC-BA259805B9CE}" type="slidenum">
              <a:rPr lang="ko-KR" altLang="en-US" smtClean="0">
                <a:latin typeface="Pretendard Medium" panose="02000603000000020004" pitchFamily="50" charset="-127"/>
                <a:ea typeface="Pretendard Medium" panose="02000603000000020004" pitchFamily="50" charset="-127"/>
              </a:rPr>
              <a:t>‹#›</a:t>
            </a:fld>
            <a:endParaRPr lang="ko-KR" altLang="en-US">
              <a:latin typeface="Pretendard Medium" panose="02000603000000020004" pitchFamily="50" charset="-127"/>
              <a:ea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39777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26T01:17:58.78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10797 8193 16383 0 0,'0'5'0'0'0,"0"14"0"0"0,-5 12 0 0 0,-9 13 0 0 0,-9 17 0 0 0,-10 17 0 0 0,-14 9 0 0 0,-9 1 0 0 0,-5 0 0 0 0,-6-3 0 0 0,6-9 0 0 0,4-7 0 0 0,4-13 0 0 0,10-11 0 0 0,10-10 0 0 0,11-10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26T01:17:58.78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14757 8534 16383 0 0,'0'-8'0'0'0,"0"-9"0"0"0,0-7 0 0 0,0-6 0 0 0,6 0 0 0 0,4-3 0 0 0,4 0 0 0 0,8 1 0 0 0,3 0 0 0 0,6 5 0 0 0,0 5 0 0 0,-2 5 0 0 0,-3 1 0 0 0,-3 2 0 0 0,-3 5 0 0 0,2 2 0 0 0,-1 4 0 0 0,-1 2 0 0 0,-1 0 0 0 0,2 2 0 0 0,3-1 0 0 0,1 1 0 0 0,-2 0 0 0 0,-1-1 0 0 0,-2 3 0 0 0,-2 1 0 0 0,0 3 0 0 0,2 2 0 0 0,0 7 0 0 0,-3 8 0 0 0,-1 8 0 0 0,-4 12 0 0 0,-4 8 0 0 0,-3 10 0 0 0,-2 7 0 0 0,-2 1 0 0 0,-7 5 0 0 0,-5-6 0 0 0,-10 1 0 0 0,-15-4 0 0 0,-12-5 0 0 0,-14-3 0 0 0,-7-4 0 0 0,-5-2 0 0 0,-3-7 0 0 0,1-5 0 0 0,5-7 0 0 0,11-7 0 0 0,8-6 0 0 0,9-8 0 0 0,10-6 0 0 0,7-3 0 0 0,5-3 0 0 0,10-1 0 0 0,20-6 0 0 0,20-5 0 0 0,29-6 0 0 0,20-2 0 0 0,24 1 0 0 0,17 4 0 0 0,5 0 0 0 0,-1 1 0 0 0,-10 4 0 0 0,-16 3 0 0 0,-21 4 0 0 0,-21 1 0 0 0,-20-2 0 0 0,-16 1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retendard Medium" panose="02000603000000020004" pitchFamily="50" charset="-127"/>
                <a:ea typeface="Pretendard Medium" panose="020006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retendard Medium" panose="02000603000000020004" pitchFamily="50" charset="-127"/>
                <a:ea typeface="Pretendard Medium" panose="02000603000000020004" pitchFamily="50" charset="-127"/>
              </a:defRPr>
            </a:lvl1pPr>
          </a:lstStyle>
          <a:p>
            <a:fld id="{8F3403DE-8833-4CC8-B544-617896588E64}" type="datetimeFigureOut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retendard Medium" panose="02000603000000020004" pitchFamily="50" charset="-127"/>
                <a:ea typeface="Pretendard Medium" panose="020006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retendard Medium" panose="02000603000000020004" pitchFamily="50" charset="-127"/>
                <a:ea typeface="Pretendard Medium" panose="02000603000000020004" pitchFamily="50" charset="-127"/>
              </a:defRPr>
            </a:lvl1pPr>
          </a:lstStyle>
          <a:p>
            <a:fld id="{E90B4FFE-7C23-4CA8-8725-00637FA306C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2001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 Medium" panose="02000603000000020004" pitchFamily="50" charset="-127"/>
        <a:ea typeface="Pretendard Medium" panose="02000603000000020004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Pretendard Medium" panose="02000603000000020004" pitchFamily="50" charset="-127"/>
        <a:ea typeface="Pretendard Medium" panose="02000603000000020004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Pretendard Medium" panose="02000603000000020004" pitchFamily="50" charset="-127"/>
        <a:ea typeface="Pretendard Medium" panose="02000603000000020004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Pretendard Medium" panose="02000603000000020004" pitchFamily="50" charset="-127"/>
        <a:ea typeface="Pretendard Medium" panose="02000603000000020004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Pretendard Medium" panose="02000603000000020004" pitchFamily="50" charset="-127"/>
        <a:ea typeface="Pretendard Medium" panose="0200060300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BA91C-E76F-F219-B8EC-5BE934D1A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B02BD5-8CB9-2CC8-C006-3E397D3AD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2AF65A-EA95-CDCB-CBE6-0D8B30A1B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228327-B571-5429-7BD6-CF4B0AD2B2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81630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BA91C-E76F-F219-B8EC-5BE934D1A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B02BD5-8CB9-2CC8-C006-3E397D3AD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2AF65A-EA95-CDCB-CBE6-0D8B30A1B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228327-B571-5429-7BD6-CF4B0AD2B2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81630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52D-894A-A590-7DCD-68BCE390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9A3C6-E757-CB7E-9D2A-18202485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B1212D-0814-8546-EECB-B6DECFF89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58854-39A1-170A-C479-B675CE1F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06160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CF942-5D08-8EE7-0184-F736CDEBF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036B82-8CB7-76E8-C579-A496EF583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0355A4-2AE6-B2D9-FCF4-74436BD5F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57C9AC-74C2-76B9-51F4-75C1B02BC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310810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CF942-5D08-8EE7-0184-F736CDEBF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036B82-8CB7-76E8-C579-A496EF583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0355A4-2AE6-B2D9-FCF4-74436BD5F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57C9AC-74C2-76B9-51F4-75C1B02BC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310810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3D7D1-5F80-46E3-0BF0-51305E67F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4D5924-800E-5BB5-CD8A-09D35EE09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85F3F7-9949-3773-0CD5-A97BAEB9E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5DD8E3-2E04-79C5-E99A-2D0AEED689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867307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392B1-A51B-5318-AD26-807C9639B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44D3E0-4E28-C7B9-BBFF-3EB2362FE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11A5B3-B8D7-B0FE-E204-8B7E334D1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6B6642-5796-CA59-FE75-6F552F10E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707785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CF942-5D08-8EE7-0184-F736CDEBF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036B82-8CB7-76E8-C579-A496EF583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0355A4-2AE6-B2D9-FCF4-74436BD5F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57C9AC-74C2-76B9-51F4-75C1B02BC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310810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CF942-5D08-8EE7-0184-F736CDEBF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036B82-8CB7-76E8-C579-A496EF583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0355A4-2AE6-B2D9-FCF4-74436BD5F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57C9AC-74C2-76B9-51F4-75C1B02BC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310810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CF942-5D08-8EE7-0184-F736CDEBF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036B82-8CB7-76E8-C579-A496EF583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0355A4-2AE6-B2D9-FCF4-74436BD5F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57C9AC-74C2-76B9-51F4-75C1B02BC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0B4FFE-7C23-4CA8-8725-00637FA306C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3108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8F9D6A3-96AD-115F-9604-07A1A3C342AD}"/>
              </a:ext>
            </a:extLst>
          </p:cNvPr>
          <p:cNvSpPr/>
          <p:nvPr userDrawn="1"/>
        </p:nvSpPr>
        <p:spPr>
          <a:xfrm>
            <a:off x="0" y="6379029"/>
            <a:ext cx="12192000" cy="4789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0316556A-D1F6-8254-F0C1-92274DB4AA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5816" y="6539357"/>
            <a:ext cx="1500584" cy="10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93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224" userDrawn="1">
          <p15:clr>
            <a:srgbClr val="FBAE40"/>
          </p15:clr>
        </p15:guide>
        <p15:guide id="4" pos="7445" userDrawn="1">
          <p15:clr>
            <a:srgbClr val="FBAE40"/>
          </p15:clr>
        </p15:guide>
        <p15:guide id="5" orient="horz" pos="40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8F9D6A3-96AD-115F-9604-07A1A3C342AD}"/>
              </a:ext>
            </a:extLst>
          </p:cNvPr>
          <p:cNvSpPr/>
          <p:nvPr userDrawn="1"/>
        </p:nvSpPr>
        <p:spPr>
          <a:xfrm>
            <a:off x="0" y="6379029"/>
            <a:ext cx="12192000" cy="4789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0316556A-D1F6-8254-F0C1-92274DB4AA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5816" y="6539357"/>
            <a:ext cx="1500584" cy="109039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C5FB2DF7-6A1C-175D-43FF-2CEAE2DD0B1D}"/>
              </a:ext>
            </a:extLst>
          </p:cNvPr>
          <p:cNvGrpSpPr/>
          <p:nvPr userDrawn="1"/>
        </p:nvGrpSpPr>
        <p:grpSpPr>
          <a:xfrm>
            <a:off x="805038" y="1300180"/>
            <a:ext cx="2951318" cy="356110"/>
            <a:chOff x="498396" y="1300180"/>
            <a:chExt cx="2951318" cy="356110"/>
          </a:xfrm>
        </p:grpSpPr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6BAE3D13-4ADF-EF01-DF6D-1EB8CA6DC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76351" y="1341349"/>
              <a:ext cx="2773363" cy="273428"/>
            </a:xfrm>
            <a:prstGeom prst="rect">
              <a:avLst/>
            </a:prstGeom>
          </p:spPr>
        </p:pic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787A73C7-A547-B809-66DF-D4E9961BD637}"/>
                </a:ext>
              </a:extLst>
            </p:cNvPr>
            <p:cNvCxnSpPr>
              <a:cxnSpLocks/>
            </p:cNvCxnSpPr>
            <p:nvPr/>
          </p:nvCxnSpPr>
          <p:spPr>
            <a:xfrm>
              <a:off x="498396" y="1300180"/>
              <a:ext cx="0" cy="35611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2007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24">
          <p15:clr>
            <a:srgbClr val="FBAE40"/>
          </p15:clr>
        </p15:guide>
        <p15:guide id="4" pos="7445">
          <p15:clr>
            <a:srgbClr val="FBAE40"/>
          </p15:clr>
        </p15:guide>
        <p15:guide id="5" orient="horz" pos="40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0316556A-D1F6-8254-F0C1-92274DB4AAE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35816" y="6539357"/>
            <a:ext cx="1500584" cy="109039"/>
          </a:xfrm>
          <a:prstGeom prst="rect">
            <a:avLst/>
          </a:prstGeom>
        </p:spPr>
      </p:pic>
      <p:pic>
        <p:nvPicPr>
          <p:cNvPr id="9" name="그래픽 8">
            <a:extLst>
              <a:ext uri="{FF2B5EF4-FFF2-40B4-BE49-F238E27FC236}">
                <a16:creationId xmlns:a16="http://schemas.microsoft.com/office/drawing/2014/main" id="{89C49D0F-513C-01E5-9D86-10FAEC7CA13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7470" y="2665100"/>
            <a:ext cx="820284" cy="215428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D71944E-A53C-DF3B-29FE-38E242A8F2E7}"/>
              </a:ext>
            </a:extLst>
          </p:cNvPr>
          <p:cNvCxnSpPr>
            <a:cxnSpLocks/>
          </p:cNvCxnSpPr>
          <p:nvPr userDrawn="1"/>
        </p:nvCxnSpPr>
        <p:spPr>
          <a:xfrm>
            <a:off x="4943490" y="3120087"/>
            <a:ext cx="2305019" cy="0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369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24">
          <p15:clr>
            <a:srgbClr val="FBAE40"/>
          </p15:clr>
        </p15:guide>
        <p15:guide id="4" pos="7445">
          <p15:clr>
            <a:srgbClr val="FBAE40"/>
          </p15:clr>
        </p15:guide>
        <p15:guide id="5" orient="horz" pos="40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8E6ED25E-4075-E4BC-E567-1C7604D9AC8F}"/>
              </a:ext>
            </a:extLst>
          </p:cNvPr>
          <p:cNvSpPr/>
          <p:nvPr userDrawn="1"/>
        </p:nvSpPr>
        <p:spPr>
          <a:xfrm>
            <a:off x="0" y="6381750"/>
            <a:ext cx="12192000" cy="4789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38E1BF8A-7804-C70D-7C48-B5A200EDA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5816" y="6542078"/>
            <a:ext cx="1500584" cy="109039"/>
          </a:xfrm>
          <a:prstGeom prst="rect">
            <a:avLst/>
          </a:prstGeom>
        </p:spPr>
      </p:pic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92A9D0B6-7ACC-D217-FBDD-F14F74BF6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76216"/>
            <a:ext cx="2743200" cy="235320"/>
          </a:xfrm>
          <a:prstGeom prst="rect">
            <a:avLst/>
          </a:prstGeom>
        </p:spPr>
        <p:txBody>
          <a:bodyPr anchor="ctr"/>
          <a:lstStyle>
            <a:lvl1pPr algn="ctr">
              <a:defRPr sz="7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fld id="{A586D550-5C19-40CD-8609-A3C92F1D3FA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B8094-3132-D6B5-B612-C87E4389CD87}"/>
              </a:ext>
            </a:extLst>
          </p:cNvPr>
          <p:cNvSpPr txBox="1"/>
          <p:nvPr userDrawn="1"/>
        </p:nvSpPr>
        <p:spPr>
          <a:xfrm>
            <a:off x="355600" y="6502510"/>
            <a:ext cx="4748966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ko-KR" sz="600" b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© 2024. CMES Inc. All rights reserved.  </a:t>
            </a:r>
          </a:p>
          <a:p>
            <a:pPr>
              <a:lnSpc>
                <a:spcPct val="100000"/>
              </a:lnSpc>
            </a:pPr>
            <a:r>
              <a:rPr lang="en-US" altLang="ko-KR" sz="600" b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Strictly confidential and intellectual property of CMES Inc.</a:t>
            </a:r>
            <a:endParaRPr lang="ko-KR" altLang="en-US" sz="600" b="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F05CFA4-1125-FB01-CCC6-6E350C713A39}"/>
              </a:ext>
            </a:extLst>
          </p:cNvPr>
          <p:cNvCxnSpPr>
            <a:cxnSpLocks/>
          </p:cNvCxnSpPr>
          <p:nvPr userDrawn="1"/>
        </p:nvCxnSpPr>
        <p:spPr>
          <a:xfrm>
            <a:off x="355600" y="971550"/>
            <a:ext cx="11463338" cy="0"/>
          </a:xfrm>
          <a:prstGeom prst="line">
            <a:avLst/>
          </a:prstGeom>
          <a:ln w="6350">
            <a:solidFill>
              <a:schemeClr val="accent5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110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24">
          <p15:clr>
            <a:srgbClr val="FBAE40"/>
          </p15:clr>
        </p15:guide>
        <p15:guide id="4" pos="7445">
          <p15:clr>
            <a:srgbClr val="FBAE40"/>
          </p15:clr>
        </p15:guide>
        <p15:guide id="5" orient="horz" pos="4020">
          <p15:clr>
            <a:srgbClr val="FBAE40"/>
          </p15:clr>
        </p15:guide>
        <p15:guide id="6" orient="horz" pos="390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-Confident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8E6ED25E-4075-E4BC-E567-1C7604D9AC8F}"/>
              </a:ext>
            </a:extLst>
          </p:cNvPr>
          <p:cNvSpPr/>
          <p:nvPr userDrawn="1"/>
        </p:nvSpPr>
        <p:spPr>
          <a:xfrm>
            <a:off x="0" y="6381750"/>
            <a:ext cx="12192000" cy="4789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38E1BF8A-7804-C70D-7C48-B5A200EDA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5816" y="6542078"/>
            <a:ext cx="1500584" cy="109039"/>
          </a:xfrm>
          <a:prstGeom prst="rect">
            <a:avLst/>
          </a:prstGeom>
        </p:spPr>
      </p:pic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92A9D0B6-7ACC-D217-FBDD-F14F74BF6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76216"/>
            <a:ext cx="2743200" cy="235320"/>
          </a:xfrm>
          <a:prstGeom prst="rect">
            <a:avLst/>
          </a:prstGeom>
        </p:spPr>
        <p:txBody>
          <a:bodyPr anchor="ctr"/>
          <a:lstStyle>
            <a:lvl1pPr algn="ctr">
              <a:defRPr sz="7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fld id="{A586D550-5C19-40CD-8609-A3C92F1D3FA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B8094-3132-D6B5-B612-C87E4389CD87}"/>
              </a:ext>
            </a:extLst>
          </p:cNvPr>
          <p:cNvSpPr txBox="1"/>
          <p:nvPr userDrawn="1"/>
        </p:nvSpPr>
        <p:spPr>
          <a:xfrm>
            <a:off x="355600" y="6502510"/>
            <a:ext cx="4748966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ko-KR" sz="600" b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© 2024. CMES Inc. All rights reserved.  </a:t>
            </a:r>
          </a:p>
          <a:p>
            <a:pPr>
              <a:lnSpc>
                <a:spcPct val="100000"/>
              </a:lnSpc>
            </a:pPr>
            <a:r>
              <a:rPr lang="en-US" altLang="ko-KR" sz="600" b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Strictly confidential and intellectual property of CMES Inc.</a:t>
            </a:r>
            <a:endParaRPr lang="ko-KR" altLang="en-US" sz="600" b="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F05CFA4-1125-FB01-CCC6-6E350C713A39}"/>
              </a:ext>
            </a:extLst>
          </p:cNvPr>
          <p:cNvCxnSpPr>
            <a:cxnSpLocks/>
          </p:cNvCxnSpPr>
          <p:nvPr userDrawn="1"/>
        </p:nvCxnSpPr>
        <p:spPr>
          <a:xfrm>
            <a:off x="355600" y="971550"/>
            <a:ext cx="11463338" cy="0"/>
          </a:xfrm>
          <a:prstGeom prst="line">
            <a:avLst/>
          </a:prstGeom>
          <a:ln w="6350">
            <a:solidFill>
              <a:schemeClr val="accent5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4AEAE48-A18D-E716-818C-5EBF388FA37E}"/>
              </a:ext>
            </a:extLst>
          </p:cNvPr>
          <p:cNvSpPr txBox="1"/>
          <p:nvPr userDrawn="1"/>
        </p:nvSpPr>
        <p:spPr>
          <a:xfrm rot="20584001">
            <a:off x="1244234" y="2921169"/>
            <a:ext cx="97035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b="0">
                <a:solidFill>
                  <a:schemeClr val="bg1">
                    <a:lumMod val="85000"/>
                  </a:schemeClr>
                </a:solidFill>
                <a:latin typeface="Pretendard SemiBold" panose="02000703000000020004" pitchFamily="50" charset="-127"/>
                <a:cs typeface="Pretendard SemiBold" panose="02000703000000020004" pitchFamily="50" charset="-127"/>
              </a:rPr>
              <a:t>CMES - Confidential</a:t>
            </a:r>
            <a:endParaRPr lang="ko-KR" altLang="en-US" sz="6000" b="0">
              <a:solidFill>
                <a:schemeClr val="bg1">
                  <a:lumMod val="85000"/>
                </a:schemeClr>
              </a:solidFill>
              <a:latin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4530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24">
          <p15:clr>
            <a:srgbClr val="FBAE40"/>
          </p15:clr>
        </p15:guide>
        <p15:guide id="4" pos="7445">
          <p15:clr>
            <a:srgbClr val="FBAE40"/>
          </p15:clr>
        </p15:guide>
        <p15:guide id="5" orient="horz" pos="4020">
          <p15:clr>
            <a:srgbClr val="FBAE40"/>
          </p15:clr>
        </p15:guide>
        <p15:guide id="6" orient="horz" pos="390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-Internal Us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8E6ED25E-4075-E4BC-E567-1C7604D9AC8F}"/>
              </a:ext>
            </a:extLst>
          </p:cNvPr>
          <p:cNvSpPr/>
          <p:nvPr userDrawn="1"/>
        </p:nvSpPr>
        <p:spPr>
          <a:xfrm>
            <a:off x="0" y="6381750"/>
            <a:ext cx="12192000" cy="4789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38E1BF8A-7804-C70D-7C48-B5A200EDA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5816" y="6542078"/>
            <a:ext cx="1500584" cy="109039"/>
          </a:xfrm>
          <a:prstGeom prst="rect">
            <a:avLst/>
          </a:prstGeom>
        </p:spPr>
      </p:pic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92A9D0B6-7ACC-D217-FBDD-F14F74BF6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76216"/>
            <a:ext cx="2743200" cy="235320"/>
          </a:xfrm>
          <a:prstGeom prst="rect">
            <a:avLst/>
          </a:prstGeom>
        </p:spPr>
        <p:txBody>
          <a:bodyPr anchor="ctr"/>
          <a:lstStyle>
            <a:lvl1pPr algn="ctr">
              <a:defRPr sz="7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fld id="{A586D550-5C19-40CD-8609-A3C92F1D3FA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B8094-3132-D6B5-B612-C87E4389CD87}"/>
              </a:ext>
            </a:extLst>
          </p:cNvPr>
          <p:cNvSpPr txBox="1"/>
          <p:nvPr userDrawn="1"/>
        </p:nvSpPr>
        <p:spPr>
          <a:xfrm>
            <a:off x="355600" y="6502510"/>
            <a:ext cx="4748966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ko-KR" sz="600" b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© 2024. CMES Inc. All rights reserved.  </a:t>
            </a:r>
          </a:p>
          <a:p>
            <a:pPr>
              <a:lnSpc>
                <a:spcPct val="100000"/>
              </a:lnSpc>
            </a:pPr>
            <a:r>
              <a:rPr lang="en-US" altLang="ko-KR" sz="600" b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Strictly confidential and intellectual property of CMES Inc.</a:t>
            </a:r>
            <a:endParaRPr lang="ko-KR" altLang="en-US" sz="600" b="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F05CFA4-1125-FB01-CCC6-6E350C713A39}"/>
              </a:ext>
            </a:extLst>
          </p:cNvPr>
          <p:cNvCxnSpPr>
            <a:cxnSpLocks/>
          </p:cNvCxnSpPr>
          <p:nvPr userDrawn="1"/>
        </p:nvCxnSpPr>
        <p:spPr>
          <a:xfrm>
            <a:off x="355600" y="971550"/>
            <a:ext cx="11463338" cy="0"/>
          </a:xfrm>
          <a:prstGeom prst="line">
            <a:avLst/>
          </a:prstGeom>
          <a:ln w="6350">
            <a:solidFill>
              <a:schemeClr val="accent5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4AEAE48-A18D-E716-818C-5EBF388FA37E}"/>
              </a:ext>
            </a:extLst>
          </p:cNvPr>
          <p:cNvSpPr txBox="1"/>
          <p:nvPr userDrawn="1"/>
        </p:nvSpPr>
        <p:spPr>
          <a:xfrm rot="20584001">
            <a:off x="1244234" y="2921169"/>
            <a:ext cx="97035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b="0">
                <a:solidFill>
                  <a:schemeClr val="bg1">
                    <a:lumMod val="85000"/>
                  </a:schemeClr>
                </a:solidFill>
                <a:latin typeface="Pretendard SemiBold" panose="02000703000000020004" pitchFamily="50" charset="-127"/>
                <a:cs typeface="Pretendard SemiBold" panose="02000703000000020004" pitchFamily="50" charset="-127"/>
              </a:rPr>
              <a:t>CMES -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382386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24">
          <p15:clr>
            <a:srgbClr val="FBAE40"/>
          </p15:clr>
        </p15:guide>
        <p15:guide id="4" pos="7445">
          <p15:clr>
            <a:srgbClr val="FBAE40"/>
          </p15:clr>
        </p15:guide>
        <p15:guide id="5" orient="horz" pos="4020">
          <p15:clr>
            <a:srgbClr val="FBAE40"/>
          </p15:clr>
        </p15:guide>
        <p15:guide id="6" orient="horz" pos="390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지막장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8F9D6A3-96AD-115F-9604-07A1A3C342AD}"/>
              </a:ext>
            </a:extLst>
          </p:cNvPr>
          <p:cNvSpPr/>
          <p:nvPr userDrawn="1"/>
        </p:nvSpPr>
        <p:spPr>
          <a:xfrm>
            <a:off x="0" y="6379029"/>
            <a:ext cx="12192000" cy="4789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0316556A-D1F6-8254-F0C1-92274DB4AA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5816" y="6539357"/>
            <a:ext cx="1500584" cy="109039"/>
          </a:xfrm>
          <a:prstGeom prst="rect">
            <a:avLst/>
          </a:prstGeom>
        </p:spPr>
      </p:pic>
      <p:grpSp>
        <p:nvGrpSpPr>
          <p:cNvPr id="20" name="그래픽 15">
            <a:extLst>
              <a:ext uri="{FF2B5EF4-FFF2-40B4-BE49-F238E27FC236}">
                <a16:creationId xmlns:a16="http://schemas.microsoft.com/office/drawing/2014/main" id="{75BB2B65-C5E6-C7B2-F8D9-C6E016242C03}"/>
              </a:ext>
            </a:extLst>
          </p:cNvPr>
          <p:cNvGrpSpPr/>
          <p:nvPr userDrawn="1"/>
        </p:nvGrpSpPr>
        <p:grpSpPr>
          <a:xfrm>
            <a:off x="684212" y="4089826"/>
            <a:ext cx="4405050" cy="883359"/>
            <a:chOff x="608012" y="1179057"/>
            <a:chExt cx="4405050" cy="883359"/>
          </a:xfrm>
          <a:solidFill>
            <a:srgbClr val="153028"/>
          </a:solidFill>
        </p:grpSpPr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E1A14FA5-E4CA-275B-5BFC-B944F7E1B1E6}"/>
                </a:ext>
              </a:extLst>
            </p:cNvPr>
            <p:cNvSpPr/>
            <p:nvPr/>
          </p:nvSpPr>
          <p:spPr>
            <a:xfrm>
              <a:off x="608012" y="1213572"/>
              <a:ext cx="438528" cy="667818"/>
            </a:xfrm>
            <a:custGeom>
              <a:avLst/>
              <a:gdLst>
                <a:gd name="connsiteX0" fmla="*/ 160116 w 438528"/>
                <a:gd name="connsiteY0" fmla="*/ 110133 h 667818"/>
                <a:gd name="connsiteX1" fmla="*/ 0 w 438528"/>
                <a:gd name="connsiteY1" fmla="*/ 110133 h 667818"/>
                <a:gd name="connsiteX2" fmla="*/ 0 w 438528"/>
                <a:gd name="connsiteY2" fmla="*/ 0 h 667818"/>
                <a:gd name="connsiteX3" fmla="*/ 438529 w 438528"/>
                <a:gd name="connsiteY3" fmla="*/ 0 h 667818"/>
                <a:gd name="connsiteX4" fmla="*/ 438529 w 438528"/>
                <a:gd name="connsiteY4" fmla="*/ 110133 h 667818"/>
                <a:gd name="connsiteX5" fmla="*/ 278413 w 438528"/>
                <a:gd name="connsiteY5" fmla="*/ 110133 h 667818"/>
                <a:gd name="connsiteX6" fmla="*/ 278413 w 438528"/>
                <a:gd name="connsiteY6" fmla="*/ 667818 h 667818"/>
                <a:gd name="connsiteX7" fmla="*/ 160116 w 438528"/>
                <a:gd name="connsiteY7" fmla="*/ 667818 h 667818"/>
                <a:gd name="connsiteX8" fmla="*/ 160116 w 438528"/>
                <a:gd name="connsiteY8" fmla="*/ 110133 h 667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8528" h="667818">
                  <a:moveTo>
                    <a:pt x="160116" y="110133"/>
                  </a:moveTo>
                  <a:lnTo>
                    <a:pt x="0" y="110133"/>
                  </a:lnTo>
                  <a:lnTo>
                    <a:pt x="0" y="0"/>
                  </a:lnTo>
                  <a:lnTo>
                    <a:pt x="438529" y="0"/>
                  </a:lnTo>
                  <a:lnTo>
                    <a:pt x="438529" y="110133"/>
                  </a:lnTo>
                  <a:lnTo>
                    <a:pt x="278413" y="110133"/>
                  </a:lnTo>
                  <a:lnTo>
                    <a:pt x="278413" y="667818"/>
                  </a:lnTo>
                  <a:lnTo>
                    <a:pt x="160116" y="667818"/>
                  </a:lnTo>
                  <a:lnTo>
                    <a:pt x="160116" y="110133"/>
                  </a:lnTo>
                  <a:close/>
                </a:path>
              </a:pathLst>
            </a:custGeom>
            <a:solidFill>
              <a:srgbClr val="153028"/>
            </a:solidFill>
            <a:ln w="14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E00B24E5-BDBC-5FCE-D8FF-EA4603E28147}"/>
                </a:ext>
              </a:extLst>
            </p:cNvPr>
            <p:cNvSpPr/>
            <p:nvPr/>
          </p:nvSpPr>
          <p:spPr>
            <a:xfrm>
              <a:off x="1113709" y="1179057"/>
              <a:ext cx="400433" cy="702333"/>
            </a:xfrm>
            <a:custGeom>
              <a:avLst/>
              <a:gdLst>
                <a:gd name="connsiteX0" fmla="*/ 143 w 400433"/>
                <a:gd name="connsiteY0" fmla="*/ 0 h 702333"/>
                <a:gd name="connsiteX1" fmla="*/ 112998 w 400433"/>
                <a:gd name="connsiteY1" fmla="*/ 0 h 702333"/>
                <a:gd name="connsiteX2" fmla="*/ 112998 w 400433"/>
                <a:gd name="connsiteY2" fmla="*/ 155533 h 702333"/>
                <a:gd name="connsiteX3" fmla="*/ 111136 w 400433"/>
                <a:gd name="connsiteY3" fmla="*/ 260081 h 702333"/>
                <a:gd name="connsiteX4" fmla="*/ 232154 w 400433"/>
                <a:gd name="connsiteY4" fmla="*/ 210099 h 702333"/>
                <a:gd name="connsiteX5" fmla="*/ 400433 w 400433"/>
                <a:gd name="connsiteY5" fmla="*/ 413896 h 702333"/>
                <a:gd name="connsiteX6" fmla="*/ 400433 w 400433"/>
                <a:gd name="connsiteY6" fmla="*/ 702334 h 702333"/>
                <a:gd name="connsiteX7" fmla="*/ 287579 w 400433"/>
                <a:gd name="connsiteY7" fmla="*/ 702334 h 702333"/>
                <a:gd name="connsiteX8" fmla="*/ 287579 w 400433"/>
                <a:gd name="connsiteY8" fmla="*/ 421200 h 702333"/>
                <a:gd name="connsiteX9" fmla="*/ 201076 w 400433"/>
                <a:gd name="connsiteY9" fmla="*/ 315649 h 702333"/>
                <a:gd name="connsiteX10" fmla="*/ 112855 w 400433"/>
                <a:gd name="connsiteY10" fmla="*/ 421200 h 702333"/>
                <a:gd name="connsiteX11" fmla="*/ 112855 w 400433"/>
                <a:gd name="connsiteY11" fmla="*/ 702334 h 702333"/>
                <a:gd name="connsiteX12" fmla="*/ 0 w 400433"/>
                <a:gd name="connsiteY12" fmla="*/ 702334 h 702333"/>
                <a:gd name="connsiteX13" fmla="*/ 0 w 400433"/>
                <a:gd name="connsiteY13" fmla="*/ 0 h 70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0433" h="702333">
                  <a:moveTo>
                    <a:pt x="143" y="0"/>
                  </a:moveTo>
                  <a:lnTo>
                    <a:pt x="112998" y="0"/>
                  </a:lnTo>
                  <a:lnTo>
                    <a:pt x="112998" y="155533"/>
                  </a:lnTo>
                  <a:cubicBezTo>
                    <a:pt x="112998" y="191910"/>
                    <a:pt x="112138" y="227428"/>
                    <a:pt x="111136" y="260081"/>
                  </a:cubicBezTo>
                  <a:cubicBezTo>
                    <a:pt x="138490" y="228287"/>
                    <a:pt x="180310" y="210099"/>
                    <a:pt x="232154" y="210099"/>
                  </a:cubicBezTo>
                  <a:cubicBezTo>
                    <a:pt x="338564" y="210099"/>
                    <a:pt x="400433" y="284714"/>
                    <a:pt x="400433" y="413896"/>
                  </a:cubicBezTo>
                  <a:lnTo>
                    <a:pt x="400433" y="702334"/>
                  </a:lnTo>
                  <a:lnTo>
                    <a:pt x="287579" y="702334"/>
                  </a:lnTo>
                  <a:lnTo>
                    <a:pt x="287579" y="421200"/>
                  </a:lnTo>
                  <a:cubicBezTo>
                    <a:pt x="287579" y="352026"/>
                    <a:pt x="257503" y="315649"/>
                    <a:pt x="201076" y="315649"/>
                  </a:cubicBezTo>
                  <a:cubicBezTo>
                    <a:pt x="144649" y="315649"/>
                    <a:pt x="112855" y="352026"/>
                    <a:pt x="112855" y="421200"/>
                  </a:cubicBezTo>
                  <a:lnTo>
                    <a:pt x="112855" y="702334"/>
                  </a:lnTo>
                  <a:lnTo>
                    <a:pt x="0" y="7023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3028"/>
            </a:solidFill>
            <a:ln w="14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6617D2EA-2194-C345-9D73-6ED1EEC2C6CF}"/>
                </a:ext>
              </a:extLst>
            </p:cNvPr>
            <p:cNvSpPr/>
            <p:nvPr/>
          </p:nvSpPr>
          <p:spPr>
            <a:xfrm>
              <a:off x="1596921" y="1391017"/>
              <a:ext cx="495815" cy="499252"/>
            </a:xfrm>
            <a:custGeom>
              <a:avLst/>
              <a:gdLst>
                <a:gd name="connsiteX0" fmla="*/ 0 w 495815"/>
                <a:gd name="connsiteY0" fmla="*/ 250199 h 499252"/>
                <a:gd name="connsiteX1" fmla="*/ 239315 w 495815"/>
                <a:gd name="connsiteY1" fmla="*/ 0 h 499252"/>
                <a:gd name="connsiteX2" fmla="*/ 394848 w 495815"/>
                <a:gd name="connsiteY2" fmla="*/ 67312 h 499252"/>
                <a:gd name="connsiteX3" fmla="*/ 395707 w 495815"/>
                <a:gd name="connsiteY3" fmla="*/ 9023 h 499252"/>
                <a:gd name="connsiteX4" fmla="*/ 495815 w 495815"/>
                <a:gd name="connsiteY4" fmla="*/ 9023 h 499252"/>
                <a:gd name="connsiteX5" fmla="*/ 495815 w 495815"/>
                <a:gd name="connsiteY5" fmla="*/ 490230 h 499252"/>
                <a:gd name="connsiteX6" fmla="*/ 395707 w 495815"/>
                <a:gd name="connsiteY6" fmla="*/ 490230 h 499252"/>
                <a:gd name="connsiteX7" fmla="*/ 394848 w 495815"/>
                <a:gd name="connsiteY7" fmla="*/ 431941 h 499252"/>
                <a:gd name="connsiteX8" fmla="*/ 239315 w 495815"/>
                <a:gd name="connsiteY8" fmla="*/ 499253 h 499252"/>
                <a:gd name="connsiteX9" fmla="*/ 0 w 495815"/>
                <a:gd name="connsiteY9" fmla="*/ 249913 h 499252"/>
                <a:gd name="connsiteX10" fmla="*/ 253779 w 495815"/>
                <a:gd name="connsiteY10" fmla="*/ 395707 h 499252"/>
                <a:gd name="connsiteX11" fmla="*/ 391124 w 495815"/>
                <a:gd name="connsiteY11" fmla="*/ 250199 h 499252"/>
                <a:gd name="connsiteX12" fmla="*/ 253779 w 495815"/>
                <a:gd name="connsiteY12" fmla="*/ 103689 h 499252"/>
                <a:gd name="connsiteX13" fmla="*/ 112711 w 495815"/>
                <a:gd name="connsiteY13" fmla="*/ 250199 h 499252"/>
                <a:gd name="connsiteX14" fmla="*/ 253779 w 495815"/>
                <a:gd name="connsiteY14" fmla="*/ 395707 h 49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95815" h="499252">
                  <a:moveTo>
                    <a:pt x="0" y="250199"/>
                  </a:moveTo>
                  <a:cubicBezTo>
                    <a:pt x="0" y="101970"/>
                    <a:pt x="108272" y="0"/>
                    <a:pt x="239315" y="0"/>
                  </a:cubicBezTo>
                  <a:cubicBezTo>
                    <a:pt x="302043" y="0"/>
                    <a:pt x="360333" y="23631"/>
                    <a:pt x="394848" y="67312"/>
                  </a:cubicBezTo>
                  <a:lnTo>
                    <a:pt x="395707" y="9023"/>
                  </a:lnTo>
                  <a:lnTo>
                    <a:pt x="495815" y="9023"/>
                  </a:lnTo>
                  <a:lnTo>
                    <a:pt x="495815" y="490230"/>
                  </a:lnTo>
                  <a:lnTo>
                    <a:pt x="395707" y="490230"/>
                  </a:lnTo>
                  <a:lnTo>
                    <a:pt x="394848" y="431941"/>
                  </a:lnTo>
                  <a:cubicBezTo>
                    <a:pt x="360333" y="475622"/>
                    <a:pt x="302043" y="499253"/>
                    <a:pt x="239315" y="499253"/>
                  </a:cubicBezTo>
                  <a:cubicBezTo>
                    <a:pt x="108272" y="499253"/>
                    <a:pt x="0" y="396423"/>
                    <a:pt x="0" y="249913"/>
                  </a:cubicBezTo>
                  <a:close/>
                  <a:moveTo>
                    <a:pt x="253779" y="395707"/>
                  </a:moveTo>
                  <a:cubicBezTo>
                    <a:pt x="330257" y="395707"/>
                    <a:pt x="391124" y="342001"/>
                    <a:pt x="391124" y="250199"/>
                  </a:cubicBezTo>
                  <a:cubicBezTo>
                    <a:pt x="391124" y="158397"/>
                    <a:pt x="330114" y="103689"/>
                    <a:pt x="253779" y="103689"/>
                  </a:cubicBezTo>
                  <a:cubicBezTo>
                    <a:pt x="172862" y="103689"/>
                    <a:pt x="112711" y="162837"/>
                    <a:pt x="112711" y="250199"/>
                  </a:cubicBezTo>
                  <a:cubicBezTo>
                    <a:pt x="112711" y="337561"/>
                    <a:pt x="172719" y="395707"/>
                    <a:pt x="253779" y="395707"/>
                  </a:cubicBezTo>
                  <a:close/>
                </a:path>
              </a:pathLst>
            </a:custGeom>
            <a:solidFill>
              <a:srgbClr val="153028"/>
            </a:solidFill>
            <a:ln w="14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2EE9BADC-4FE9-895B-A4BD-3F67EBD605B8}"/>
                </a:ext>
              </a:extLst>
            </p:cNvPr>
            <p:cNvSpPr/>
            <p:nvPr/>
          </p:nvSpPr>
          <p:spPr>
            <a:xfrm>
              <a:off x="2199862" y="1389155"/>
              <a:ext cx="400433" cy="492234"/>
            </a:xfrm>
            <a:custGeom>
              <a:avLst/>
              <a:gdLst>
                <a:gd name="connsiteX0" fmla="*/ 200360 w 400433"/>
                <a:gd name="connsiteY0" fmla="*/ 0 h 492234"/>
                <a:gd name="connsiteX1" fmla="*/ 400433 w 400433"/>
                <a:gd name="connsiteY1" fmla="*/ 205659 h 492234"/>
                <a:gd name="connsiteX2" fmla="*/ 400433 w 400433"/>
                <a:gd name="connsiteY2" fmla="*/ 492235 h 492234"/>
                <a:gd name="connsiteX3" fmla="*/ 287579 w 400433"/>
                <a:gd name="connsiteY3" fmla="*/ 492235 h 492234"/>
                <a:gd name="connsiteX4" fmla="*/ 287579 w 400433"/>
                <a:gd name="connsiteY4" fmla="*/ 209382 h 492234"/>
                <a:gd name="connsiteX5" fmla="*/ 200217 w 400433"/>
                <a:gd name="connsiteY5" fmla="*/ 105694 h 492234"/>
                <a:gd name="connsiteX6" fmla="*/ 112855 w 400433"/>
                <a:gd name="connsiteY6" fmla="*/ 209382 h 492234"/>
                <a:gd name="connsiteX7" fmla="*/ 112855 w 400433"/>
                <a:gd name="connsiteY7" fmla="*/ 492235 h 492234"/>
                <a:gd name="connsiteX8" fmla="*/ 0 w 400433"/>
                <a:gd name="connsiteY8" fmla="*/ 492235 h 492234"/>
                <a:gd name="connsiteX9" fmla="*/ 0 w 400433"/>
                <a:gd name="connsiteY9" fmla="*/ 205659 h 492234"/>
                <a:gd name="connsiteX10" fmla="*/ 200073 w 400433"/>
                <a:gd name="connsiteY10" fmla="*/ 0 h 492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0433" h="492234">
                  <a:moveTo>
                    <a:pt x="200360" y="0"/>
                  </a:moveTo>
                  <a:cubicBezTo>
                    <a:pt x="324958" y="0"/>
                    <a:pt x="400433" y="77337"/>
                    <a:pt x="400433" y="205659"/>
                  </a:cubicBezTo>
                  <a:lnTo>
                    <a:pt x="400433" y="492235"/>
                  </a:lnTo>
                  <a:lnTo>
                    <a:pt x="287579" y="492235"/>
                  </a:lnTo>
                  <a:lnTo>
                    <a:pt x="287579" y="209382"/>
                  </a:lnTo>
                  <a:cubicBezTo>
                    <a:pt x="287579" y="142071"/>
                    <a:pt x="255784" y="105694"/>
                    <a:pt x="200217" y="105694"/>
                  </a:cubicBezTo>
                  <a:cubicBezTo>
                    <a:pt x="144649" y="105694"/>
                    <a:pt x="112855" y="142071"/>
                    <a:pt x="112855" y="209382"/>
                  </a:cubicBezTo>
                  <a:lnTo>
                    <a:pt x="112855" y="492235"/>
                  </a:lnTo>
                  <a:lnTo>
                    <a:pt x="0" y="492235"/>
                  </a:lnTo>
                  <a:lnTo>
                    <a:pt x="0" y="205659"/>
                  </a:lnTo>
                  <a:cubicBezTo>
                    <a:pt x="0" y="77337"/>
                    <a:pt x="74616" y="0"/>
                    <a:pt x="200073" y="0"/>
                  </a:cubicBezTo>
                  <a:close/>
                </a:path>
              </a:pathLst>
            </a:custGeom>
            <a:solidFill>
              <a:srgbClr val="153028"/>
            </a:solidFill>
            <a:ln w="14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1E3C75A0-6A58-3F24-CB73-08230C4019FA}"/>
                </a:ext>
              </a:extLst>
            </p:cNvPr>
            <p:cNvSpPr/>
            <p:nvPr/>
          </p:nvSpPr>
          <p:spPr>
            <a:xfrm>
              <a:off x="2706705" y="1179057"/>
              <a:ext cx="403011" cy="702476"/>
            </a:xfrm>
            <a:custGeom>
              <a:avLst/>
              <a:gdLst>
                <a:gd name="connsiteX0" fmla="*/ 112855 w 403011"/>
                <a:gd name="connsiteY0" fmla="*/ 489371 h 702476"/>
                <a:gd name="connsiteX1" fmla="*/ 112855 w 403011"/>
                <a:gd name="connsiteY1" fmla="*/ 702190 h 702476"/>
                <a:gd name="connsiteX2" fmla="*/ 0 w 403011"/>
                <a:gd name="connsiteY2" fmla="*/ 702190 h 702476"/>
                <a:gd name="connsiteX3" fmla="*/ 0 w 403011"/>
                <a:gd name="connsiteY3" fmla="*/ 0 h 702476"/>
                <a:gd name="connsiteX4" fmla="*/ 112855 w 403011"/>
                <a:gd name="connsiteY4" fmla="*/ 0 h 702476"/>
                <a:gd name="connsiteX5" fmla="*/ 112855 w 403011"/>
                <a:gd name="connsiteY5" fmla="*/ 412177 h 702476"/>
                <a:gd name="connsiteX6" fmla="*/ 265667 w 403011"/>
                <a:gd name="connsiteY6" fmla="*/ 221126 h 702476"/>
                <a:gd name="connsiteX7" fmla="*/ 393989 w 403011"/>
                <a:gd name="connsiteY7" fmla="*/ 221126 h 702476"/>
                <a:gd name="connsiteX8" fmla="*/ 216543 w 403011"/>
                <a:gd name="connsiteY8" fmla="*/ 447695 h 702476"/>
                <a:gd name="connsiteX9" fmla="*/ 403011 w 403011"/>
                <a:gd name="connsiteY9" fmla="*/ 702477 h 702476"/>
                <a:gd name="connsiteX10" fmla="*/ 267528 w 403011"/>
                <a:gd name="connsiteY10" fmla="*/ 702477 h 702476"/>
                <a:gd name="connsiteX11" fmla="*/ 112855 w 403011"/>
                <a:gd name="connsiteY11" fmla="*/ 489657 h 702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3011" h="702476">
                  <a:moveTo>
                    <a:pt x="112855" y="489371"/>
                  </a:moveTo>
                  <a:lnTo>
                    <a:pt x="112855" y="702190"/>
                  </a:lnTo>
                  <a:lnTo>
                    <a:pt x="0" y="702190"/>
                  </a:lnTo>
                  <a:lnTo>
                    <a:pt x="0" y="0"/>
                  </a:lnTo>
                  <a:lnTo>
                    <a:pt x="112855" y="0"/>
                  </a:lnTo>
                  <a:lnTo>
                    <a:pt x="112855" y="412177"/>
                  </a:lnTo>
                  <a:lnTo>
                    <a:pt x="265667" y="221126"/>
                  </a:lnTo>
                  <a:lnTo>
                    <a:pt x="393989" y="221126"/>
                  </a:lnTo>
                  <a:lnTo>
                    <a:pt x="216543" y="447695"/>
                  </a:lnTo>
                  <a:lnTo>
                    <a:pt x="403011" y="702477"/>
                  </a:lnTo>
                  <a:lnTo>
                    <a:pt x="267528" y="702477"/>
                  </a:lnTo>
                  <a:lnTo>
                    <a:pt x="112855" y="489657"/>
                  </a:lnTo>
                  <a:close/>
                </a:path>
              </a:pathLst>
            </a:custGeom>
            <a:solidFill>
              <a:srgbClr val="153028"/>
            </a:solidFill>
            <a:ln w="14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7DE99EB2-A07E-C1DD-AFD4-AFE8F5D2A2A1}"/>
                </a:ext>
              </a:extLst>
            </p:cNvPr>
            <p:cNvSpPr/>
            <p:nvPr/>
          </p:nvSpPr>
          <p:spPr>
            <a:xfrm>
              <a:off x="3309074" y="1400039"/>
              <a:ext cx="487651" cy="662376"/>
            </a:xfrm>
            <a:custGeom>
              <a:avLst/>
              <a:gdLst>
                <a:gd name="connsiteX0" fmla="*/ 192913 w 487651"/>
                <a:gd name="connsiteY0" fmla="*/ 461300 h 662376"/>
                <a:gd name="connsiteX1" fmla="*/ 0 w 487651"/>
                <a:gd name="connsiteY1" fmla="*/ 0 h 662376"/>
                <a:gd name="connsiteX2" fmla="*/ 125601 w 487651"/>
                <a:gd name="connsiteY2" fmla="*/ 0 h 662376"/>
                <a:gd name="connsiteX3" fmla="*/ 252061 w 487651"/>
                <a:gd name="connsiteY3" fmla="*/ 323812 h 662376"/>
                <a:gd name="connsiteX4" fmla="*/ 369355 w 487651"/>
                <a:gd name="connsiteY4" fmla="*/ 0 h 662376"/>
                <a:gd name="connsiteX5" fmla="*/ 487652 w 487651"/>
                <a:gd name="connsiteY5" fmla="*/ 0 h 662376"/>
                <a:gd name="connsiteX6" fmla="*/ 232011 w 487651"/>
                <a:gd name="connsiteY6" fmla="*/ 662376 h 662376"/>
                <a:gd name="connsiteX7" fmla="*/ 113714 w 487651"/>
                <a:gd name="connsiteY7" fmla="*/ 662376 h 662376"/>
                <a:gd name="connsiteX8" fmla="*/ 192913 w 487651"/>
                <a:gd name="connsiteY8" fmla="*/ 461300 h 662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7651" h="662376">
                  <a:moveTo>
                    <a:pt x="192913" y="461300"/>
                  </a:moveTo>
                  <a:lnTo>
                    <a:pt x="0" y="0"/>
                  </a:lnTo>
                  <a:lnTo>
                    <a:pt x="125601" y="0"/>
                  </a:lnTo>
                  <a:lnTo>
                    <a:pt x="252061" y="323812"/>
                  </a:lnTo>
                  <a:lnTo>
                    <a:pt x="369355" y="0"/>
                  </a:lnTo>
                  <a:lnTo>
                    <a:pt x="487652" y="0"/>
                  </a:lnTo>
                  <a:lnTo>
                    <a:pt x="232011" y="662376"/>
                  </a:lnTo>
                  <a:lnTo>
                    <a:pt x="113714" y="662376"/>
                  </a:lnTo>
                  <a:lnTo>
                    <a:pt x="192913" y="461300"/>
                  </a:lnTo>
                  <a:close/>
                </a:path>
              </a:pathLst>
            </a:custGeom>
            <a:solidFill>
              <a:srgbClr val="153028"/>
            </a:solidFill>
            <a:ln w="14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0ECBEF7A-9D97-CECF-0363-E2696FC2FFE7}"/>
                </a:ext>
              </a:extLst>
            </p:cNvPr>
            <p:cNvSpPr/>
            <p:nvPr/>
          </p:nvSpPr>
          <p:spPr>
            <a:xfrm>
              <a:off x="3813052" y="1389155"/>
              <a:ext cx="504121" cy="504981"/>
            </a:xfrm>
            <a:custGeom>
              <a:avLst/>
              <a:gdLst>
                <a:gd name="connsiteX0" fmla="*/ 0 w 504121"/>
                <a:gd name="connsiteY0" fmla="*/ 252061 h 504981"/>
                <a:gd name="connsiteX1" fmla="*/ 252061 w 504121"/>
                <a:gd name="connsiteY1" fmla="*/ 0 h 504981"/>
                <a:gd name="connsiteX2" fmla="*/ 504122 w 504121"/>
                <a:gd name="connsiteY2" fmla="*/ 252061 h 504981"/>
                <a:gd name="connsiteX3" fmla="*/ 252061 w 504121"/>
                <a:gd name="connsiteY3" fmla="*/ 504981 h 504981"/>
                <a:gd name="connsiteX4" fmla="*/ 0 w 504121"/>
                <a:gd name="connsiteY4" fmla="*/ 252061 h 504981"/>
                <a:gd name="connsiteX5" fmla="*/ 252061 w 504121"/>
                <a:gd name="connsiteY5" fmla="*/ 398571 h 504981"/>
                <a:gd name="connsiteX6" fmla="*/ 391267 w 504121"/>
                <a:gd name="connsiteY6" fmla="*/ 252061 h 504981"/>
                <a:gd name="connsiteX7" fmla="*/ 252061 w 504121"/>
                <a:gd name="connsiteY7" fmla="*/ 105551 h 504981"/>
                <a:gd name="connsiteX8" fmla="*/ 112855 w 504121"/>
                <a:gd name="connsiteY8" fmla="*/ 252061 h 504981"/>
                <a:gd name="connsiteX9" fmla="*/ 252061 w 504121"/>
                <a:gd name="connsiteY9" fmla="*/ 398571 h 504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4121" h="504981">
                  <a:moveTo>
                    <a:pt x="0" y="252061"/>
                  </a:moveTo>
                  <a:cubicBezTo>
                    <a:pt x="0" y="105551"/>
                    <a:pt x="110993" y="0"/>
                    <a:pt x="252061" y="0"/>
                  </a:cubicBezTo>
                  <a:cubicBezTo>
                    <a:pt x="393129" y="0"/>
                    <a:pt x="504122" y="105551"/>
                    <a:pt x="504122" y="252061"/>
                  </a:cubicBezTo>
                  <a:cubicBezTo>
                    <a:pt x="504122" y="398571"/>
                    <a:pt x="393129" y="504981"/>
                    <a:pt x="252061" y="504981"/>
                  </a:cubicBezTo>
                  <a:cubicBezTo>
                    <a:pt x="110993" y="504981"/>
                    <a:pt x="0" y="398571"/>
                    <a:pt x="0" y="252061"/>
                  </a:cubicBezTo>
                  <a:close/>
                  <a:moveTo>
                    <a:pt x="252061" y="398571"/>
                  </a:moveTo>
                  <a:cubicBezTo>
                    <a:pt x="331260" y="398571"/>
                    <a:pt x="391267" y="338564"/>
                    <a:pt x="391267" y="252061"/>
                  </a:cubicBezTo>
                  <a:cubicBezTo>
                    <a:pt x="391267" y="165558"/>
                    <a:pt x="331260" y="105551"/>
                    <a:pt x="252061" y="105551"/>
                  </a:cubicBezTo>
                  <a:cubicBezTo>
                    <a:pt x="172862" y="105551"/>
                    <a:pt x="112855" y="165558"/>
                    <a:pt x="112855" y="252061"/>
                  </a:cubicBezTo>
                  <a:cubicBezTo>
                    <a:pt x="112855" y="338564"/>
                    <a:pt x="172862" y="398571"/>
                    <a:pt x="252061" y="398571"/>
                  </a:cubicBezTo>
                  <a:close/>
                </a:path>
              </a:pathLst>
            </a:custGeom>
            <a:solidFill>
              <a:srgbClr val="153028"/>
            </a:solidFill>
            <a:ln w="14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D0FCA054-7A70-01D9-6EE0-AE83F0041155}"/>
                </a:ext>
              </a:extLst>
            </p:cNvPr>
            <p:cNvSpPr/>
            <p:nvPr/>
          </p:nvSpPr>
          <p:spPr>
            <a:xfrm>
              <a:off x="4399094" y="1400183"/>
              <a:ext cx="400433" cy="492234"/>
            </a:xfrm>
            <a:custGeom>
              <a:avLst/>
              <a:gdLst>
                <a:gd name="connsiteX0" fmla="*/ 200073 w 400433"/>
                <a:gd name="connsiteY0" fmla="*/ 492092 h 492234"/>
                <a:gd name="connsiteX1" fmla="*/ 0 w 400433"/>
                <a:gd name="connsiteY1" fmla="*/ 286433 h 492234"/>
                <a:gd name="connsiteX2" fmla="*/ 0 w 400433"/>
                <a:gd name="connsiteY2" fmla="*/ 0 h 492234"/>
                <a:gd name="connsiteX3" fmla="*/ 112855 w 400433"/>
                <a:gd name="connsiteY3" fmla="*/ 0 h 492234"/>
                <a:gd name="connsiteX4" fmla="*/ 112855 w 400433"/>
                <a:gd name="connsiteY4" fmla="*/ 282996 h 492234"/>
                <a:gd name="connsiteX5" fmla="*/ 200217 w 400433"/>
                <a:gd name="connsiteY5" fmla="*/ 386684 h 492234"/>
                <a:gd name="connsiteX6" fmla="*/ 287579 w 400433"/>
                <a:gd name="connsiteY6" fmla="*/ 282996 h 492234"/>
                <a:gd name="connsiteX7" fmla="*/ 287579 w 400433"/>
                <a:gd name="connsiteY7" fmla="*/ 0 h 492234"/>
                <a:gd name="connsiteX8" fmla="*/ 400433 w 400433"/>
                <a:gd name="connsiteY8" fmla="*/ 0 h 492234"/>
                <a:gd name="connsiteX9" fmla="*/ 400433 w 400433"/>
                <a:gd name="connsiteY9" fmla="*/ 286576 h 492234"/>
                <a:gd name="connsiteX10" fmla="*/ 200360 w 400433"/>
                <a:gd name="connsiteY10" fmla="*/ 492235 h 492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0433" h="492234">
                  <a:moveTo>
                    <a:pt x="200073" y="492092"/>
                  </a:moveTo>
                  <a:cubicBezTo>
                    <a:pt x="75475" y="492092"/>
                    <a:pt x="0" y="414755"/>
                    <a:pt x="0" y="286433"/>
                  </a:cubicBezTo>
                  <a:lnTo>
                    <a:pt x="0" y="0"/>
                  </a:lnTo>
                  <a:lnTo>
                    <a:pt x="112855" y="0"/>
                  </a:lnTo>
                  <a:lnTo>
                    <a:pt x="112855" y="282996"/>
                  </a:lnTo>
                  <a:cubicBezTo>
                    <a:pt x="112855" y="350307"/>
                    <a:pt x="144649" y="386684"/>
                    <a:pt x="200217" y="386684"/>
                  </a:cubicBezTo>
                  <a:cubicBezTo>
                    <a:pt x="255785" y="386684"/>
                    <a:pt x="287579" y="350307"/>
                    <a:pt x="287579" y="282996"/>
                  </a:cubicBezTo>
                  <a:lnTo>
                    <a:pt x="287579" y="0"/>
                  </a:lnTo>
                  <a:lnTo>
                    <a:pt x="400433" y="0"/>
                  </a:lnTo>
                  <a:lnTo>
                    <a:pt x="400433" y="286576"/>
                  </a:lnTo>
                  <a:cubicBezTo>
                    <a:pt x="400433" y="414898"/>
                    <a:pt x="325817" y="492235"/>
                    <a:pt x="200360" y="492235"/>
                  </a:cubicBezTo>
                  <a:close/>
                </a:path>
              </a:pathLst>
            </a:custGeom>
            <a:solidFill>
              <a:srgbClr val="153028"/>
            </a:solidFill>
            <a:ln w="14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6E09C23C-D135-66AE-A4F9-3A14B0B35A67}"/>
                </a:ext>
              </a:extLst>
            </p:cNvPr>
            <p:cNvSpPr/>
            <p:nvPr/>
          </p:nvSpPr>
          <p:spPr>
            <a:xfrm>
              <a:off x="4900208" y="1759513"/>
              <a:ext cx="112854" cy="121877"/>
            </a:xfrm>
            <a:custGeom>
              <a:avLst/>
              <a:gdLst>
                <a:gd name="connsiteX0" fmla="*/ 0 w 112854"/>
                <a:gd name="connsiteY0" fmla="*/ 0 h 121877"/>
                <a:gd name="connsiteX1" fmla="*/ 112854 w 112854"/>
                <a:gd name="connsiteY1" fmla="*/ 0 h 121877"/>
                <a:gd name="connsiteX2" fmla="*/ 112854 w 112854"/>
                <a:gd name="connsiteY2" fmla="*/ 121877 h 121877"/>
                <a:gd name="connsiteX3" fmla="*/ 0 w 112854"/>
                <a:gd name="connsiteY3" fmla="*/ 121877 h 121877"/>
                <a:gd name="connsiteX4" fmla="*/ 0 w 112854"/>
                <a:gd name="connsiteY4" fmla="*/ 0 h 121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854" h="121877">
                  <a:moveTo>
                    <a:pt x="0" y="0"/>
                  </a:moveTo>
                  <a:lnTo>
                    <a:pt x="112854" y="0"/>
                  </a:lnTo>
                  <a:lnTo>
                    <a:pt x="112854" y="121877"/>
                  </a:lnTo>
                  <a:lnTo>
                    <a:pt x="0" y="121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3028"/>
            </a:solidFill>
            <a:ln w="14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4F4CCA68-8C95-9FE5-6633-33A6180BA96E}"/>
              </a:ext>
            </a:extLst>
          </p:cNvPr>
          <p:cNvGrpSpPr/>
          <p:nvPr userDrawn="1"/>
        </p:nvGrpSpPr>
        <p:grpSpPr>
          <a:xfrm>
            <a:off x="792956" y="5246166"/>
            <a:ext cx="4743286" cy="583802"/>
            <a:chOff x="792956" y="5246166"/>
            <a:chExt cx="4743286" cy="583802"/>
          </a:xfrm>
        </p:grpSpPr>
        <p:grpSp>
          <p:nvGrpSpPr>
            <p:cNvPr id="229" name="그룹 228">
              <a:extLst>
                <a:ext uri="{FF2B5EF4-FFF2-40B4-BE49-F238E27FC236}">
                  <a16:creationId xmlns:a16="http://schemas.microsoft.com/office/drawing/2014/main" id="{8E147B6B-970D-EBE2-1381-BDE80E693CEF}"/>
                </a:ext>
              </a:extLst>
            </p:cNvPr>
            <p:cNvGrpSpPr/>
            <p:nvPr/>
          </p:nvGrpSpPr>
          <p:grpSpPr>
            <a:xfrm>
              <a:off x="1029825" y="5253818"/>
              <a:ext cx="4506417" cy="572070"/>
              <a:chOff x="844450" y="2482043"/>
              <a:chExt cx="4506417" cy="572070"/>
            </a:xfrm>
          </p:grpSpPr>
          <p:grpSp>
            <p:nvGrpSpPr>
              <p:cNvPr id="119" name="그래픽 17">
                <a:extLst>
                  <a:ext uri="{FF2B5EF4-FFF2-40B4-BE49-F238E27FC236}">
                    <a16:creationId xmlns:a16="http://schemas.microsoft.com/office/drawing/2014/main" id="{E0FA6AAE-8220-F413-0422-2A527823552C}"/>
                  </a:ext>
                </a:extLst>
              </p:cNvPr>
              <p:cNvGrpSpPr/>
              <p:nvPr/>
            </p:nvGrpSpPr>
            <p:grpSpPr>
              <a:xfrm>
                <a:off x="844450" y="2482692"/>
                <a:ext cx="707697" cy="544944"/>
                <a:chOff x="844450" y="2482692"/>
                <a:chExt cx="707697" cy="544944"/>
              </a:xfrm>
              <a:solidFill>
                <a:schemeClr val="tx2"/>
              </a:solidFill>
            </p:grpSpPr>
            <p:sp>
              <p:nvSpPr>
                <p:cNvPr id="120" name="자유형: 도형 119">
                  <a:extLst>
                    <a:ext uri="{FF2B5EF4-FFF2-40B4-BE49-F238E27FC236}">
                      <a16:creationId xmlns:a16="http://schemas.microsoft.com/office/drawing/2014/main" id="{47A11FF7-A34A-6090-8577-CCF75D0D64C3}"/>
                    </a:ext>
                  </a:extLst>
                </p:cNvPr>
                <p:cNvSpPr/>
                <p:nvPr/>
              </p:nvSpPr>
              <p:spPr>
                <a:xfrm>
                  <a:off x="856307" y="2482692"/>
                  <a:ext cx="76341" cy="110288"/>
                </a:xfrm>
                <a:custGeom>
                  <a:avLst/>
                  <a:gdLst>
                    <a:gd name="connsiteX0" fmla="*/ 9421 w 76341"/>
                    <a:gd name="connsiteY0" fmla="*/ 110288 h 110288"/>
                    <a:gd name="connsiteX1" fmla="*/ 0 w 76341"/>
                    <a:gd name="connsiteY1" fmla="*/ 110288 h 110288"/>
                    <a:gd name="connsiteX2" fmla="*/ 0 w 76341"/>
                    <a:gd name="connsiteY2" fmla="*/ 0 h 110288"/>
                    <a:gd name="connsiteX3" fmla="*/ 9421 w 76341"/>
                    <a:gd name="connsiteY3" fmla="*/ 0 h 110288"/>
                    <a:gd name="connsiteX4" fmla="*/ 9421 w 76341"/>
                    <a:gd name="connsiteY4" fmla="*/ 48728 h 110288"/>
                    <a:gd name="connsiteX5" fmla="*/ 66920 w 76341"/>
                    <a:gd name="connsiteY5" fmla="*/ 48728 h 110288"/>
                    <a:gd name="connsiteX6" fmla="*/ 66920 w 76341"/>
                    <a:gd name="connsiteY6" fmla="*/ 0 h 110288"/>
                    <a:gd name="connsiteX7" fmla="*/ 76341 w 76341"/>
                    <a:gd name="connsiteY7" fmla="*/ 0 h 110288"/>
                    <a:gd name="connsiteX8" fmla="*/ 76341 w 76341"/>
                    <a:gd name="connsiteY8" fmla="*/ 110288 h 110288"/>
                    <a:gd name="connsiteX9" fmla="*/ 66920 w 76341"/>
                    <a:gd name="connsiteY9" fmla="*/ 110288 h 110288"/>
                    <a:gd name="connsiteX10" fmla="*/ 66920 w 76341"/>
                    <a:gd name="connsiteY10" fmla="*/ 57012 h 110288"/>
                    <a:gd name="connsiteX11" fmla="*/ 9421 w 76341"/>
                    <a:gd name="connsiteY11" fmla="*/ 57012 h 110288"/>
                    <a:gd name="connsiteX12" fmla="*/ 9421 w 76341"/>
                    <a:gd name="connsiteY12" fmla="*/ 110288 h 110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6341" h="110288">
                      <a:moveTo>
                        <a:pt x="9421" y="110288"/>
                      </a:moveTo>
                      <a:lnTo>
                        <a:pt x="0" y="110288"/>
                      </a:lnTo>
                      <a:lnTo>
                        <a:pt x="0" y="0"/>
                      </a:lnTo>
                      <a:lnTo>
                        <a:pt x="9421" y="0"/>
                      </a:lnTo>
                      <a:lnTo>
                        <a:pt x="9421" y="48728"/>
                      </a:lnTo>
                      <a:lnTo>
                        <a:pt x="66920" y="48728"/>
                      </a:lnTo>
                      <a:lnTo>
                        <a:pt x="66920" y="0"/>
                      </a:lnTo>
                      <a:lnTo>
                        <a:pt x="76341" y="0"/>
                      </a:lnTo>
                      <a:lnTo>
                        <a:pt x="76341" y="110288"/>
                      </a:lnTo>
                      <a:lnTo>
                        <a:pt x="66920" y="110288"/>
                      </a:lnTo>
                      <a:lnTo>
                        <a:pt x="66920" y="57012"/>
                      </a:lnTo>
                      <a:lnTo>
                        <a:pt x="9421" y="57012"/>
                      </a:lnTo>
                      <a:lnTo>
                        <a:pt x="9421" y="110288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1" name="자유형: 도형 120">
                  <a:extLst>
                    <a:ext uri="{FF2B5EF4-FFF2-40B4-BE49-F238E27FC236}">
                      <a16:creationId xmlns:a16="http://schemas.microsoft.com/office/drawing/2014/main" id="{CB30D690-7702-3BE1-065F-08FE55D7353C}"/>
                    </a:ext>
                  </a:extLst>
                </p:cNvPr>
                <p:cNvSpPr/>
                <p:nvPr/>
              </p:nvSpPr>
              <p:spPr>
                <a:xfrm>
                  <a:off x="953763" y="2515827"/>
                  <a:ext cx="67732" cy="78939"/>
                </a:xfrm>
                <a:custGeom>
                  <a:avLst/>
                  <a:gdLst>
                    <a:gd name="connsiteX0" fmla="*/ 67732 w 67732"/>
                    <a:gd name="connsiteY0" fmla="*/ 39470 h 78939"/>
                    <a:gd name="connsiteX1" fmla="*/ 33298 w 67732"/>
                    <a:gd name="connsiteY1" fmla="*/ 78940 h 78939"/>
                    <a:gd name="connsiteX2" fmla="*/ 0 w 67732"/>
                    <a:gd name="connsiteY2" fmla="*/ 39470 h 78939"/>
                    <a:gd name="connsiteX3" fmla="*/ 33298 w 67732"/>
                    <a:gd name="connsiteY3" fmla="*/ 0 h 78939"/>
                    <a:gd name="connsiteX4" fmla="*/ 67732 w 67732"/>
                    <a:gd name="connsiteY4" fmla="*/ 39470 h 78939"/>
                    <a:gd name="connsiteX5" fmla="*/ 33298 w 67732"/>
                    <a:gd name="connsiteY5" fmla="*/ 7634 h 78939"/>
                    <a:gd name="connsiteX6" fmla="*/ 8446 w 67732"/>
                    <a:gd name="connsiteY6" fmla="*/ 39470 h 78939"/>
                    <a:gd name="connsiteX7" fmla="*/ 33298 w 67732"/>
                    <a:gd name="connsiteY7" fmla="*/ 71143 h 78939"/>
                    <a:gd name="connsiteX8" fmla="*/ 58961 w 67732"/>
                    <a:gd name="connsiteY8" fmla="*/ 39470 h 78939"/>
                    <a:gd name="connsiteX9" fmla="*/ 33298 w 67732"/>
                    <a:gd name="connsiteY9" fmla="*/ 7634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7732" h="78939">
                      <a:moveTo>
                        <a:pt x="67732" y="39470"/>
                      </a:moveTo>
                      <a:cubicBezTo>
                        <a:pt x="67732" y="59773"/>
                        <a:pt x="56850" y="78940"/>
                        <a:pt x="33298" y="78940"/>
                      </a:cubicBezTo>
                      <a:cubicBezTo>
                        <a:pt x="9746" y="78940"/>
                        <a:pt x="0" y="59773"/>
                        <a:pt x="0" y="39470"/>
                      </a:cubicBezTo>
                      <a:cubicBezTo>
                        <a:pt x="0" y="19166"/>
                        <a:pt x="10233" y="0"/>
                        <a:pt x="33298" y="0"/>
                      </a:cubicBezTo>
                      <a:cubicBezTo>
                        <a:pt x="56362" y="0"/>
                        <a:pt x="67732" y="19166"/>
                        <a:pt x="67732" y="39470"/>
                      </a:cubicBezTo>
                      <a:close/>
                      <a:moveTo>
                        <a:pt x="33298" y="7634"/>
                      </a:moveTo>
                      <a:cubicBezTo>
                        <a:pt x="15431" y="7634"/>
                        <a:pt x="8446" y="25176"/>
                        <a:pt x="8446" y="39470"/>
                      </a:cubicBezTo>
                      <a:cubicBezTo>
                        <a:pt x="8446" y="53764"/>
                        <a:pt x="15431" y="71143"/>
                        <a:pt x="33298" y="71143"/>
                      </a:cubicBezTo>
                      <a:cubicBezTo>
                        <a:pt x="51165" y="71143"/>
                        <a:pt x="58961" y="53926"/>
                        <a:pt x="58961" y="39470"/>
                      </a:cubicBezTo>
                      <a:cubicBezTo>
                        <a:pt x="58961" y="25014"/>
                        <a:pt x="51165" y="7634"/>
                        <a:pt x="33298" y="763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2" name="자유형: 도형 121">
                  <a:extLst>
                    <a:ext uri="{FF2B5EF4-FFF2-40B4-BE49-F238E27FC236}">
                      <a16:creationId xmlns:a16="http://schemas.microsoft.com/office/drawing/2014/main" id="{8EC0A1F7-2402-4FD3-373F-6F1B6A7CCD7F}"/>
                    </a:ext>
                  </a:extLst>
                </p:cNvPr>
                <p:cNvSpPr/>
                <p:nvPr/>
              </p:nvSpPr>
              <p:spPr>
                <a:xfrm>
                  <a:off x="1039363" y="2515665"/>
                  <a:ext cx="102491" cy="77478"/>
                </a:xfrm>
                <a:custGeom>
                  <a:avLst/>
                  <a:gdLst>
                    <a:gd name="connsiteX0" fmla="*/ 76828 w 102491"/>
                    <a:gd name="connsiteY0" fmla="*/ 162 h 77478"/>
                    <a:gd name="connsiteX1" fmla="*/ 102492 w 102491"/>
                    <a:gd name="connsiteY1" fmla="*/ 27288 h 77478"/>
                    <a:gd name="connsiteX2" fmla="*/ 102492 w 102491"/>
                    <a:gd name="connsiteY2" fmla="*/ 77478 h 77478"/>
                    <a:gd name="connsiteX3" fmla="*/ 93883 w 102491"/>
                    <a:gd name="connsiteY3" fmla="*/ 77478 h 77478"/>
                    <a:gd name="connsiteX4" fmla="*/ 93883 w 102491"/>
                    <a:gd name="connsiteY4" fmla="*/ 30049 h 77478"/>
                    <a:gd name="connsiteX5" fmla="*/ 75691 w 102491"/>
                    <a:gd name="connsiteY5" fmla="*/ 7634 h 77478"/>
                    <a:gd name="connsiteX6" fmla="*/ 55713 w 102491"/>
                    <a:gd name="connsiteY6" fmla="*/ 28750 h 77478"/>
                    <a:gd name="connsiteX7" fmla="*/ 55713 w 102491"/>
                    <a:gd name="connsiteY7" fmla="*/ 77316 h 77478"/>
                    <a:gd name="connsiteX8" fmla="*/ 47104 w 102491"/>
                    <a:gd name="connsiteY8" fmla="*/ 77316 h 77478"/>
                    <a:gd name="connsiteX9" fmla="*/ 47104 w 102491"/>
                    <a:gd name="connsiteY9" fmla="*/ 29887 h 77478"/>
                    <a:gd name="connsiteX10" fmla="*/ 29237 w 102491"/>
                    <a:gd name="connsiteY10" fmla="*/ 7472 h 77478"/>
                    <a:gd name="connsiteX11" fmla="*/ 8609 w 102491"/>
                    <a:gd name="connsiteY11" fmla="*/ 32810 h 77478"/>
                    <a:gd name="connsiteX12" fmla="*/ 8609 w 102491"/>
                    <a:gd name="connsiteY12" fmla="*/ 77316 h 77478"/>
                    <a:gd name="connsiteX13" fmla="*/ 0 w 102491"/>
                    <a:gd name="connsiteY13" fmla="*/ 77316 h 77478"/>
                    <a:gd name="connsiteX14" fmla="*/ 0 w 102491"/>
                    <a:gd name="connsiteY14" fmla="*/ 2436 h 77478"/>
                    <a:gd name="connsiteX15" fmla="*/ 9258 w 102491"/>
                    <a:gd name="connsiteY15" fmla="*/ 2436 h 77478"/>
                    <a:gd name="connsiteX16" fmla="*/ 8771 w 102491"/>
                    <a:gd name="connsiteY16" fmla="*/ 13806 h 77478"/>
                    <a:gd name="connsiteX17" fmla="*/ 31836 w 102491"/>
                    <a:gd name="connsiteY17" fmla="*/ 0 h 77478"/>
                    <a:gd name="connsiteX18" fmla="*/ 53926 w 102491"/>
                    <a:gd name="connsiteY18" fmla="*/ 15431 h 77478"/>
                    <a:gd name="connsiteX19" fmla="*/ 76828 w 102491"/>
                    <a:gd name="connsiteY19" fmla="*/ 0 h 774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02491" h="77478">
                      <a:moveTo>
                        <a:pt x="76828" y="162"/>
                      </a:moveTo>
                      <a:cubicBezTo>
                        <a:pt x="92746" y="162"/>
                        <a:pt x="102492" y="9421"/>
                        <a:pt x="102492" y="27288"/>
                      </a:cubicBezTo>
                      <a:lnTo>
                        <a:pt x="102492" y="77478"/>
                      </a:lnTo>
                      <a:lnTo>
                        <a:pt x="93883" y="77478"/>
                      </a:lnTo>
                      <a:lnTo>
                        <a:pt x="93883" y="30049"/>
                      </a:lnTo>
                      <a:cubicBezTo>
                        <a:pt x="93883" y="15268"/>
                        <a:pt x="88686" y="7634"/>
                        <a:pt x="75691" y="7634"/>
                      </a:cubicBezTo>
                      <a:cubicBezTo>
                        <a:pt x="66920" y="7634"/>
                        <a:pt x="57175" y="14943"/>
                        <a:pt x="55713" y="28750"/>
                      </a:cubicBezTo>
                      <a:lnTo>
                        <a:pt x="55713" y="77316"/>
                      </a:lnTo>
                      <a:lnTo>
                        <a:pt x="47104" y="77316"/>
                      </a:lnTo>
                      <a:lnTo>
                        <a:pt x="47104" y="29887"/>
                      </a:lnTo>
                      <a:cubicBezTo>
                        <a:pt x="47104" y="15106"/>
                        <a:pt x="41906" y="7472"/>
                        <a:pt x="29237" y="7472"/>
                      </a:cubicBezTo>
                      <a:cubicBezTo>
                        <a:pt x="19166" y="7472"/>
                        <a:pt x="8609" y="16568"/>
                        <a:pt x="8609" y="32810"/>
                      </a:cubicBezTo>
                      <a:lnTo>
                        <a:pt x="8609" y="77316"/>
                      </a:lnTo>
                      <a:lnTo>
                        <a:pt x="0" y="77316"/>
                      </a:lnTo>
                      <a:lnTo>
                        <a:pt x="0" y="2436"/>
                      </a:lnTo>
                      <a:lnTo>
                        <a:pt x="9258" y="2436"/>
                      </a:lnTo>
                      <a:lnTo>
                        <a:pt x="8771" y="13806"/>
                      </a:lnTo>
                      <a:cubicBezTo>
                        <a:pt x="12669" y="5847"/>
                        <a:pt x="21440" y="0"/>
                        <a:pt x="31836" y="0"/>
                      </a:cubicBezTo>
                      <a:cubicBezTo>
                        <a:pt x="42718" y="0"/>
                        <a:pt x="50028" y="4223"/>
                        <a:pt x="53926" y="15431"/>
                      </a:cubicBezTo>
                      <a:cubicBezTo>
                        <a:pt x="57824" y="6010"/>
                        <a:pt x="66433" y="0"/>
                        <a:pt x="76828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3" name="자유형: 도형 122">
                  <a:extLst>
                    <a:ext uri="{FF2B5EF4-FFF2-40B4-BE49-F238E27FC236}">
                      <a16:creationId xmlns:a16="http://schemas.microsoft.com/office/drawing/2014/main" id="{8CF7EB61-A946-4570-8F3D-A5C11A217018}"/>
                    </a:ext>
                  </a:extLst>
                </p:cNvPr>
                <p:cNvSpPr/>
                <p:nvPr/>
              </p:nvSpPr>
              <p:spPr>
                <a:xfrm>
                  <a:off x="1165082" y="2515665"/>
                  <a:ext cx="66595" cy="78939"/>
                </a:xfrm>
                <a:custGeom>
                  <a:avLst/>
                  <a:gdLst>
                    <a:gd name="connsiteX0" fmla="*/ 63834 w 66595"/>
                    <a:gd name="connsiteY0" fmla="*/ 41257 h 78939"/>
                    <a:gd name="connsiteX1" fmla="*/ 8934 w 66595"/>
                    <a:gd name="connsiteY1" fmla="*/ 41257 h 78939"/>
                    <a:gd name="connsiteX2" fmla="*/ 34922 w 66595"/>
                    <a:gd name="connsiteY2" fmla="*/ 71468 h 78939"/>
                    <a:gd name="connsiteX3" fmla="*/ 56200 w 66595"/>
                    <a:gd name="connsiteY3" fmla="*/ 53276 h 78939"/>
                    <a:gd name="connsiteX4" fmla="*/ 65621 w 66595"/>
                    <a:gd name="connsiteY4" fmla="*/ 53276 h 78939"/>
                    <a:gd name="connsiteX5" fmla="*/ 32323 w 66595"/>
                    <a:gd name="connsiteY5" fmla="*/ 78940 h 78939"/>
                    <a:gd name="connsiteX6" fmla="*/ 0 w 66595"/>
                    <a:gd name="connsiteY6" fmla="*/ 39470 h 78939"/>
                    <a:gd name="connsiteX7" fmla="*/ 32973 w 66595"/>
                    <a:gd name="connsiteY7" fmla="*/ 0 h 78939"/>
                    <a:gd name="connsiteX8" fmla="*/ 66595 w 66595"/>
                    <a:gd name="connsiteY8" fmla="*/ 38008 h 78939"/>
                    <a:gd name="connsiteX9" fmla="*/ 63834 w 66595"/>
                    <a:gd name="connsiteY9" fmla="*/ 41094 h 78939"/>
                    <a:gd name="connsiteX10" fmla="*/ 57662 w 66595"/>
                    <a:gd name="connsiteY10" fmla="*/ 33785 h 78939"/>
                    <a:gd name="connsiteX11" fmla="*/ 32973 w 66595"/>
                    <a:gd name="connsiteY11" fmla="*/ 7634 h 78939"/>
                    <a:gd name="connsiteX12" fmla="*/ 9096 w 66595"/>
                    <a:gd name="connsiteY12" fmla="*/ 33785 h 78939"/>
                    <a:gd name="connsiteX13" fmla="*/ 57662 w 66595"/>
                    <a:gd name="connsiteY13" fmla="*/ 33785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6595" h="78939">
                      <a:moveTo>
                        <a:pt x="63834" y="41257"/>
                      </a:moveTo>
                      <a:lnTo>
                        <a:pt x="8934" y="41257"/>
                      </a:lnTo>
                      <a:cubicBezTo>
                        <a:pt x="8934" y="58312"/>
                        <a:pt x="17055" y="71468"/>
                        <a:pt x="34922" y="71468"/>
                      </a:cubicBezTo>
                      <a:cubicBezTo>
                        <a:pt x="45155" y="71468"/>
                        <a:pt x="53439" y="63834"/>
                        <a:pt x="56200" y="53276"/>
                      </a:cubicBezTo>
                      <a:lnTo>
                        <a:pt x="65621" y="53276"/>
                      </a:lnTo>
                      <a:cubicBezTo>
                        <a:pt x="61235" y="71143"/>
                        <a:pt x="50190" y="78940"/>
                        <a:pt x="32323" y="78940"/>
                      </a:cubicBezTo>
                      <a:cubicBezTo>
                        <a:pt x="10071" y="78940"/>
                        <a:pt x="0" y="60586"/>
                        <a:pt x="0" y="39470"/>
                      </a:cubicBezTo>
                      <a:cubicBezTo>
                        <a:pt x="0" y="18354"/>
                        <a:pt x="10883" y="0"/>
                        <a:pt x="32973" y="0"/>
                      </a:cubicBezTo>
                      <a:cubicBezTo>
                        <a:pt x="56687" y="0"/>
                        <a:pt x="66271" y="15755"/>
                        <a:pt x="66595" y="38008"/>
                      </a:cubicBezTo>
                      <a:cubicBezTo>
                        <a:pt x="66595" y="40120"/>
                        <a:pt x="65783" y="41094"/>
                        <a:pt x="63834" y="41094"/>
                      </a:cubicBezTo>
                      <a:close/>
                      <a:moveTo>
                        <a:pt x="57662" y="33785"/>
                      </a:moveTo>
                      <a:cubicBezTo>
                        <a:pt x="56850" y="18192"/>
                        <a:pt x="48079" y="7634"/>
                        <a:pt x="32973" y="7634"/>
                      </a:cubicBezTo>
                      <a:cubicBezTo>
                        <a:pt x="19166" y="7634"/>
                        <a:pt x="10395" y="19491"/>
                        <a:pt x="9096" y="33785"/>
                      </a:cubicBezTo>
                      <a:lnTo>
                        <a:pt x="57662" y="3378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4" name="자유형: 도형 123">
                  <a:extLst>
                    <a:ext uri="{FF2B5EF4-FFF2-40B4-BE49-F238E27FC236}">
                      <a16:creationId xmlns:a16="http://schemas.microsoft.com/office/drawing/2014/main" id="{33CF707C-F869-9074-6B4C-481F2E963286}"/>
                    </a:ext>
                  </a:extLst>
                </p:cNvPr>
                <p:cNvSpPr/>
                <p:nvPr/>
              </p:nvSpPr>
              <p:spPr>
                <a:xfrm>
                  <a:off x="1250844" y="2515340"/>
                  <a:ext cx="64483" cy="106227"/>
                </a:xfrm>
                <a:custGeom>
                  <a:avLst/>
                  <a:gdLst>
                    <a:gd name="connsiteX0" fmla="*/ 0 w 64483"/>
                    <a:gd name="connsiteY0" fmla="*/ 106228 h 106227"/>
                    <a:gd name="connsiteX1" fmla="*/ 0 w 64483"/>
                    <a:gd name="connsiteY1" fmla="*/ 2274 h 106227"/>
                    <a:gd name="connsiteX2" fmla="*/ 8609 w 64483"/>
                    <a:gd name="connsiteY2" fmla="*/ 2274 h 106227"/>
                    <a:gd name="connsiteX3" fmla="*/ 8609 w 64483"/>
                    <a:gd name="connsiteY3" fmla="*/ 13319 h 106227"/>
                    <a:gd name="connsiteX4" fmla="*/ 32810 w 64483"/>
                    <a:gd name="connsiteY4" fmla="*/ 0 h 106227"/>
                    <a:gd name="connsiteX5" fmla="*/ 64484 w 64483"/>
                    <a:gd name="connsiteY5" fmla="*/ 39308 h 106227"/>
                    <a:gd name="connsiteX6" fmla="*/ 32161 w 64483"/>
                    <a:gd name="connsiteY6" fmla="*/ 79102 h 106227"/>
                    <a:gd name="connsiteX7" fmla="*/ 8284 w 64483"/>
                    <a:gd name="connsiteY7" fmla="*/ 64646 h 106227"/>
                    <a:gd name="connsiteX8" fmla="*/ 8771 w 64483"/>
                    <a:gd name="connsiteY8" fmla="*/ 79102 h 106227"/>
                    <a:gd name="connsiteX9" fmla="*/ 8771 w 64483"/>
                    <a:gd name="connsiteY9" fmla="*/ 106228 h 106227"/>
                    <a:gd name="connsiteX10" fmla="*/ 162 w 64483"/>
                    <a:gd name="connsiteY10" fmla="*/ 106228 h 106227"/>
                    <a:gd name="connsiteX11" fmla="*/ 7959 w 64483"/>
                    <a:gd name="connsiteY11" fmla="*/ 38008 h 106227"/>
                    <a:gd name="connsiteX12" fmla="*/ 32973 w 64483"/>
                    <a:gd name="connsiteY12" fmla="*/ 71306 h 106227"/>
                    <a:gd name="connsiteX13" fmla="*/ 55550 w 64483"/>
                    <a:gd name="connsiteY13" fmla="*/ 38495 h 106227"/>
                    <a:gd name="connsiteX14" fmla="*/ 32486 w 64483"/>
                    <a:gd name="connsiteY14" fmla="*/ 7309 h 106227"/>
                    <a:gd name="connsiteX15" fmla="*/ 8121 w 64483"/>
                    <a:gd name="connsiteY15" fmla="*/ 37846 h 106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64483" h="106227">
                      <a:moveTo>
                        <a:pt x="0" y="106228"/>
                      </a:moveTo>
                      <a:lnTo>
                        <a:pt x="0" y="2274"/>
                      </a:lnTo>
                      <a:lnTo>
                        <a:pt x="8609" y="2274"/>
                      </a:lnTo>
                      <a:lnTo>
                        <a:pt x="8609" y="13319"/>
                      </a:lnTo>
                      <a:cubicBezTo>
                        <a:pt x="13482" y="5523"/>
                        <a:pt x="20953" y="0"/>
                        <a:pt x="32810" y="0"/>
                      </a:cubicBezTo>
                      <a:cubicBezTo>
                        <a:pt x="55225" y="0"/>
                        <a:pt x="64484" y="18192"/>
                        <a:pt x="64484" y="39308"/>
                      </a:cubicBezTo>
                      <a:cubicBezTo>
                        <a:pt x="64484" y="60423"/>
                        <a:pt x="53764" y="79102"/>
                        <a:pt x="32161" y="79102"/>
                      </a:cubicBezTo>
                      <a:cubicBezTo>
                        <a:pt x="20466" y="79102"/>
                        <a:pt x="12345" y="73905"/>
                        <a:pt x="8284" y="64646"/>
                      </a:cubicBezTo>
                      <a:lnTo>
                        <a:pt x="8771" y="79102"/>
                      </a:lnTo>
                      <a:lnTo>
                        <a:pt x="8771" y="106228"/>
                      </a:lnTo>
                      <a:lnTo>
                        <a:pt x="162" y="106228"/>
                      </a:lnTo>
                      <a:close/>
                      <a:moveTo>
                        <a:pt x="7959" y="38008"/>
                      </a:moveTo>
                      <a:cubicBezTo>
                        <a:pt x="7959" y="58961"/>
                        <a:pt x="19491" y="71306"/>
                        <a:pt x="32973" y="71306"/>
                      </a:cubicBezTo>
                      <a:cubicBezTo>
                        <a:pt x="49378" y="71306"/>
                        <a:pt x="55550" y="52951"/>
                        <a:pt x="55550" y="38495"/>
                      </a:cubicBezTo>
                      <a:cubicBezTo>
                        <a:pt x="55550" y="22740"/>
                        <a:pt x="48891" y="7309"/>
                        <a:pt x="32486" y="7309"/>
                      </a:cubicBezTo>
                      <a:cubicBezTo>
                        <a:pt x="16080" y="7309"/>
                        <a:pt x="8121" y="21928"/>
                        <a:pt x="8121" y="3784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5" name="자유형: 도형 124">
                  <a:extLst>
                    <a:ext uri="{FF2B5EF4-FFF2-40B4-BE49-F238E27FC236}">
                      <a16:creationId xmlns:a16="http://schemas.microsoft.com/office/drawing/2014/main" id="{FB250EA0-2EBC-199F-4921-2BB475058442}"/>
                    </a:ext>
                  </a:extLst>
                </p:cNvPr>
                <p:cNvSpPr/>
                <p:nvPr/>
              </p:nvSpPr>
              <p:spPr>
                <a:xfrm>
                  <a:off x="1327672" y="2515827"/>
                  <a:ext cx="58149" cy="78939"/>
                </a:xfrm>
                <a:custGeom>
                  <a:avLst/>
                  <a:gdLst>
                    <a:gd name="connsiteX0" fmla="*/ 48728 w 58149"/>
                    <a:gd name="connsiteY0" fmla="*/ 24851 h 78939"/>
                    <a:gd name="connsiteX1" fmla="*/ 30536 w 58149"/>
                    <a:gd name="connsiteY1" fmla="*/ 7472 h 78939"/>
                    <a:gd name="connsiteX2" fmla="*/ 12832 w 58149"/>
                    <a:gd name="connsiteY2" fmla="*/ 21116 h 78939"/>
                    <a:gd name="connsiteX3" fmla="*/ 2761 w 58149"/>
                    <a:gd name="connsiteY3" fmla="*/ 21116 h 78939"/>
                    <a:gd name="connsiteX4" fmla="*/ 30699 w 58149"/>
                    <a:gd name="connsiteY4" fmla="*/ 0 h 78939"/>
                    <a:gd name="connsiteX5" fmla="*/ 57175 w 58149"/>
                    <a:gd name="connsiteY5" fmla="*/ 25339 h 78939"/>
                    <a:gd name="connsiteX6" fmla="*/ 57175 w 58149"/>
                    <a:gd name="connsiteY6" fmla="*/ 66108 h 78939"/>
                    <a:gd name="connsiteX7" fmla="*/ 58149 w 58149"/>
                    <a:gd name="connsiteY7" fmla="*/ 77153 h 78939"/>
                    <a:gd name="connsiteX8" fmla="*/ 49053 w 58149"/>
                    <a:gd name="connsiteY8" fmla="*/ 77153 h 78939"/>
                    <a:gd name="connsiteX9" fmla="*/ 48403 w 58149"/>
                    <a:gd name="connsiteY9" fmla="*/ 67083 h 78939"/>
                    <a:gd name="connsiteX10" fmla="*/ 24527 w 58149"/>
                    <a:gd name="connsiteY10" fmla="*/ 78940 h 78939"/>
                    <a:gd name="connsiteX11" fmla="*/ 0 w 58149"/>
                    <a:gd name="connsiteY11" fmla="*/ 56525 h 78939"/>
                    <a:gd name="connsiteX12" fmla="*/ 14618 w 58149"/>
                    <a:gd name="connsiteY12" fmla="*/ 35084 h 78939"/>
                    <a:gd name="connsiteX13" fmla="*/ 48728 w 58149"/>
                    <a:gd name="connsiteY13" fmla="*/ 31511 h 78939"/>
                    <a:gd name="connsiteX14" fmla="*/ 48728 w 58149"/>
                    <a:gd name="connsiteY14" fmla="*/ 24851 h 78939"/>
                    <a:gd name="connsiteX15" fmla="*/ 26313 w 58149"/>
                    <a:gd name="connsiteY15" fmla="*/ 71306 h 78939"/>
                    <a:gd name="connsiteX16" fmla="*/ 49053 w 58149"/>
                    <a:gd name="connsiteY16" fmla="*/ 38495 h 78939"/>
                    <a:gd name="connsiteX17" fmla="*/ 8771 w 58149"/>
                    <a:gd name="connsiteY17" fmla="*/ 56687 h 78939"/>
                    <a:gd name="connsiteX18" fmla="*/ 26151 w 58149"/>
                    <a:gd name="connsiteY18" fmla="*/ 71306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8149" h="78939">
                      <a:moveTo>
                        <a:pt x="48728" y="24851"/>
                      </a:moveTo>
                      <a:cubicBezTo>
                        <a:pt x="47916" y="11695"/>
                        <a:pt x="40769" y="7472"/>
                        <a:pt x="30536" y="7472"/>
                      </a:cubicBezTo>
                      <a:cubicBezTo>
                        <a:pt x="21440" y="7472"/>
                        <a:pt x="13644" y="10558"/>
                        <a:pt x="12832" y="21116"/>
                      </a:cubicBezTo>
                      <a:lnTo>
                        <a:pt x="2761" y="21116"/>
                      </a:lnTo>
                      <a:cubicBezTo>
                        <a:pt x="3573" y="6660"/>
                        <a:pt x="16568" y="0"/>
                        <a:pt x="30699" y="0"/>
                      </a:cubicBezTo>
                      <a:cubicBezTo>
                        <a:pt x="47429" y="0"/>
                        <a:pt x="57499" y="7634"/>
                        <a:pt x="57175" y="25339"/>
                      </a:cubicBezTo>
                      <a:lnTo>
                        <a:pt x="57175" y="66108"/>
                      </a:lnTo>
                      <a:cubicBezTo>
                        <a:pt x="57175" y="69681"/>
                        <a:pt x="57662" y="75529"/>
                        <a:pt x="58149" y="77153"/>
                      </a:cubicBezTo>
                      <a:lnTo>
                        <a:pt x="49053" y="77153"/>
                      </a:lnTo>
                      <a:lnTo>
                        <a:pt x="48403" y="67083"/>
                      </a:lnTo>
                      <a:cubicBezTo>
                        <a:pt x="45155" y="73742"/>
                        <a:pt x="35247" y="78940"/>
                        <a:pt x="24527" y="78940"/>
                      </a:cubicBezTo>
                      <a:cubicBezTo>
                        <a:pt x="10233" y="78940"/>
                        <a:pt x="0" y="71793"/>
                        <a:pt x="0" y="56525"/>
                      </a:cubicBezTo>
                      <a:cubicBezTo>
                        <a:pt x="0" y="46129"/>
                        <a:pt x="5360" y="38820"/>
                        <a:pt x="14618" y="35084"/>
                      </a:cubicBezTo>
                      <a:cubicBezTo>
                        <a:pt x="24364" y="30536"/>
                        <a:pt x="38170" y="31511"/>
                        <a:pt x="48728" y="31511"/>
                      </a:cubicBezTo>
                      <a:lnTo>
                        <a:pt x="48728" y="24851"/>
                      </a:lnTo>
                      <a:close/>
                      <a:moveTo>
                        <a:pt x="26313" y="71306"/>
                      </a:moveTo>
                      <a:cubicBezTo>
                        <a:pt x="44505" y="71306"/>
                        <a:pt x="49053" y="55388"/>
                        <a:pt x="49053" y="38495"/>
                      </a:cubicBezTo>
                      <a:cubicBezTo>
                        <a:pt x="34922" y="38495"/>
                        <a:pt x="8771" y="36546"/>
                        <a:pt x="8771" y="56687"/>
                      </a:cubicBezTo>
                      <a:cubicBezTo>
                        <a:pt x="8771" y="67570"/>
                        <a:pt x="17380" y="71306"/>
                        <a:pt x="26151" y="7130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6" name="자유형: 도형 125">
                  <a:extLst>
                    <a:ext uri="{FF2B5EF4-FFF2-40B4-BE49-F238E27FC236}">
                      <a16:creationId xmlns:a16="http://schemas.microsoft.com/office/drawing/2014/main" id="{93127DEB-2193-9F80-3908-1CECA16ED771}"/>
                    </a:ext>
                  </a:extLst>
                </p:cNvPr>
                <p:cNvSpPr/>
                <p:nvPr/>
              </p:nvSpPr>
              <p:spPr>
                <a:xfrm>
                  <a:off x="1403201" y="2515178"/>
                  <a:ext cx="64483" cy="106227"/>
                </a:xfrm>
                <a:custGeom>
                  <a:avLst/>
                  <a:gdLst>
                    <a:gd name="connsiteX0" fmla="*/ 56200 w 64483"/>
                    <a:gd name="connsiteY0" fmla="*/ 65783 h 106227"/>
                    <a:gd name="connsiteX1" fmla="*/ 31186 w 64483"/>
                    <a:gd name="connsiteY1" fmla="*/ 79752 h 106227"/>
                    <a:gd name="connsiteX2" fmla="*/ 0 w 64483"/>
                    <a:gd name="connsiteY2" fmla="*/ 40120 h 106227"/>
                    <a:gd name="connsiteX3" fmla="*/ 31349 w 64483"/>
                    <a:gd name="connsiteY3" fmla="*/ 0 h 106227"/>
                    <a:gd name="connsiteX4" fmla="*/ 56362 w 64483"/>
                    <a:gd name="connsiteY4" fmla="*/ 14294 h 106227"/>
                    <a:gd name="connsiteX5" fmla="*/ 55875 w 64483"/>
                    <a:gd name="connsiteY5" fmla="*/ 2436 h 106227"/>
                    <a:gd name="connsiteX6" fmla="*/ 64484 w 64483"/>
                    <a:gd name="connsiteY6" fmla="*/ 2436 h 106227"/>
                    <a:gd name="connsiteX7" fmla="*/ 64484 w 64483"/>
                    <a:gd name="connsiteY7" fmla="*/ 77316 h 106227"/>
                    <a:gd name="connsiteX8" fmla="*/ 31673 w 64483"/>
                    <a:gd name="connsiteY8" fmla="*/ 106228 h 106227"/>
                    <a:gd name="connsiteX9" fmla="*/ 1787 w 64483"/>
                    <a:gd name="connsiteY9" fmla="*/ 84950 h 106227"/>
                    <a:gd name="connsiteX10" fmla="*/ 12182 w 64483"/>
                    <a:gd name="connsiteY10" fmla="*/ 84950 h 106227"/>
                    <a:gd name="connsiteX11" fmla="*/ 32486 w 64483"/>
                    <a:gd name="connsiteY11" fmla="*/ 98756 h 106227"/>
                    <a:gd name="connsiteX12" fmla="*/ 55550 w 64483"/>
                    <a:gd name="connsiteY12" fmla="*/ 75529 h 106227"/>
                    <a:gd name="connsiteX13" fmla="*/ 56038 w 64483"/>
                    <a:gd name="connsiteY13" fmla="*/ 65621 h 106227"/>
                    <a:gd name="connsiteX14" fmla="*/ 56687 w 64483"/>
                    <a:gd name="connsiteY14" fmla="*/ 41419 h 106227"/>
                    <a:gd name="connsiteX15" fmla="*/ 31511 w 64483"/>
                    <a:gd name="connsiteY15" fmla="*/ 7959 h 106227"/>
                    <a:gd name="connsiteX16" fmla="*/ 8934 w 64483"/>
                    <a:gd name="connsiteY16" fmla="*/ 41094 h 106227"/>
                    <a:gd name="connsiteX17" fmla="*/ 32648 w 64483"/>
                    <a:gd name="connsiteY17" fmla="*/ 71955 h 106227"/>
                    <a:gd name="connsiteX18" fmla="*/ 56687 w 64483"/>
                    <a:gd name="connsiteY18" fmla="*/ 41581 h 106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64483" h="106227">
                      <a:moveTo>
                        <a:pt x="56200" y="65783"/>
                      </a:moveTo>
                      <a:cubicBezTo>
                        <a:pt x="50353" y="76341"/>
                        <a:pt x="39795" y="79752"/>
                        <a:pt x="31186" y="79752"/>
                      </a:cubicBezTo>
                      <a:cubicBezTo>
                        <a:pt x="8771" y="79752"/>
                        <a:pt x="0" y="61073"/>
                        <a:pt x="0" y="40120"/>
                      </a:cubicBezTo>
                      <a:cubicBezTo>
                        <a:pt x="0" y="18029"/>
                        <a:pt x="9421" y="0"/>
                        <a:pt x="31349" y="0"/>
                      </a:cubicBezTo>
                      <a:cubicBezTo>
                        <a:pt x="43043" y="0"/>
                        <a:pt x="51165" y="4548"/>
                        <a:pt x="56362" y="14294"/>
                      </a:cubicBezTo>
                      <a:lnTo>
                        <a:pt x="55875" y="2436"/>
                      </a:lnTo>
                      <a:lnTo>
                        <a:pt x="64484" y="2436"/>
                      </a:lnTo>
                      <a:lnTo>
                        <a:pt x="64484" y="77316"/>
                      </a:lnTo>
                      <a:cubicBezTo>
                        <a:pt x="64484" y="97294"/>
                        <a:pt x="51977" y="106228"/>
                        <a:pt x="31673" y="106228"/>
                      </a:cubicBezTo>
                      <a:cubicBezTo>
                        <a:pt x="14456" y="106228"/>
                        <a:pt x="3249" y="98756"/>
                        <a:pt x="1787" y="84950"/>
                      </a:cubicBezTo>
                      <a:lnTo>
                        <a:pt x="12182" y="84950"/>
                      </a:lnTo>
                      <a:cubicBezTo>
                        <a:pt x="12832" y="94208"/>
                        <a:pt x="23714" y="98756"/>
                        <a:pt x="32486" y="98756"/>
                      </a:cubicBezTo>
                      <a:cubicBezTo>
                        <a:pt x="46779" y="98756"/>
                        <a:pt x="55550" y="92259"/>
                        <a:pt x="55550" y="75529"/>
                      </a:cubicBezTo>
                      <a:lnTo>
                        <a:pt x="56038" y="65621"/>
                      </a:lnTo>
                      <a:close/>
                      <a:moveTo>
                        <a:pt x="56687" y="41419"/>
                      </a:moveTo>
                      <a:cubicBezTo>
                        <a:pt x="56687" y="23714"/>
                        <a:pt x="50353" y="7959"/>
                        <a:pt x="31511" y="7959"/>
                      </a:cubicBezTo>
                      <a:cubicBezTo>
                        <a:pt x="14618" y="7959"/>
                        <a:pt x="8934" y="26476"/>
                        <a:pt x="8934" y="41094"/>
                      </a:cubicBezTo>
                      <a:cubicBezTo>
                        <a:pt x="8934" y="56525"/>
                        <a:pt x="16080" y="71955"/>
                        <a:pt x="32648" y="71955"/>
                      </a:cubicBezTo>
                      <a:cubicBezTo>
                        <a:pt x="49216" y="71955"/>
                        <a:pt x="56687" y="57337"/>
                        <a:pt x="56687" y="41581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7" name="자유형: 도형 126">
                  <a:extLst>
                    <a:ext uri="{FF2B5EF4-FFF2-40B4-BE49-F238E27FC236}">
                      <a16:creationId xmlns:a16="http://schemas.microsoft.com/office/drawing/2014/main" id="{DBEE5378-69AB-E080-46A2-665AEC40A98F}"/>
                    </a:ext>
                  </a:extLst>
                </p:cNvPr>
                <p:cNvSpPr/>
                <p:nvPr/>
              </p:nvSpPr>
              <p:spPr>
                <a:xfrm>
                  <a:off x="1485552" y="2515665"/>
                  <a:ext cx="66595" cy="78939"/>
                </a:xfrm>
                <a:custGeom>
                  <a:avLst/>
                  <a:gdLst>
                    <a:gd name="connsiteX0" fmla="*/ 63834 w 66595"/>
                    <a:gd name="connsiteY0" fmla="*/ 41257 h 78939"/>
                    <a:gd name="connsiteX1" fmla="*/ 8934 w 66595"/>
                    <a:gd name="connsiteY1" fmla="*/ 41257 h 78939"/>
                    <a:gd name="connsiteX2" fmla="*/ 34922 w 66595"/>
                    <a:gd name="connsiteY2" fmla="*/ 71468 h 78939"/>
                    <a:gd name="connsiteX3" fmla="*/ 56200 w 66595"/>
                    <a:gd name="connsiteY3" fmla="*/ 53276 h 78939"/>
                    <a:gd name="connsiteX4" fmla="*/ 65621 w 66595"/>
                    <a:gd name="connsiteY4" fmla="*/ 53276 h 78939"/>
                    <a:gd name="connsiteX5" fmla="*/ 32323 w 66595"/>
                    <a:gd name="connsiteY5" fmla="*/ 78940 h 78939"/>
                    <a:gd name="connsiteX6" fmla="*/ 0 w 66595"/>
                    <a:gd name="connsiteY6" fmla="*/ 39470 h 78939"/>
                    <a:gd name="connsiteX7" fmla="*/ 32973 w 66595"/>
                    <a:gd name="connsiteY7" fmla="*/ 0 h 78939"/>
                    <a:gd name="connsiteX8" fmla="*/ 66595 w 66595"/>
                    <a:gd name="connsiteY8" fmla="*/ 38008 h 78939"/>
                    <a:gd name="connsiteX9" fmla="*/ 63834 w 66595"/>
                    <a:gd name="connsiteY9" fmla="*/ 41094 h 78939"/>
                    <a:gd name="connsiteX10" fmla="*/ 57662 w 66595"/>
                    <a:gd name="connsiteY10" fmla="*/ 33785 h 78939"/>
                    <a:gd name="connsiteX11" fmla="*/ 32973 w 66595"/>
                    <a:gd name="connsiteY11" fmla="*/ 7634 h 78939"/>
                    <a:gd name="connsiteX12" fmla="*/ 9096 w 66595"/>
                    <a:gd name="connsiteY12" fmla="*/ 33785 h 78939"/>
                    <a:gd name="connsiteX13" fmla="*/ 57662 w 66595"/>
                    <a:gd name="connsiteY13" fmla="*/ 33785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6595" h="78939">
                      <a:moveTo>
                        <a:pt x="63834" y="41257"/>
                      </a:moveTo>
                      <a:lnTo>
                        <a:pt x="8934" y="41257"/>
                      </a:lnTo>
                      <a:cubicBezTo>
                        <a:pt x="8934" y="58312"/>
                        <a:pt x="17055" y="71468"/>
                        <a:pt x="34922" y="71468"/>
                      </a:cubicBezTo>
                      <a:cubicBezTo>
                        <a:pt x="45155" y="71468"/>
                        <a:pt x="53439" y="63834"/>
                        <a:pt x="56200" y="53276"/>
                      </a:cubicBezTo>
                      <a:lnTo>
                        <a:pt x="65621" y="53276"/>
                      </a:lnTo>
                      <a:cubicBezTo>
                        <a:pt x="61235" y="71143"/>
                        <a:pt x="50190" y="78940"/>
                        <a:pt x="32323" y="78940"/>
                      </a:cubicBezTo>
                      <a:cubicBezTo>
                        <a:pt x="10071" y="78940"/>
                        <a:pt x="0" y="60586"/>
                        <a:pt x="0" y="39470"/>
                      </a:cubicBezTo>
                      <a:cubicBezTo>
                        <a:pt x="0" y="18354"/>
                        <a:pt x="10883" y="0"/>
                        <a:pt x="32973" y="0"/>
                      </a:cubicBezTo>
                      <a:cubicBezTo>
                        <a:pt x="56687" y="0"/>
                        <a:pt x="66270" y="15755"/>
                        <a:pt x="66595" y="38008"/>
                      </a:cubicBezTo>
                      <a:cubicBezTo>
                        <a:pt x="66595" y="40120"/>
                        <a:pt x="65783" y="41094"/>
                        <a:pt x="63834" y="41094"/>
                      </a:cubicBezTo>
                      <a:close/>
                      <a:moveTo>
                        <a:pt x="57662" y="33785"/>
                      </a:moveTo>
                      <a:cubicBezTo>
                        <a:pt x="56850" y="18192"/>
                        <a:pt x="48079" y="7634"/>
                        <a:pt x="32973" y="7634"/>
                      </a:cubicBezTo>
                      <a:cubicBezTo>
                        <a:pt x="19004" y="7634"/>
                        <a:pt x="10395" y="19491"/>
                        <a:pt x="9096" y="33785"/>
                      </a:cubicBezTo>
                      <a:lnTo>
                        <a:pt x="57662" y="3378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8" name="자유형: 도형 127">
                  <a:extLst>
                    <a:ext uri="{FF2B5EF4-FFF2-40B4-BE49-F238E27FC236}">
                      <a16:creationId xmlns:a16="http://schemas.microsoft.com/office/drawing/2014/main" id="{A3B34B66-E42F-03FF-7DF1-8F64731D81FD}"/>
                    </a:ext>
                  </a:extLst>
                </p:cNvPr>
                <p:cNvSpPr/>
                <p:nvPr/>
              </p:nvSpPr>
              <p:spPr>
                <a:xfrm>
                  <a:off x="844450" y="2698721"/>
                  <a:ext cx="85436" cy="110613"/>
                </a:xfrm>
                <a:custGeom>
                  <a:avLst/>
                  <a:gdLst>
                    <a:gd name="connsiteX0" fmla="*/ 47429 w 85436"/>
                    <a:gd name="connsiteY0" fmla="*/ 62860 h 110613"/>
                    <a:gd name="connsiteX1" fmla="*/ 47429 w 85436"/>
                    <a:gd name="connsiteY1" fmla="*/ 110613 h 110613"/>
                    <a:gd name="connsiteX2" fmla="*/ 38008 w 85436"/>
                    <a:gd name="connsiteY2" fmla="*/ 110613 h 110613"/>
                    <a:gd name="connsiteX3" fmla="*/ 38008 w 85436"/>
                    <a:gd name="connsiteY3" fmla="*/ 62860 h 110613"/>
                    <a:gd name="connsiteX4" fmla="*/ 0 w 85436"/>
                    <a:gd name="connsiteY4" fmla="*/ 0 h 110613"/>
                    <a:gd name="connsiteX5" fmla="*/ 11370 w 85436"/>
                    <a:gd name="connsiteY5" fmla="*/ 0 h 110613"/>
                    <a:gd name="connsiteX6" fmla="*/ 43043 w 85436"/>
                    <a:gd name="connsiteY6" fmla="*/ 54088 h 110613"/>
                    <a:gd name="connsiteX7" fmla="*/ 74067 w 85436"/>
                    <a:gd name="connsiteY7" fmla="*/ 0 h 110613"/>
                    <a:gd name="connsiteX8" fmla="*/ 85437 w 85436"/>
                    <a:gd name="connsiteY8" fmla="*/ 0 h 110613"/>
                    <a:gd name="connsiteX9" fmla="*/ 47429 w 85436"/>
                    <a:gd name="connsiteY9" fmla="*/ 62860 h 1106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5436" h="110613">
                      <a:moveTo>
                        <a:pt x="47429" y="62860"/>
                      </a:moveTo>
                      <a:lnTo>
                        <a:pt x="47429" y="110613"/>
                      </a:lnTo>
                      <a:lnTo>
                        <a:pt x="38008" y="110613"/>
                      </a:lnTo>
                      <a:lnTo>
                        <a:pt x="38008" y="62860"/>
                      </a:lnTo>
                      <a:lnTo>
                        <a:pt x="0" y="0"/>
                      </a:lnTo>
                      <a:lnTo>
                        <a:pt x="11370" y="0"/>
                      </a:lnTo>
                      <a:lnTo>
                        <a:pt x="43043" y="54088"/>
                      </a:lnTo>
                      <a:lnTo>
                        <a:pt x="74067" y="0"/>
                      </a:lnTo>
                      <a:lnTo>
                        <a:pt x="85437" y="0"/>
                      </a:lnTo>
                      <a:lnTo>
                        <a:pt x="47429" y="6286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9" name="자유형: 도형 128">
                  <a:extLst>
                    <a:ext uri="{FF2B5EF4-FFF2-40B4-BE49-F238E27FC236}">
                      <a16:creationId xmlns:a16="http://schemas.microsoft.com/office/drawing/2014/main" id="{D57CB156-C8DE-7166-DC8B-EC82DE8FFFA8}"/>
                    </a:ext>
                  </a:extLst>
                </p:cNvPr>
                <p:cNvSpPr/>
                <p:nvPr/>
              </p:nvSpPr>
              <p:spPr>
                <a:xfrm>
                  <a:off x="929074" y="2732181"/>
                  <a:ext cx="67732" cy="78939"/>
                </a:xfrm>
                <a:custGeom>
                  <a:avLst/>
                  <a:gdLst>
                    <a:gd name="connsiteX0" fmla="*/ 67732 w 67732"/>
                    <a:gd name="connsiteY0" fmla="*/ 39470 h 78939"/>
                    <a:gd name="connsiteX1" fmla="*/ 33298 w 67732"/>
                    <a:gd name="connsiteY1" fmla="*/ 78940 h 78939"/>
                    <a:gd name="connsiteX2" fmla="*/ 0 w 67732"/>
                    <a:gd name="connsiteY2" fmla="*/ 39470 h 78939"/>
                    <a:gd name="connsiteX3" fmla="*/ 33298 w 67732"/>
                    <a:gd name="connsiteY3" fmla="*/ 0 h 78939"/>
                    <a:gd name="connsiteX4" fmla="*/ 67732 w 67732"/>
                    <a:gd name="connsiteY4" fmla="*/ 39470 h 78939"/>
                    <a:gd name="connsiteX5" fmla="*/ 33298 w 67732"/>
                    <a:gd name="connsiteY5" fmla="*/ 7634 h 78939"/>
                    <a:gd name="connsiteX6" fmla="*/ 8446 w 67732"/>
                    <a:gd name="connsiteY6" fmla="*/ 39470 h 78939"/>
                    <a:gd name="connsiteX7" fmla="*/ 33298 w 67732"/>
                    <a:gd name="connsiteY7" fmla="*/ 71143 h 78939"/>
                    <a:gd name="connsiteX8" fmla="*/ 58961 w 67732"/>
                    <a:gd name="connsiteY8" fmla="*/ 39470 h 78939"/>
                    <a:gd name="connsiteX9" fmla="*/ 33298 w 67732"/>
                    <a:gd name="connsiteY9" fmla="*/ 7634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7732" h="78939">
                      <a:moveTo>
                        <a:pt x="67732" y="39470"/>
                      </a:moveTo>
                      <a:cubicBezTo>
                        <a:pt x="67732" y="59773"/>
                        <a:pt x="56850" y="78940"/>
                        <a:pt x="33298" y="78940"/>
                      </a:cubicBezTo>
                      <a:cubicBezTo>
                        <a:pt x="9746" y="78940"/>
                        <a:pt x="0" y="59773"/>
                        <a:pt x="0" y="39470"/>
                      </a:cubicBezTo>
                      <a:cubicBezTo>
                        <a:pt x="0" y="19166"/>
                        <a:pt x="10233" y="0"/>
                        <a:pt x="33298" y="0"/>
                      </a:cubicBezTo>
                      <a:cubicBezTo>
                        <a:pt x="56362" y="0"/>
                        <a:pt x="67732" y="19166"/>
                        <a:pt x="67732" y="39470"/>
                      </a:cubicBezTo>
                      <a:close/>
                      <a:moveTo>
                        <a:pt x="33298" y="7634"/>
                      </a:moveTo>
                      <a:cubicBezTo>
                        <a:pt x="15431" y="7634"/>
                        <a:pt x="8446" y="25176"/>
                        <a:pt x="8446" y="39470"/>
                      </a:cubicBezTo>
                      <a:cubicBezTo>
                        <a:pt x="8446" y="53764"/>
                        <a:pt x="15431" y="71143"/>
                        <a:pt x="33298" y="71143"/>
                      </a:cubicBezTo>
                      <a:cubicBezTo>
                        <a:pt x="51165" y="71143"/>
                        <a:pt x="58961" y="53926"/>
                        <a:pt x="58961" y="39470"/>
                      </a:cubicBezTo>
                      <a:cubicBezTo>
                        <a:pt x="58961" y="25014"/>
                        <a:pt x="51165" y="7634"/>
                        <a:pt x="33298" y="763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0" name="자유형: 도형 129">
                  <a:extLst>
                    <a:ext uri="{FF2B5EF4-FFF2-40B4-BE49-F238E27FC236}">
                      <a16:creationId xmlns:a16="http://schemas.microsoft.com/office/drawing/2014/main" id="{F5188498-BC00-2792-5E74-809A97670480}"/>
                    </a:ext>
                  </a:extLst>
                </p:cNvPr>
                <p:cNvSpPr/>
                <p:nvPr/>
              </p:nvSpPr>
              <p:spPr>
                <a:xfrm>
                  <a:off x="1015811" y="2734618"/>
                  <a:ext cx="57174" cy="76665"/>
                </a:xfrm>
                <a:custGeom>
                  <a:avLst/>
                  <a:gdLst>
                    <a:gd name="connsiteX0" fmla="*/ 48891 w 57174"/>
                    <a:gd name="connsiteY0" fmla="*/ 74879 h 76665"/>
                    <a:gd name="connsiteX1" fmla="*/ 49378 w 57174"/>
                    <a:gd name="connsiteY1" fmla="*/ 62372 h 76665"/>
                    <a:gd name="connsiteX2" fmla="*/ 25014 w 57174"/>
                    <a:gd name="connsiteY2" fmla="*/ 76666 h 76665"/>
                    <a:gd name="connsiteX3" fmla="*/ 0 w 57174"/>
                    <a:gd name="connsiteY3" fmla="*/ 49378 h 76665"/>
                    <a:gd name="connsiteX4" fmla="*/ 0 w 57174"/>
                    <a:gd name="connsiteY4" fmla="*/ 0 h 76665"/>
                    <a:gd name="connsiteX5" fmla="*/ 8771 w 57174"/>
                    <a:gd name="connsiteY5" fmla="*/ 0 h 76665"/>
                    <a:gd name="connsiteX6" fmla="*/ 8771 w 57174"/>
                    <a:gd name="connsiteY6" fmla="*/ 46942 h 76665"/>
                    <a:gd name="connsiteX7" fmla="*/ 27288 w 57174"/>
                    <a:gd name="connsiteY7" fmla="*/ 69357 h 76665"/>
                    <a:gd name="connsiteX8" fmla="*/ 49216 w 57174"/>
                    <a:gd name="connsiteY8" fmla="*/ 44018 h 76665"/>
                    <a:gd name="connsiteX9" fmla="*/ 49216 w 57174"/>
                    <a:gd name="connsiteY9" fmla="*/ 0 h 76665"/>
                    <a:gd name="connsiteX10" fmla="*/ 57175 w 57174"/>
                    <a:gd name="connsiteY10" fmla="*/ 0 h 76665"/>
                    <a:gd name="connsiteX11" fmla="*/ 57175 w 57174"/>
                    <a:gd name="connsiteY11" fmla="*/ 75042 h 76665"/>
                    <a:gd name="connsiteX12" fmla="*/ 49053 w 57174"/>
                    <a:gd name="connsiteY12" fmla="*/ 75042 h 76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7174" h="76665">
                      <a:moveTo>
                        <a:pt x="48891" y="74879"/>
                      </a:moveTo>
                      <a:lnTo>
                        <a:pt x="49378" y="62372"/>
                      </a:lnTo>
                      <a:cubicBezTo>
                        <a:pt x="44343" y="72118"/>
                        <a:pt x="35409" y="76666"/>
                        <a:pt x="25014" y="76666"/>
                      </a:cubicBezTo>
                      <a:cubicBezTo>
                        <a:pt x="8934" y="76666"/>
                        <a:pt x="0" y="67245"/>
                        <a:pt x="0" y="49378"/>
                      </a:cubicBezTo>
                      <a:lnTo>
                        <a:pt x="0" y="0"/>
                      </a:lnTo>
                      <a:lnTo>
                        <a:pt x="8771" y="0"/>
                      </a:lnTo>
                      <a:lnTo>
                        <a:pt x="8771" y="46942"/>
                      </a:lnTo>
                      <a:cubicBezTo>
                        <a:pt x="8771" y="61723"/>
                        <a:pt x="13969" y="69357"/>
                        <a:pt x="27288" y="69357"/>
                      </a:cubicBezTo>
                      <a:cubicBezTo>
                        <a:pt x="38008" y="69357"/>
                        <a:pt x="49216" y="60261"/>
                        <a:pt x="49216" y="44018"/>
                      </a:cubicBezTo>
                      <a:lnTo>
                        <a:pt x="49216" y="0"/>
                      </a:lnTo>
                      <a:lnTo>
                        <a:pt x="57175" y="0"/>
                      </a:lnTo>
                      <a:lnTo>
                        <a:pt x="57175" y="75042"/>
                      </a:lnTo>
                      <a:lnTo>
                        <a:pt x="49053" y="7504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1" name="자유형: 도형 130">
                  <a:extLst>
                    <a:ext uri="{FF2B5EF4-FFF2-40B4-BE49-F238E27FC236}">
                      <a16:creationId xmlns:a16="http://schemas.microsoft.com/office/drawing/2014/main" id="{52F8F322-F467-23FD-82FC-69379AE710D0}"/>
                    </a:ext>
                  </a:extLst>
                </p:cNvPr>
                <p:cNvSpPr/>
                <p:nvPr/>
              </p:nvSpPr>
              <p:spPr>
                <a:xfrm>
                  <a:off x="1089066" y="2712852"/>
                  <a:ext cx="41419" cy="98756"/>
                </a:xfrm>
                <a:custGeom>
                  <a:avLst/>
                  <a:gdLst>
                    <a:gd name="connsiteX0" fmla="*/ 23552 w 41419"/>
                    <a:gd name="connsiteY0" fmla="*/ 0 h 98756"/>
                    <a:gd name="connsiteX1" fmla="*/ 23552 w 41419"/>
                    <a:gd name="connsiteY1" fmla="*/ 21765 h 98756"/>
                    <a:gd name="connsiteX2" fmla="*/ 40444 w 41419"/>
                    <a:gd name="connsiteY2" fmla="*/ 21765 h 98756"/>
                    <a:gd name="connsiteX3" fmla="*/ 40444 w 41419"/>
                    <a:gd name="connsiteY3" fmla="*/ 29562 h 98756"/>
                    <a:gd name="connsiteX4" fmla="*/ 23552 w 41419"/>
                    <a:gd name="connsiteY4" fmla="*/ 29562 h 98756"/>
                    <a:gd name="connsiteX5" fmla="*/ 23552 w 41419"/>
                    <a:gd name="connsiteY5" fmla="*/ 80077 h 98756"/>
                    <a:gd name="connsiteX6" fmla="*/ 33785 w 41419"/>
                    <a:gd name="connsiteY6" fmla="*/ 91609 h 98756"/>
                    <a:gd name="connsiteX7" fmla="*/ 41419 w 41419"/>
                    <a:gd name="connsiteY7" fmla="*/ 90635 h 98756"/>
                    <a:gd name="connsiteX8" fmla="*/ 41419 w 41419"/>
                    <a:gd name="connsiteY8" fmla="*/ 97619 h 98756"/>
                    <a:gd name="connsiteX9" fmla="*/ 32810 w 41419"/>
                    <a:gd name="connsiteY9" fmla="*/ 98756 h 98756"/>
                    <a:gd name="connsiteX10" fmla="*/ 14781 w 41419"/>
                    <a:gd name="connsiteY10" fmla="*/ 78940 h 98756"/>
                    <a:gd name="connsiteX11" fmla="*/ 14781 w 41419"/>
                    <a:gd name="connsiteY11" fmla="*/ 29724 h 98756"/>
                    <a:gd name="connsiteX12" fmla="*/ 0 w 41419"/>
                    <a:gd name="connsiteY12" fmla="*/ 29724 h 98756"/>
                    <a:gd name="connsiteX13" fmla="*/ 0 w 41419"/>
                    <a:gd name="connsiteY13" fmla="*/ 21928 h 98756"/>
                    <a:gd name="connsiteX14" fmla="*/ 14781 w 41419"/>
                    <a:gd name="connsiteY14" fmla="*/ 21928 h 98756"/>
                    <a:gd name="connsiteX15" fmla="*/ 14781 w 41419"/>
                    <a:gd name="connsiteY15" fmla="*/ 162 h 98756"/>
                    <a:gd name="connsiteX16" fmla="*/ 23552 w 41419"/>
                    <a:gd name="connsiteY16" fmla="*/ 162 h 98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41419" h="98756">
                      <a:moveTo>
                        <a:pt x="23552" y="0"/>
                      </a:moveTo>
                      <a:lnTo>
                        <a:pt x="23552" y="21765"/>
                      </a:lnTo>
                      <a:lnTo>
                        <a:pt x="40444" y="21765"/>
                      </a:lnTo>
                      <a:lnTo>
                        <a:pt x="40444" y="29562"/>
                      </a:lnTo>
                      <a:lnTo>
                        <a:pt x="23552" y="29562"/>
                      </a:lnTo>
                      <a:lnTo>
                        <a:pt x="23552" y="80077"/>
                      </a:lnTo>
                      <a:cubicBezTo>
                        <a:pt x="23552" y="89823"/>
                        <a:pt x="28100" y="91609"/>
                        <a:pt x="33785" y="91609"/>
                      </a:cubicBezTo>
                      <a:cubicBezTo>
                        <a:pt x="37521" y="91609"/>
                        <a:pt x="40282" y="90960"/>
                        <a:pt x="41419" y="90635"/>
                      </a:cubicBezTo>
                      <a:lnTo>
                        <a:pt x="41419" y="97619"/>
                      </a:lnTo>
                      <a:cubicBezTo>
                        <a:pt x="39145" y="98269"/>
                        <a:pt x="36059" y="98756"/>
                        <a:pt x="32810" y="98756"/>
                      </a:cubicBezTo>
                      <a:cubicBezTo>
                        <a:pt x="22253" y="98756"/>
                        <a:pt x="14781" y="95020"/>
                        <a:pt x="14781" y="78940"/>
                      </a:cubicBezTo>
                      <a:lnTo>
                        <a:pt x="14781" y="29724"/>
                      </a:lnTo>
                      <a:lnTo>
                        <a:pt x="0" y="29724"/>
                      </a:lnTo>
                      <a:lnTo>
                        <a:pt x="0" y="21928"/>
                      </a:lnTo>
                      <a:lnTo>
                        <a:pt x="14781" y="21928"/>
                      </a:lnTo>
                      <a:lnTo>
                        <a:pt x="14781" y="162"/>
                      </a:lnTo>
                      <a:lnTo>
                        <a:pt x="23552" y="16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2" name="자유형: 도형 131">
                  <a:extLst>
                    <a:ext uri="{FF2B5EF4-FFF2-40B4-BE49-F238E27FC236}">
                      <a16:creationId xmlns:a16="http://schemas.microsoft.com/office/drawing/2014/main" id="{24E44F9F-A2E4-F0B8-F29E-5D1D44FD5922}"/>
                    </a:ext>
                  </a:extLst>
                </p:cNvPr>
                <p:cNvSpPr/>
                <p:nvPr/>
              </p:nvSpPr>
              <p:spPr>
                <a:xfrm>
                  <a:off x="1147864" y="2734618"/>
                  <a:ext cx="57174" cy="76665"/>
                </a:xfrm>
                <a:custGeom>
                  <a:avLst/>
                  <a:gdLst>
                    <a:gd name="connsiteX0" fmla="*/ 48891 w 57174"/>
                    <a:gd name="connsiteY0" fmla="*/ 74879 h 76665"/>
                    <a:gd name="connsiteX1" fmla="*/ 49378 w 57174"/>
                    <a:gd name="connsiteY1" fmla="*/ 62372 h 76665"/>
                    <a:gd name="connsiteX2" fmla="*/ 25014 w 57174"/>
                    <a:gd name="connsiteY2" fmla="*/ 76666 h 76665"/>
                    <a:gd name="connsiteX3" fmla="*/ 0 w 57174"/>
                    <a:gd name="connsiteY3" fmla="*/ 49378 h 76665"/>
                    <a:gd name="connsiteX4" fmla="*/ 0 w 57174"/>
                    <a:gd name="connsiteY4" fmla="*/ 0 h 76665"/>
                    <a:gd name="connsiteX5" fmla="*/ 8771 w 57174"/>
                    <a:gd name="connsiteY5" fmla="*/ 0 h 76665"/>
                    <a:gd name="connsiteX6" fmla="*/ 8771 w 57174"/>
                    <a:gd name="connsiteY6" fmla="*/ 46942 h 76665"/>
                    <a:gd name="connsiteX7" fmla="*/ 27288 w 57174"/>
                    <a:gd name="connsiteY7" fmla="*/ 69357 h 76665"/>
                    <a:gd name="connsiteX8" fmla="*/ 49216 w 57174"/>
                    <a:gd name="connsiteY8" fmla="*/ 44018 h 76665"/>
                    <a:gd name="connsiteX9" fmla="*/ 49216 w 57174"/>
                    <a:gd name="connsiteY9" fmla="*/ 0 h 76665"/>
                    <a:gd name="connsiteX10" fmla="*/ 57175 w 57174"/>
                    <a:gd name="connsiteY10" fmla="*/ 0 h 76665"/>
                    <a:gd name="connsiteX11" fmla="*/ 57175 w 57174"/>
                    <a:gd name="connsiteY11" fmla="*/ 75042 h 76665"/>
                    <a:gd name="connsiteX12" fmla="*/ 49053 w 57174"/>
                    <a:gd name="connsiteY12" fmla="*/ 75042 h 76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7174" h="76665">
                      <a:moveTo>
                        <a:pt x="48891" y="74879"/>
                      </a:moveTo>
                      <a:lnTo>
                        <a:pt x="49378" y="62372"/>
                      </a:lnTo>
                      <a:cubicBezTo>
                        <a:pt x="44343" y="72118"/>
                        <a:pt x="35409" y="76666"/>
                        <a:pt x="25014" y="76666"/>
                      </a:cubicBezTo>
                      <a:cubicBezTo>
                        <a:pt x="8934" y="76666"/>
                        <a:pt x="0" y="67245"/>
                        <a:pt x="0" y="49378"/>
                      </a:cubicBezTo>
                      <a:lnTo>
                        <a:pt x="0" y="0"/>
                      </a:lnTo>
                      <a:lnTo>
                        <a:pt x="8771" y="0"/>
                      </a:lnTo>
                      <a:lnTo>
                        <a:pt x="8771" y="46942"/>
                      </a:lnTo>
                      <a:cubicBezTo>
                        <a:pt x="8771" y="61723"/>
                        <a:pt x="13969" y="69357"/>
                        <a:pt x="27288" y="69357"/>
                      </a:cubicBezTo>
                      <a:cubicBezTo>
                        <a:pt x="38008" y="69357"/>
                        <a:pt x="49216" y="60261"/>
                        <a:pt x="49216" y="44018"/>
                      </a:cubicBezTo>
                      <a:lnTo>
                        <a:pt x="49216" y="0"/>
                      </a:lnTo>
                      <a:lnTo>
                        <a:pt x="57175" y="0"/>
                      </a:lnTo>
                      <a:lnTo>
                        <a:pt x="57175" y="75042"/>
                      </a:lnTo>
                      <a:lnTo>
                        <a:pt x="49053" y="7504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3" name="자유형: 도형 132">
                  <a:extLst>
                    <a:ext uri="{FF2B5EF4-FFF2-40B4-BE49-F238E27FC236}">
                      <a16:creationId xmlns:a16="http://schemas.microsoft.com/office/drawing/2014/main" id="{7D1FE06B-1225-C3A9-71C8-48856E7C36E2}"/>
                    </a:ext>
                  </a:extLst>
                </p:cNvPr>
                <p:cNvSpPr/>
                <p:nvPr/>
              </p:nvSpPr>
              <p:spPr>
                <a:xfrm>
                  <a:off x="1226804" y="2698559"/>
                  <a:ext cx="65945" cy="113374"/>
                </a:xfrm>
                <a:custGeom>
                  <a:avLst/>
                  <a:gdLst>
                    <a:gd name="connsiteX0" fmla="*/ 9421 w 65945"/>
                    <a:gd name="connsiteY0" fmla="*/ 110938 h 113374"/>
                    <a:gd name="connsiteX1" fmla="*/ 0 w 65945"/>
                    <a:gd name="connsiteY1" fmla="*/ 110938 h 113374"/>
                    <a:gd name="connsiteX2" fmla="*/ 975 w 65945"/>
                    <a:gd name="connsiteY2" fmla="*/ 99893 h 113374"/>
                    <a:gd name="connsiteX3" fmla="*/ 975 w 65945"/>
                    <a:gd name="connsiteY3" fmla="*/ 0 h 113374"/>
                    <a:gd name="connsiteX4" fmla="*/ 9746 w 65945"/>
                    <a:gd name="connsiteY4" fmla="*/ 0 h 113374"/>
                    <a:gd name="connsiteX5" fmla="*/ 9746 w 65945"/>
                    <a:gd name="connsiteY5" fmla="*/ 49703 h 113374"/>
                    <a:gd name="connsiteX6" fmla="*/ 33785 w 65945"/>
                    <a:gd name="connsiteY6" fmla="*/ 34272 h 113374"/>
                    <a:gd name="connsiteX7" fmla="*/ 65946 w 65945"/>
                    <a:gd name="connsiteY7" fmla="*/ 73092 h 113374"/>
                    <a:gd name="connsiteX8" fmla="*/ 33785 w 65945"/>
                    <a:gd name="connsiteY8" fmla="*/ 113375 h 113374"/>
                    <a:gd name="connsiteX9" fmla="*/ 9908 w 65945"/>
                    <a:gd name="connsiteY9" fmla="*/ 100868 h 113374"/>
                    <a:gd name="connsiteX10" fmla="*/ 9258 w 65945"/>
                    <a:gd name="connsiteY10" fmla="*/ 111101 h 113374"/>
                    <a:gd name="connsiteX11" fmla="*/ 9746 w 65945"/>
                    <a:gd name="connsiteY11" fmla="*/ 72118 h 113374"/>
                    <a:gd name="connsiteX12" fmla="*/ 34597 w 65945"/>
                    <a:gd name="connsiteY12" fmla="*/ 105416 h 113374"/>
                    <a:gd name="connsiteX13" fmla="*/ 57175 w 65945"/>
                    <a:gd name="connsiteY13" fmla="*/ 72443 h 113374"/>
                    <a:gd name="connsiteX14" fmla="*/ 33460 w 65945"/>
                    <a:gd name="connsiteY14" fmla="*/ 41582 h 113374"/>
                    <a:gd name="connsiteX15" fmla="*/ 9746 w 65945"/>
                    <a:gd name="connsiteY15" fmla="*/ 71955 h 1133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65945" h="113374">
                      <a:moveTo>
                        <a:pt x="9421" y="110938"/>
                      </a:moveTo>
                      <a:lnTo>
                        <a:pt x="0" y="110938"/>
                      </a:lnTo>
                      <a:cubicBezTo>
                        <a:pt x="650" y="109151"/>
                        <a:pt x="975" y="103304"/>
                        <a:pt x="975" y="99893"/>
                      </a:cubicBezTo>
                      <a:lnTo>
                        <a:pt x="975" y="0"/>
                      </a:lnTo>
                      <a:lnTo>
                        <a:pt x="9746" y="0"/>
                      </a:lnTo>
                      <a:lnTo>
                        <a:pt x="9746" y="49703"/>
                      </a:lnTo>
                      <a:cubicBezTo>
                        <a:pt x="13644" y="40120"/>
                        <a:pt x="23714" y="34272"/>
                        <a:pt x="33785" y="34272"/>
                      </a:cubicBezTo>
                      <a:cubicBezTo>
                        <a:pt x="51652" y="34272"/>
                        <a:pt x="65946" y="45967"/>
                        <a:pt x="65946" y="73092"/>
                      </a:cubicBezTo>
                      <a:cubicBezTo>
                        <a:pt x="65946" y="100218"/>
                        <a:pt x="52951" y="113375"/>
                        <a:pt x="33785" y="113375"/>
                      </a:cubicBezTo>
                      <a:cubicBezTo>
                        <a:pt x="22415" y="113375"/>
                        <a:pt x="14456" y="108827"/>
                        <a:pt x="9908" y="100868"/>
                      </a:cubicBezTo>
                      <a:lnTo>
                        <a:pt x="9258" y="111101"/>
                      </a:lnTo>
                      <a:close/>
                      <a:moveTo>
                        <a:pt x="9746" y="72118"/>
                      </a:moveTo>
                      <a:cubicBezTo>
                        <a:pt x="9746" y="95020"/>
                        <a:pt x="16892" y="105416"/>
                        <a:pt x="34597" y="105416"/>
                      </a:cubicBezTo>
                      <a:cubicBezTo>
                        <a:pt x="48566" y="105416"/>
                        <a:pt x="57175" y="92909"/>
                        <a:pt x="57175" y="72443"/>
                      </a:cubicBezTo>
                      <a:cubicBezTo>
                        <a:pt x="57175" y="50353"/>
                        <a:pt x="46292" y="41582"/>
                        <a:pt x="33460" y="41582"/>
                      </a:cubicBezTo>
                      <a:cubicBezTo>
                        <a:pt x="21440" y="41582"/>
                        <a:pt x="9746" y="51814"/>
                        <a:pt x="9746" y="71955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4" name="자유형: 도형 133">
                  <a:extLst>
                    <a:ext uri="{FF2B5EF4-FFF2-40B4-BE49-F238E27FC236}">
                      <a16:creationId xmlns:a16="http://schemas.microsoft.com/office/drawing/2014/main" id="{5E3C5643-90BD-B353-90FF-5C629A4F3CDE}"/>
                    </a:ext>
                  </a:extLst>
                </p:cNvPr>
                <p:cNvSpPr/>
                <p:nvPr/>
              </p:nvSpPr>
              <p:spPr>
                <a:xfrm>
                  <a:off x="1306394" y="2732019"/>
                  <a:ext cx="66595" cy="78939"/>
                </a:xfrm>
                <a:custGeom>
                  <a:avLst/>
                  <a:gdLst>
                    <a:gd name="connsiteX0" fmla="*/ 63834 w 66595"/>
                    <a:gd name="connsiteY0" fmla="*/ 41257 h 78939"/>
                    <a:gd name="connsiteX1" fmla="*/ 8934 w 66595"/>
                    <a:gd name="connsiteY1" fmla="*/ 41257 h 78939"/>
                    <a:gd name="connsiteX2" fmla="*/ 34922 w 66595"/>
                    <a:gd name="connsiteY2" fmla="*/ 71468 h 78939"/>
                    <a:gd name="connsiteX3" fmla="*/ 56038 w 66595"/>
                    <a:gd name="connsiteY3" fmla="*/ 53276 h 78939"/>
                    <a:gd name="connsiteX4" fmla="*/ 65621 w 66595"/>
                    <a:gd name="connsiteY4" fmla="*/ 53276 h 78939"/>
                    <a:gd name="connsiteX5" fmla="*/ 32323 w 66595"/>
                    <a:gd name="connsiteY5" fmla="*/ 78940 h 78939"/>
                    <a:gd name="connsiteX6" fmla="*/ 0 w 66595"/>
                    <a:gd name="connsiteY6" fmla="*/ 39470 h 78939"/>
                    <a:gd name="connsiteX7" fmla="*/ 32973 w 66595"/>
                    <a:gd name="connsiteY7" fmla="*/ 0 h 78939"/>
                    <a:gd name="connsiteX8" fmla="*/ 66595 w 66595"/>
                    <a:gd name="connsiteY8" fmla="*/ 38008 h 78939"/>
                    <a:gd name="connsiteX9" fmla="*/ 63834 w 66595"/>
                    <a:gd name="connsiteY9" fmla="*/ 41094 h 78939"/>
                    <a:gd name="connsiteX10" fmla="*/ 57662 w 66595"/>
                    <a:gd name="connsiteY10" fmla="*/ 33785 h 78939"/>
                    <a:gd name="connsiteX11" fmla="*/ 32973 w 66595"/>
                    <a:gd name="connsiteY11" fmla="*/ 7634 h 78939"/>
                    <a:gd name="connsiteX12" fmla="*/ 9096 w 66595"/>
                    <a:gd name="connsiteY12" fmla="*/ 33785 h 78939"/>
                    <a:gd name="connsiteX13" fmla="*/ 57662 w 66595"/>
                    <a:gd name="connsiteY13" fmla="*/ 33785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6595" h="78939">
                      <a:moveTo>
                        <a:pt x="63834" y="41257"/>
                      </a:moveTo>
                      <a:lnTo>
                        <a:pt x="8934" y="41257"/>
                      </a:lnTo>
                      <a:cubicBezTo>
                        <a:pt x="8934" y="58312"/>
                        <a:pt x="17055" y="71468"/>
                        <a:pt x="34922" y="71468"/>
                      </a:cubicBezTo>
                      <a:cubicBezTo>
                        <a:pt x="45155" y="71468"/>
                        <a:pt x="53439" y="63834"/>
                        <a:pt x="56038" y="53276"/>
                      </a:cubicBezTo>
                      <a:lnTo>
                        <a:pt x="65621" y="53276"/>
                      </a:lnTo>
                      <a:cubicBezTo>
                        <a:pt x="61235" y="71143"/>
                        <a:pt x="50190" y="78940"/>
                        <a:pt x="32323" y="78940"/>
                      </a:cubicBezTo>
                      <a:cubicBezTo>
                        <a:pt x="10071" y="78940"/>
                        <a:pt x="0" y="60586"/>
                        <a:pt x="0" y="39470"/>
                      </a:cubicBezTo>
                      <a:cubicBezTo>
                        <a:pt x="0" y="18354"/>
                        <a:pt x="10883" y="0"/>
                        <a:pt x="32973" y="0"/>
                      </a:cubicBezTo>
                      <a:cubicBezTo>
                        <a:pt x="56687" y="0"/>
                        <a:pt x="66271" y="15755"/>
                        <a:pt x="66595" y="38008"/>
                      </a:cubicBezTo>
                      <a:cubicBezTo>
                        <a:pt x="66595" y="40120"/>
                        <a:pt x="65783" y="41094"/>
                        <a:pt x="63834" y="41094"/>
                      </a:cubicBezTo>
                      <a:close/>
                      <a:moveTo>
                        <a:pt x="57662" y="33785"/>
                      </a:moveTo>
                      <a:cubicBezTo>
                        <a:pt x="56850" y="18192"/>
                        <a:pt x="48079" y="7634"/>
                        <a:pt x="32973" y="7634"/>
                      </a:cubicBezTo>
                      <a:cubicBezTo>
                        <a:pt x="19166" y="7634"/>
                        <a:pt x="10395" y="19491"/>
                        <a:pt x="9096" y="33785"/>
                      </a:cubicBezTo>
                      <a:lnTo>
                        <a:pt x="57662" y="3378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5" name="자유형: 도형 134">
                  <a:extLst>
                    <a:ext uri="{FF2B5EF4-FFF2-40B4-BE49-F238E27FC236}">
                      <a16:creationId xmlns:a16="http://schemas.microsoft.com/office/drawing/2014/main" id="{E26E6B8E-6BB6-B6D0-5A0A-61AC29A12A58}"/>
                    </a:ext>
                  </a:extLst>
                </p:cNvPr>
                <p:cNvSpPr/>
                <p:nvPr/>
              </p:nvSpPr>
              <p:spPr>
                <a:xfrm>
                  <a:off x="857281" y="2915400"/>
                  <a:ext cx="63996" cy="110125"/>
                </a:xfrm>
                <a:custGeom>
                  <a:avLst/>
                  <a:gdLst>
                    <a:gd name="connsiteX0" fmla="*/ 61398 w 63996"/>
                    <a:gd name="connsiteY0" fmla="*/ 0 h 110125"/>
                    <a:gd name="connsiteX1" fmla="*/ 61398 w 63996"/>
                    <a:gd name="connsiteY1" fmla="*/ 8121 h 110125"/>
                    <a:gd name="connsiteX2" fmla="*/ 9258 w 63996"/>
                    <a:gd name="connsiteY2" fmla="*/ 8121 h 110125"/>
                    <a:gd name="connsiteX3" fmla="*/ 9258 w 63996"/>
                    <a:gd name="connsiteY3" fmla="*/ 48891 h 110125"/>
                    <a:gd name="connsiteX4" fmla="*/ 61235 w 63996"/>
                    <a:gd name="connsiteY4" fmla="*/ 48891 h 110125"/>
                    <a:gd name="connsiteX5" fmla="*/ 61235 w 63996"/>
                    <a:gd name="connsiteY5" fmla="*/ 57175 h 110125"/>
                    <a:gd name="connsiteX6" fmla="*/ 9258 w 63996"/>
                    <a:gd name="connsiteY6" fmla="*/ 57175 h 110125"/>
                    <a:gd name="connsiteX7" fmla="*/ 9258 w 63996"/>
                    <a:gd name="connsiteY7" fmla="*/ 101842 h 110125"/>
                    <a:gd name="connsiteX8" fmla="*/ 63997 w 63996"/>
                    <a:gd name="connsiteY8" fmla="*/ 101842 h 110125"/>
                    <a:gd name="connsiteX9" fmla="*/ 63997 w 63996"/>
                    <a:gd name="connsiteY9" fmla="*/ 110126 h 110125"/>
                    <a:gd name="connsiteX10" fmla="*/ 2599 w 63996"/>
                    <a:gd name="connsiteY10" fmla="*/ 110126 h 110125"/>
                    <a:gd name="connsiteX11" fmla="*/ 0 w 63996"/>
                    <a:gd name="connsiteY11" fmla="*/ 107527 h 110125"/>
                    <a:gd name="connsiteX12" fmla="*/ 0 w 63996"/>
                    <a:gd name="connsiteY12" fmla="*/ 2599 h 110125"/>
                    <a:gd name="connsiteX13" fmla="*/ 2599 w 63996"/>
                    <a:gd name="connsiteY13" fmla="*/ 0 h 110125"/>
                    <a:gd name="connsiteX14" fmla="*/ 61560 w 63996"/>
                    <a:gd name="connsiteY14" fmla="*/ 0 h 1101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3996" h="110125">
                      <a:moveTo>
                        <a:pt x="61398" y="0"/>
                      </a:moveTo>
                      <a:lnTo>
                        <a:pt x="61398" y="8121"/>
                      </a:lnTo>
                      <a:lnTo>
                        <a:pt x="9258" y="8121"/>
                      </a:lnTo>
                      <a:lnTo>
                        <a:pt x="9258" y="48891"/>
                      </a:lnTo>
                      <a:lnTo>
                        <a:pt x="61235" y="48891"/>
                      </a:lnTo>
                      <a:lnTo>
                        <a:pt x="61235" y="57175"/>
                      </a:lnTo>
                      <a:lnTo>
                        <a:pt x="9258" y="57175"/>
                      </a:lnTo>
                      <a:lnTo>
                        <a:pt x="9258" y="101842"/>
                      </a:lnTo>
                      <a:lnTo>
                        <a:pt x="63997" y="101842"/>
                      </a:lnTo>
                      <a:lnTo>
                        <a:pt x="63997" y="110126"/>
                      </a:lnTo>
                      <a:lnTo>
                        <a:pt x="2599" y="110126"/>
                      </a:lnTo>
                      <a:cubicBezTo>
                        <a:pt x="487" y="110126"/>
                        <a:pt x="0" y="109476"/>
                        <a:pt x="0" y="107527"/>
                      </a:cubicBezTo>
                      <a:lnTo>
                        <a:pt x="0" y="2599"/>
                      </a:lnTo>
                      <a:cubicBezTo>
                        <a:pt x="0" y="487"/>
                        <a:pt x="650" y="0"/>
                        <a:pt x="2599" y="0"/>
                      </a:cubicBezTo>
                      <a:lnTo>
                        <a:pt x="61560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6" name="자유형: 도형 135">
                  <a:extLst>
                    <a:ext uri="{FF2B5EF4-FFF2-40B4-BE49-F238E27FC236}">
                      <a16:creationId xmlns:a16="http://schemas.microsoft.com/office/drawing/2014/main" id="{D121BACD-5CCA-319C-2ACA-BBD11741C9FE}"/>
                    </a:ext>
                  </a:extLst>
                </p:cNvPr>
                <p:cNvSpPr/>
                <p:nvPr/>
              </p:nvSpPr>
              <p:spPr>
                <a:xfrm>
                  <a:off x="940607" y="2966402"/>
                  <a:ext cx="65945" cy="8121"/>
                </a:xfrm>
                <a:custGeom>
                  <a:avLst/>
                  <a:gdLst>
                    <a:gd name="connsiteX0" fmla="*/ 65946 w 65945"/>
                    <a:gd name="connsiteY0" fmla="*/ 0 h 8121"/>
                    <a:gd name="connsiteX1" fmla="*/ 65946 w 65945"/>
                    <a:gd name="connsiteY1" fmla="*/ 8121 h 8121"/>
                    <a:gd name="connsiteX2" fmla="*/ 0 w 65945"/>
                    <a:gd name="connsiteY2" fmla="*/ 8121 h 8121"/>
                    <a:gd name="connsiteX3" fmla="*/ 0 w 65945"/>
                    <a:gd name="connsiteY3" fmla="*/ 0 h 8121"/>
                    <a:gd name="connsiteX4" fmla="*/ 65946 w 65945"/>
                    <a:gd name="connsiteY4" fmla="*/ 0 h 81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945" h="8121">
                      <a:moveTo>
                        <a:pt x="65946" y="0"/>
                      </a:moveTo>
                      <a:lnTo>
                        <a:pt x="65946" y="8121"/>
                      </a:lnTo>
                      <a:lnTo>
                        <a:pt x="0" y="8121"/>
                      </a:lnTo>
                      <a:lnTo>
                        <a:pt x="0" y="0"/>
                      </a:lnTo>
                      <a:lnTo>
                        <a:pt x="65946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7" name="자유형: 도형 136">
                  <a:extLst>
                    <a:ext uri="{FF2B5EF4-FFF2-40B4-BE49-F238E27FC236}">
                      <a16:creationId xmlns:a16="http://schemas.microsoft.com/office/drawing/2014/main" id="{0C700E52-CAAD-176B-491C-99D025F49FD4}"/>
                    </a:ext>
                  </a:extLst>
                </p:cNvPr>
                <p:cNvSpPr/>
                <p:nvPr/>
              </p:nvSpPr>
              <p:spPr>
                <a:xfrm>
                  <a:off x="1028805" y="2915400"/>
                  <a:ext cx="99405" cy="110288"/>
                </a:xfrm>
                <a:custGeom>
                  <a:avLst/>
                  <a:gdLst>
                    <a:gd name="connsiteX0" fmla="*/ 56200 w 99405"/>
                    <a:gd name="connsiteY0" fmla="*/ 108014 h 110288"/>
                    <a:gd name="connsiteX1" fmla="*/ 53114 w 99405"/>
                    <a:gd name="connsiteY1" fmla="*/ 110126 h 110288"/>
                    <a:gd name="connsiteX2" fmla="*/ 46454 w 99405"/>
                    <a:gd name="connsiteY2" fmla="*/ 110126 h 110288"/>
                    <a:gd name="connsiteX3" fmla="*/ 43368 w 99405"/>
                    <a:gd name="connsiteY3" fmla="*/ 108014 h 110288"/>
                    <a:gd name="connsiteX4" fmla="*/ 8609 w 99405"/>
                    <a:gd name="connsiteY4" fmla="*/ 7472 h 110288"/>
                    <a:gd name="connsiteX5" fmla="*/ 9096 w 99405"/>
                    <a:gd name="connsiteY5" fmla="*/ 28750 h 110288"/>
                    <a:gd name="connsiteX6" fmla="*/ 9096 w 99405"/>
                    <a:gd name="connsiteY6" fmla="*/ 110288 h 110288"/>
                    <a:gd name="connsiteX7" fmla="*/ 0 w 99405"/>
                    <a:gd name="connsiteY7" fmla="*/ 110288 h 110288"/>
                    <a:gd name="connsiteX8" fmla="*/ 0 w 99405"/>
                    <a:gd name="connsiteY8" fmla="*/ 2599 h 110288"/>
                    <a:gd name="connsiteX9" fmla="*/ 2599 w 99405"/>
                    <a:gd name="connsiteY9" fmla="*/ 0 h 110288"/>
                    <a:gd name="connsiteX10" fmla="*/ 12182 w 99405"/>
                    <a:gd name="connsiteY10" fmla="*/ 0 h 110288"/>
                    <a:gd name="connsiteX11" fmla="*/ 14943 w 99405"/>
                    <a:gd name="connsiteY11" fmla="*/ 2112 h 110288"/>
                    <a:gd name="connsiteX12" fmla="*/ 43043 w 99405"/>
                    <a:gd name="connsiteY12" fmla="*/ 81539 h 110288"/>
                    <a:gd name="connsiteX13" fmla="*/ 49703 w 99405"/>
                    <a:gd name="connsiteY13" fmla="*/ 99731 h 110288"/>
                    <a:gd name="connsiteX14" fmla="*/ 56362 w 99405"/>
                    <a:gd name="connsiteY14" fmla="*/ 81539 h 110288"/>
                    <a:gd name="connsiteX15" fmla="*/ 84462 w 99405"/>
                    <a:gd name="connsiteY15" fmla="*/ 2112 h 110288"/>
                    <a:gd name="connsiteX16" fmla="*/ 87224 w 99405"/>
                    <a:gd name="connsiteY16" fmla="*/ 0 h 110288"/>
                    <a:gd name="connsiteX17" fmla="*/ 96807 w 99405"/>
                    <a:gd name="connsiteY17" fmla="*/ 0 h 110288"/>
                    <a:gd name="connsiteX18" fmla="*/ 99406 w 99405"/>
                    <a:gd name="connsiteY18" fmla="*/ 2599 h 110288"/>
                    <a:gd name="connsiteX19" fmla="*/ 99406 w 99405"/>
                    <a:gd name="connsiteY19" fmla="*/ 110288 h 110288"/>
                    <a:gd name="connsiteX20" fmla="*/ 90310 w 99405"/>
                    <a:gd name="connsiteY20" fmla="*/ 110288 h 110288"/>
                    <a:gd name="connsiteX21" fmla="*/ 90310 w 99405"/>
                    <a:gd name="connsiteY21" fmla="*/ 28587 h 110288"/>
                    <a:gd name="connsiteX22" fmla="*/ 90960 w 99405"/>
                    <a:gd name="connsiteY22" fmla="*/ 7309 h 110288"/>
                    <a:gd name="connsiteX23" fmla="*/ 55875 w 99405"/>
                    <a:gd name="connsiteY23" fmla="*/ 107852 h 110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99405" h="110288">
                      <a:moveTo>
                        <a:pt x="56200" y="108014"/>
                      </a:moveTo>
                      <a:cubicBezTo>
                        <a:pt x="55550" y="109314"/>
                        <a:pt x="54901" y="110126"/>
                        <a:pt x="53114" y="110126"/>
                      </a:cubicBezTo>
                      <a:lnTo>
                        <a:pt x="46454" y="110126"/>
                      </a:lnTo>
                      <a:cubicBezTo>
                        <a:pt x="44668" y="110126"/>
                        <a:pt x="44018" y="109314"/>
                        <a:pt x="43368" y="108014"/>
                      </a:cubicBezTo>
                      <a:lnTo>
                        <a:pt x="8609" y="7472"/>
                      </a:lnTo>
                      <a:lnTo>
                        <a:pt x="9096" y="28750"/>
                      </a:lnTo>
                      <a:lnTo>
                        <a:pt x="9096" y="110288"/>
                      </a:lnTo>
                      <a:lnTo>
                        <a:pt x="0" y="110288"/>
                      </a:lnTo>
                      <a:lnTo>
                        <a:pt x="0" y="2599"/>
                      </a:lnTo>
                      <a:cubicBezTo>
                        <a:pt x="0" y="487"/>
                        <a:pt x="650" y="0"/>
                        <a:pt x="2599" y="0"/>
                      </a:cubicBezTo>
                      <a:lnTo>
                        <a:pt x="12182" y="0"/>
                      </a:lnTo>
                      <a:cubicBezTo>
                        <a:pt x="13482" y="0"/>
                        <a:pt x="14294" y="650"/>
                        <a:pt x="14943" y="2112"/>
                      </a:cubicBezTo>
                      <a:lnTo>
                        <a:pt x="43043" y="81539"/>
                      </a:lnTo>
                      <a:lnTo>
                        <a:pt x="49703" y="99731"/>
                      </a:lnTo>
                      <a:lnTo>
                        <a:pt x="56362" y="81539"/>
                      </a:lnTo>
                      <a:lnTo>
                        <a:pt x="84462" y="2112"/>
                      </a:lnTo>
                      <a:cubicBezTo>
                        <a:pt x="85112" y="812"/>
                        <a:pt x="85924" y="0"/>
                        <a:pt x="87224" y="0"/>
                      </a:cubicBezTo>
                      <a:lnTo>
                        <a:pt x="96807" y="0"/>
                      </a:lnTo>
                      <a:cubicBezTo>
                        <a:pt x="98918" y="0"/>
                        <a:pt x="99406" y="650"/>
                        <a:pt x="99406" y="2599"/>
                      </a:cubicBezTo>
                      <a:lnTo>
                        <a:pt x="99406" y="110288"/>
                      </a:lnTo>
                      <a:lnTo>
                        <a:pt x="90310" y="110288"/>
                      </a:lnTo>
                      <a:lnTo>
                        <a:pt x="90310" y="28587"/>
                      </a:lnTo>
                      <a:lnTo>
                        <a:pt x="90960" y="7309"/>
                      </a:lnTo>
                      <a:lnTo>
                        <a:pt x="55875" y="10785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8" name="자유형: 도형 137">
                  <a:extLst>
                    <a:ext uri="{FF2B5EF4-FFF2-40B4-BE49-F238E27FC236}">
                      <a16:creationId xmlns:a16="http://schemas.microsoft.com/office/drawing/2014/main" id="{3B667EC4-5E9B-7A85-FC59-2155E86B8968}"/>
                    </a:ext>
                  </a:extLst>
                </p:cNvPr>
                <p:cNvSpPr/>
                <p:nvPr/>
              </p:nvSpPr>
              <p:spPr>
                <a:xfrm>
                  <a:off x="1147702" y="2948697"/>
                  <a:ext cx="58149" cy="78939"/>
                </a:xfrm>
                <a:custGeom>
                  <a:avLst/>
                  <a:gdLst>
                    <a:gd name="connsiteX0" fmla="*/ 48728 w 58149"/>
                    <a:gd name="connsiteY0" fmla="*/ 24851 h 78939"/>
                    <a:gd name="connsiteX1" fmla="*/ 30536 w 58149"/>
                    <a:gd name="connsiteY1" fmla="*/ 7472 h 78939"/>
                    <a:gd name="connsiteX2" fmla="*/ 12832 w 58149"/>
                    <a:gd name="connsiteY2" fmla="*/ 21116 h 78939"/>
                    <a:gd name="connsiteX3" fmla="*/ 2761 w 58149"/>
                    <a:gd name="connsiteY3" fmla="*/ 21116 h 78939"/>
                    <a:gd name="connsiteX4" fmla="*/ 30699 w 58149"/>
                    <a:gd name="connsiteY4" fmla="*/ 0 h 78939"/>
                    <a:gd name="connsiteX5" fmla="*/ 57175 w 58149"/>
                    <a:gd name="connsiteY5" fmla="*/ 25339 h 78939"/>
                    <a:gd name="connsiteX6" fmla="*/ 57175 w 58149"/>
                    <a:gd name="connsiteY6" fmla="*/ 66108 h 78939"/>
                    <a:gd name="connsiteX7" fmla="*/ 58149 w 58149"/>
                    <a:gd name="connsiteY7" fmla="*/ 77153 h 78939"/>
                    <a:gd name="connsiteX8" fmla="*/ 49053 w 58149"/>
                    <a:gd name="connsiteY8" fmla="*/ 77153 h 78939"/>
                    <a:gd name="connsiteX9" fmla="*/ 48403 w 58149"/>
                    <a:gd name="connsiteY9" fmla="*/ 67083 h 78939"/>
                    <a:gd name="connsiteX10" fmla="*/ 24527 w 58149"/>
                    <a:gd name="connsiteY10" fmla="*/ 78940 h 78939"/>
                    <a:gd name="connsiteX11" fmla="*/ 0 w 58149"/>
                    <a:gd name="connsiteY11" fmla="*/ 56525 h 78939"/>
                    <a:gd name="connsiteX12" fmla="*/ 14618 w 58149"/>
                    <a:gd name="connsiteY12" fmla="*/ 35084 h 78939"/>
                    <a:gd name="connsiteX13" fmla="*/ 48728 w 58149"/>
                    <a:gd name="connsiteY13" fmla="*/ 31511 h 78939"/>
                    <a:gd name="connsiteX14" fmla="*/ 48728 w 58149"/>
                    <a:gd name="connsiteY14" fmla="*/ 24851 h 78939"/>
                    <a:gd name="connsiteX15" fmla="*/ 26313 w 58149"/>
                    <a:gd name="connsiteY15" fmla="*/ 71306 h 78939"/>
                    <a:gd name="connsiteX16" fmla="*/ 49053 w 58149"/>
                    <a:gd name="connsiteY16" fmla="*/ 38495 h 78939"/>
                    <a:gd name="connsiteX17" fmla="*/ 8771 w 58149"/>
                    <a:gd name="connsiteY17" fmla="*/ 56687 h 78939"/>
                    <a:gd name="connsiteX18" fmla="*/ 26151 w 58149"/>
                    <a:gd name="connsiteY18" fmla="*/ 71306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8149" h="78939">
                      <a:moveTo>
                        <a:pt x="48728" y="24851"/>
                      </a:moveTo>
                      <a:cubicBezTo>
                        <a:pt x="47916" y="11695"/>
                        <a:pt x="40607" y="7472"/>
                        <a:pt x="30536" y="7472"/>
                      </a:cubicBezTo>
                      <a:cubicBezTo>
                        <a:pt x="21440" y="7472"/>
                        <a:pt x="13644" y="10558"/>
                        <a:pt x="12832" y="21116"/>
                      </a:cubicBezTo>
                      <a:lnTo>
                        <a:pt x="2761" y="21116"/>
                      </a:lnTo>
                      <a:cubicBezTo>
                        <a:pt x="3573" y="6660"/>
                        <a:pt x="16568" y="0"/>
                        <a:pt x="30699" y="0"/>
                      </a:cubicBezTo>
                      <a:cubicBezTo>
                        <a:pt x="47429" y="0"/>
                        <a:pt x="57499" y="7634"/>
                        <a:pt x="57175" y="25339"/>
                      </a:cubicBezTo>
                      <a:lnTo>
                        <a:pt x="57175" y="66108"/>
                      </a:lnTo>
                      <a:cubicBezTo>
                        <a:pt x="57175" y="69682"/>
                        <a:pt x="57662" y="75529"/>
                        <a:pt x="58149" y="77153"/>
                      </a:cubicBezTo>
                      <a:lnTo>
                        <a:pt x="49053" y="77153"/>
                      </a:lnTo>
                      <a:lnTo>
                        <a:pt x="48403" y="67083"/>
                      </a:lnTo>
                      <a:cubicBezTo>
                        <a:pt x="45155" y="73742"/>
                        <a:pt x="35247" y="78940"/>
                        <a:pt x="24527" y="78940"/>
                      </a:cubicBezTo>
                      <a:cubicBezTo>
                        <a:pt x="10233" y="78940"/>
                        <a:pt x="0" y="71793"/>
                        <a:pt x="0" y="56525"/>
                      </a:cubicBezTo>
                      <a:cubicBezTo>
                        <a:pt x="0" y="46129"/>
                        <a:pt x="5360" y="38820"/>
                        <a:pt x="14618" y="35084"/>
                      </a:cubicBezTo>
                      <a:cubicBezTo>
                        <a:pt x="24364" y="30536"/>
                        <a:pt x="38171" y="31511"/>
                        <a:pt x="48728" y="31511"/>
                      </a:cubicBezTo>
                      <a:lnTo>
                        <a:pt x="48728" y="24851"/>
                      </a:lnTo>
                      <a:close/>
                      <a:moveTo>
                        <a:pt x="26313" y="71306"/>
                      </a:moveTo>
                      <a:cubicBezTo>
                        <a:pt x="44505" y="71306"/>
                        <a:pt x="49053" y="55388"/>
                        <a:pt x="49053" y="38495"/>
                      </a:cubicBezTo>
                      <a:cubicBezTo>
                        <a:pt x="34922" y="38495"/>
                        <a:pt x="8771" y="36546"/>
                        <a:pt x="8771" y="56687"/>
                      </a:cubicBezTo>
                      <a:cubicBezTo>
                        <a:pt x="8771" y="67570"/>
                        <a:pt x="17380" y="71306"/>
                        <a:pt x="26151" y="7130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9" name="자유형: 도형 138">
                  <a:extLst>
                    <a:ext uri="{FF2B5EF4-FFF2-40B4-BE49-F238E27FC236}">
                      <a16:creationId xmlns:a16="http://schemas.microsoft.com/office/drawing/2014/main" id="{B244F50D-D0FE-9E21-4554-9140FB797DE3}"/>
                    </a:ext>
                  </a:extLst>
                </p:cNvPr>
                <p:cNvSpPr/>
                <p:nvPr/>
              </p:nvSpPr>
              <p:spPr>
                <a:xfrm>
                  <a:off x="1228429" y="2917349"/>
                  <a:ext cx="10070" cy="108501"/>
                </a:xfrm>
                <a:custGeom>
                  <a:avLst/>
                  <a:gdLst>
                    <a:gd name="connsiteX0" fmla="*/ 10071 w 10070"/>
                    <a:gd name="connsiteY0" fmla="*/ 0 h 108501"/>
                    <a:gd name="connsiteX1" fmla="*/ 10071 w 10070"/>
                    <a:gd name="connsiteY1" fmla="*/ 10720 h 108501"/>
                    <a:gd name="connsiteX2" fmla="*/ 0 w 10070"/>
                    <a:gd name="connsiteY2" fmla="*/ 10720 h 108501"/>
                    <a:gd name="connsiteX3" fmla="*/ 0 w 10070"/>
                    <a:gd name="connsiteY3" fmla="*/ 0 h 108501"/>
                    <a:gd name="connsiteX4" fmla="*/ 10071 w 10070"/>
                    <a:gd name="connsiteY4" fmla="*/ 0 h 108501"/>
                    <a:gd name="connsiteX5" fmla="*/ 487 w 10070"/>
                    <a:gd name="connsiteY5" fmla="*/ 32486 h 108501"/>
                    <a:gd name="connsiteX6" fmla="*/ 9421 w 10070"/>
                    <a:gd name="connsiteY6" fmla="*/ 32486 h 108501"/>
                    <a:gd name="connsiteX7" fmla="*/ 9421 w 10070"/>
                    <a:gd name="connsiteY7" fmla="*/ 108502 h 108501"/>
                    <a:gd name="connsiteX8" fmla="*/ 487 w 10070"/>
                    <a:gd name="connsiteY8" fmla="*/ 108502 h 108501"/>
                    <a:gd name="connsiteX9" fmla="*/ 487 w 10070"/>
                    <a:gd name="connsiteY9" fmla="*/ 32486 h 108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70" h="108501">
                      <a:moveTo>
                        <a:pt x="10071" y="0"/>
                      </a:moveTo>
                      <a:lnTo>
                        <a:pt x="10071" y="10720"/>
                      </a:lnTo>
                      <a:lnTo>
                        <a:pt x="0" y="10720"/>
                      </a:lnTo>
                      <a:lnTo>
                        <a:pt x="0" y="0"/>
                      </a:lnTo>
                      <a:lnTo>
                        <a:pt x="10071" y="0"/>
                      </a:lnTo>
                      <a:close/>
                      <a:moveTo>
                        <a:pt x="487" y="32486"/>
                      </a:moveTo>
                      <a:lnTo>
                        <a:pt x="9421" y="32486"/>
                      </a:lnTo>
                      <a:lnTo>
                        <a:pt x="9421" y="108502"/>
                      </a:lnTo>
                      <a:lnTo>
                        <a:pt x="487" y="108502"/>
                      </a:lnTo>
                      <a:lnTo>
                        <a:pt x="487" y="32486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40" name="자유형: 도형 139">
                  <a:extLst>
                    <a:ext uri="{FF2B5EF4-FFF2-40B4-BE49-F238E27FC236}">
                      <a16:creationId xmlns:a16="http://schemas.microsoft.com/office/drawing/2014/main" id="{FF0C61D5-6A25-0FED-C89A-4055013C8494}"/>
                    </a:ext>
                  </a:extLst>
                </p:cNvPr>
                <p:cNvSpPr/>
                <p:nvPr/>
              </p:nvSpPr>
              <p:spPr>
                <a:xfrm>
                  <a:off x="1263026" y="2914425"/>
                  <a:ext cx="8933" cy="111425"/>
                </a:xfrm>
                <a:custGeom>
                  <a:avLst/>
                  <a:gdLst>
                    <a:gd name="connsiteX0" fmla="*/ 8934 w 8933"/>
                    <a:gd name="connsiteY0" fmla="*/ 111425 h 111425"/>
                    <a:gd name="connsiteX1" fmla="*/ 0 w 8933"/>
                    <a:gd name="connsiteY1" fmla="*/ 111425 h 111425"/>
                    <a:gd name="connsiteX2" fmla="*/ 0 w 8933"/>
                    <a:gd name="connsiteY2" fmla="*/ 0 h 111425"/>
                    <a:gd name="connsiteX3" fmla="*/ 8934 w 8933"/>
                    <a:gd name="connsiteY3" fmla="*/ 0 h 111425"/>
                    <a:gd name="connsiteX4" fmla="*/ 8934 w 8933"/>
                    <a:gd name="connsiteY4" fmla="*/ 111425 h 111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33" h="111425">
                      <a:moveTo>
                        <a:pt x="8934" y="111425"/>
                      </a:moveTo>
                      <a:lnTo>
                        <a:pt x="0" y="111425"/>
                      </a:lnTo>
                      <a:lnTo>
                        <a:pt x="0" y="0"/>
                      </a:lnTo>
                      <a:lnTo>
                        <a:pt x="8934" y="0"/>
                      </a:lnTo>
                      <a:lnTo>
                        <a:pt x="8934" y="11142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41" name="그래픽 17">
                <a:extLst>
                  <a:ext uri="{FF2B5EF4-FFF2-40B4-BE49-F238E27FC236}">
                    <a16:creationId xmlns:a16="http://schemas.microsoft.com/office/drawing/2014/main" id="{BDFCC701-D0A2-8635-FC7A-467D333BF93E}"/>
                  </a:ext>
                </a:extLst>
              </p:cNvPr>
              <p:cNvGrpSpPr/>
              <p:nvPr/>
            </p:nvGrpSpPr>
            <p:grpSpPr>
              <a:xfrm>
                <a:off x="1826836" y="2482043"/>
                <a:ext cx="3524031" cy="572070"/>
                <a:chOff x="2168885" y="2482043"/>
                <a:chExt cx="3524031" cy="572070"/>
              </a:xfrm>
              <a:solidFill>
                <a:schemeClr val="tx2"/>
              </a:solidFill>
            </p:grpSpPr>
            <p:sp>
              <p:nvSpPr>
                <p:cNvPr id="142" name="자유형: 도형 141">
                  <a:extLst>
                    <a:ext uri="{FF2B5EF4-FFF2-40B4-BE49-F238E27FC236}">
                      <a16:creationId xmlns:a16="http://schemas.microsoft.com/office/drawing/2014/main" id="{541D3626-EC77-BEBC-1574-C19CA7E0C958}"/>
                    </a:ext>
                  </a:extLst>
                </p:cNvPr>
                <p:cNvSpPr/>
                <p:nvPr/>
              </p:nvSpPr>
              <p:spPr>
                <a:xfrm>
                  <a:off x="2168885" y="2517939"/>
                  <a:ext cx="114836" cy="74554"/>
                </a:xfrm>
                <a:custGeom>
                  <a:avLst/>
                  <a:gdLst>
                    <a:gd name="connsiteX0" fmla="*/ 51165 w 114836"/>
                    <a:gd name="connsiteY0" fmla="*/ 2112 h 74554"/>
                    <a:gd name="connsiteX1" fmla="*/ 54088 w 114836"/>
                    <a:gd name="connsiteY1" fmla="*/ 0 h 74554"/>
                    <a:gd name="connsiteX2" fmla="*/ 59936 w 114836"/>
                    <a:gd name="connsiteY2" fmla="*/ 0 h 74554"/>
                    <a:gd name="connsiteX3" fmla="*/ 62860 w 114836"/>
                    <a:gd name="connsiteY3" fmla="*/ 2112 h 74554"/>
                    <a:gd name="connsiteX4" fmla="*/ 82188 w 114836"/>
                    <a:gd name="connsiteY4" fmla="*/ 67408 h 74554"/>
                    <a:gd name="connsiteX5" fmla="*/ 105253 w 114836"/>
                    <a:gd name="connsiteY5" fmla="*/ 0 h 74554"/>
                    <a:gd name="connsiteX6" fmla="*/ 114836 w 114836"/>
                    <a:gd name="connsiteY6" fmla="*/ 0 h 74554"/>
                    <a:gd name="connsiteX7" fmla="*/ 88198 w 114836"/>
                    <a:gd name="connsiteY7" fmla="*/ 72443 h 74554"/>
                    <a:gd name="connsiteX8" fmla="*/ 85275 w 114836"/>
                    <a:gd name="connsiteY8" fmla="*/ 74554 h 74554"/>
                    <a:gd name="connsiteX9" fmla="*/ 79427 w 114836"/>
                    <a:gd name="connsiteY9" fmla="*/ 74554 h 74554"/>
                    <a:gd name="connsiteX10" fmla="*/ 76503 w 114836"/>
                    <a:gd name="connsiteY10" fmla="*/ 72443 h 74554"/>
                    <a:gd name="connsiteX11" fmla="*/ 57012 w 114836"/>
                    <a:gd name="connsiteY11" fmla="*/ 6822 h 74554"/>
                    <a:gd name="connsiteX12" fmla="*/ 37358 w 114836"/>
                    <a:gd name="connsiteY12" fmla="*/ 72443 h 74554"/>
                    <a:gd name="connsiteX13" fmla="*/ 34435 w 114836"/>
                    <a:gd name="connsiteY13" fmla="*/ 74554 h 74554"/>
                    <a:gd name="connsiteX14" fmla="*/ 28587 w 114836"/>
                    <a:gd name="connsiteY14" fmla="*/ 74554 h 74554"/>
                    <a:gd name="connsiteX15" fmla="*/ 25664 w 114836"/>
                    <a:gd name="connsiteY15" fmla="*/ 72443 h 74554"/>
                    <a:gd name="connsiteX16" fmla="*/ 0 w 114836"/>
                    <a:gd name="connsiteY16" fmla="*/ 0 h 74554"/>
                    <a:gd name="connsiteX17" fmla="*/ 9421 w 114836"/>
                    <a:gd name="connsiteY17" fmla="*/ 0 h 74554"/>
                    <a:gd name="connsiteX18" fmla="*/ 31673 w 114836"/>
                    <a:gd name="connsiteY18" fmla="*/ 67408 h 74554"/>
                    <a:gd name="connsiteX19" fmla="*/ 51165 w 114836"/>
                    <a:gd name="connsiteY19" fmla="*/ 2112 h 74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14836" h="74554">
                      <a:moveTo>
                        <a:pt x="51165" y="2112"/>
                      </a:moveTo>
                      <a:cubicBezTo>
                        <a:pt x="51814" y="812"/>
                        <a:pt x="52302" y="0"/>
                        <a:pt x="54088" y="0"/>
                      </a:cubicBezTo>
                      <a:lnTo>
                        <a:pt x="59936" y="0"/>
                      </a:lnTo>
                      <a:cubicBezTo>
                        <a:pt x="61722" y="0"/>
                        <a:pt x="62210" y="650"/>
                        <a:pt x="62860" y="2112"/>
                      </a:cubicBezTo>
                      <a:lnTo>
                        <a:pt x="82188" y="67408"/>
                      </a:lnTo>
                      <a:lnTo>
                        <a:pt x="105253" y="0"/>
                      </a:lnTo>
                      <a:lnTo>
                        <a:pt x="114836" y="0"/>
                      </a:lnTo>
                      <a:lnTo>
                        <a:pt x="88198" y="72443"/>
                      </a:lnTo>
                      <a:cubicBezTo>
                        <a:pt x="87549" y="73742"/>
                        <a:pt x="87061" y="74554"/>
                        <a:pt x="85275" y="74554"/>
                      </a:cubicBezTo>
                      <a:lnTo>
                        <a:pt x="79427" y="74554"/>
                      </a:lnTo>
                      <a:cubicBezTo>
                        <a:pt x="77640" y="74554"/>
                        <a:pt x="77153" y="73905"/>
                        <a:pt x="76503" y="72443"/>
                      </a:cubicBezTo>
                      <a:lnTo>
                        <a:pt x="57012" y="6822"/>
                      </a:lnTo>
                      <a:lnTo>
                        <a:pt x="37358" y="72443"/>
                      </a:lnTo>
                      <a:cubicBezTo>
                        <a:pt x="36709" y="73742"/>
                        <a:pt x="36221" y="74554"/>
                        <a:pt x="34435" y="74554"/>
                      </a:cubicBezTo>
                      <a:lnTo>
                        <a:pt x="28587" y="74554"/>
                      </a:lnTo>
                      <a:cubicBezTo>
                        <a:pt x="26801" y="74554"/>
                        <a:pt x="26313" y="73905"/>
                        <a:pt x="25664" y="72443"/>
                      </a:cubicBezTo>
                      <a:lnTo>
                        <a:pt x="0" y="0"/>
                      </a:lnTo>
                      <a:lnTo>
                        <a:pt x="9421" y="0"/>
                      </a:lnTo>
                      <a:lnTo>
                        <a:pt x="31673" y="67408"/>
                      </a:lnTo>
                      <a:lnTo>
                        <a:pt x="51165" y="211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43" name="자유형: 도형 142">
                  <a:extLst>
                    <a:ext uri="{FF2B5EF4-FFF2-40B4-BE49-F238E27FC236}">
                      <a16:creationId xmlns:a16="http://schemas.microsoft.com/office/drawing/2014/main" id="{F7E3A535-9970-308C-6E10-C1E4105590CE}"/>
                    </a:ext>
                  </a:extLst>
                </p:cNvPr>
                <p:cNvSpPr/>
                <p:nvPr/>
              </p:nvSpPr>
              <p:spPr>
                <a:xfrm>
                  <a:off x="2286158" y="2517939"/>
                  <a:ext cx="114673" cy="74554"/>
                </a:xfrm>
                <a:custGeom>
                  <a:avLst/>
                  <a:gdLst>
                    <a:gd name="connsiteX0" fmla="*/ 51165 w 114673"/>
                    <a:gd name="connsiteY0" fmla="*/ 2112 h 74554"/>
                    <a:gd name="connsiteX1" fmla="*/ 54088 w 114673"/>
                    <a:gd name="connsiteY1" fmla="*/ 0 h 74554"/>
                    <a:gd name="connsiteX2" fmla="*/ 59936 w 114673"/>
                    <a:gd name="connsiteY2" fmla="*/ 0 h 74554"/>
                    <a:gd name="connsiteX3" fmla="*/ 62859 w 114673"/>
                    <a:gd name="connsiteY3" fmla="*/ 2112 h 74554"/>
                    <a:gd name="connsiteX4" fmla="*/ 82188 w 114673"/>
                    <a:gd name="connsiteY4" fmla="*/ 67408 h 74554"/>
                    <a:gd name="connsiteX5" fmla="*/ 105253 w 114673"/>
                    <a:gd name="connsiteY5" fmla="*/ 0 h 74554"/>
                    <a:gd name="connsiteX6" fmla="*/ 114674 w 114673"/>
                    <a:gd name="connsiteY6" fmla="*/ 0 h 74554"/>
                    <a:gd name="connsiteX7" fmla="*/ 88036 w 114673"/>
                    <a:gd name="connsiteY7" fmla="*/ 72443 h 74554"/>
                    <a:gd name="connsiteX8" fmla="*/ 85112 w 114673"/>
                    <a:gd name="connsiteY8" fmla="*/ 74554 h 74554"/>
                    <a:gd name="connsiteX9" fmla="*/ 79265 w 114673"/>
                    <a:gd name="connsiteY9" fmla="*/ 74554 h 74554"/>
                    <a:gd name="connsiteX10" fmla="*/ 76341 w 114673"/>
                    <a:gd name="connsiteY10" fmla="*/ 72443 h 74554"/>
                    <a:gd name="connsiteX11" fmla="*/ 56850 w 114673"/>
                    <a:gd name="connsiteY11" fmla="*/ 6822 h 74554"/>
                    <a:gd name="connsiteX12" fmla="*/ 37196 w 114673"/>
                    <a:gd name="connsiteY12" fmla="*/ 72443 h 74554"/>
                    <a:gd name="connsiteX13" fmla="*/ 34272 w 114673"/>
                    <a:gd name="connsiteY13" fmla="*/ 74554 h 74554"/>
                    <a:gd name="connsiteX14" fmla="*/ 28425 w 114673"/>
                    <a:gd name="connsiteY14" fmla="*/ 74554 h 74554"/>
                    <a:gd name="connsiteX15" fmla="*/ 25501 w 114673"/>
                    <a:gd name="connsiteY15" fmla="*/ 72443 h 74554"/>
                    <a:gd name="connsiteX16" fmla="*/ 0 w 114673"/>
                    <a:gd name="connsiteY16" fmla="*/ 0 h 74554"/>
                    <a:gd name="connsiteX17" fmla="*/ 9421 w 114673"/>
                    <a:gd name="connsiteY17" fmla="*/ 0 h 74554"/>
                    <a:gd name="connsiteX18" fmla="*/ 31673 w 114673"/>
                    <a:gd name="connsiteY18" fmla="*/ 67408 h 74554"/>
                    <a:gd name="connsiteX19" fmla="*/ 51165 w 114673"/>
                    <a:gd name="connsiteY19" fmla="*/ 2112 h 74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14673" h="74554">
                      <a:moveTo>
                        <a:pt x="51165" y="2112"/>
                      </a:moveTo>
                      <a:cubicBezTo>
                        <a:pt x="51814" y="812"/>
                        <a:pt x="52302" y="0"/>
                        <a:pt x="54088" y="0"/>
                      </a:cubicBezTo>
                      <a:lnTo>
                        <a:pt x="59936" y="0"/>
                      </a:lnTo>
                      <a:cubicBezTo>
                        <a:pt x="61722" y="0"/>
                        <a:pt x="62210" y="650"/>
                        <a:pt x="62859" y="2112"/>
                      </a:cubicBezTo>
                      <a:lnTo>
                        <a:pt x="82188" y="67408"/>
                      </a:lnTo>
                      <a:lnTo>
                        <a:pt x="105253" y="0"/>
                      </a:lnTo>
                      <a:lnTo>
                        <a:pt x="114674" y="0"/>
                      </a:lnTo>
                      <a:lnTo>
                        <a:pt x="88036" y="72443"/>
                      </a:lnTo>
                      <a:cubicBezTo>
                        <a:pt x="87386" y="73742"/>
                        <a:pt x="86899" y="74554"/>
                        <a:pt x="85112" y="74554"/>
                      </a:cubicBezTo>
                      <a:lnTo>
                        <a:pt x="79265" y="74554"/>
                      </a:lnTo>
                      <a:cubicBezTo>
                        <a:pt x="77478" y="74554"/>
                        <a:pt x="76991" y="73905"/>
                        <a:pt x="76341" y="72443"/>
                      </a:cubicBezTo>
                      <a:lnTo>
                        <a:pt x="56850" y="6822"/>
                      </a:lnTo>
                      <a:lnTo>
                        <a:pt x="37196" y="72443"/>
                      </a:lnTo>
                      <a:cubicBezTo>
                        <a:pt x="36546" y="73742"/>
                        <a:pt x="36059" y="74554"/>
                        <a:pt x="34272" y="74554"/>
                      </a:cubicBezTo>
                      <a:lnTo>
                        <a:pt x="28425" y="74554"/>
                      </a:lnTo>
                      <a:cubicBezTo>
                        <a:pt x="26638" y="74554"/>
                        <a:pt x="26151" y="73905"/>
                        <a:pt x="25501" y="72443"/>
                      </a:cubicBezTo>
                      <a:lnTo>
                        <a:pt x="0" y="0"/>
                      </a:lnTo>
                      <a:lnTo>
                        <a:pt x="9421" y="0"/>
                      </a:lnTo>
                      <a:lnTo>
                        <a:pt x="31673" y="67408"/>
                      </a:lnTo>
                      <a:lnTo>
                        <a:pt x="51165" y="211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44" name="자유형: 도형 143">
                  <a:extLst>
                    <a:ext uri="{FF2B5EF4-FFF2-40B4-BE49-F238E27FC236}">
                      <a16:creationId xmlns:a16="http://schemas.microsoft.com/office/drawing/2014/main" id="{85091846-BB08-0894-05A3-8EA145FBBDD1}"/>
                    </a:ext>
                  </a:extLst>
                </p:cNvPr>
                <p:cNvSpPr/>
                <p:nvPr/>
              </p:nvSpPr>
              <p:spPr>
                <a:xfrm>
                  <a:off x="2403268" y="2517939"/>
                  <a:ext cx="114836" cy="74554"/>
                </a:xfrm>
                <a:custGeom>
                  <a:avLst/>
                  <a:gdLst>
                    <a:gd name="connsiteX0" fmla="*/ 51165 w 114836"/>
                    <a:gd name="connsiteY0" fmla="*/ 2112 h 74554"/>
                    <a:gd name="connsiteX1" fmla="*/ 54088 w 114836"/>
                    <a:gd name="connsiteY1" fmla="*/ 0 h 74554"/>
                    <a:gd name="connsiteX2" fmla="*/ 59936 w 114836"/>
                    <a:gd name="connsiteY2" fmla="*/ 0 h 74554"/>
                    <a:gd name="connsiteX3" fmla="*/ 62859 w 114836"/>
                    <a:gd name="connsiteY3" fmla="*/ 2112 h 74554"/>
                    <a:gd name="connsiteX4" fmla="*/ 82188 w 114836"/>
                    <a:gd name="connsiteY4" fmla="*/ 67408 h 74554"/>
                    <a:gd name="connsiteX5" fmla="*/ 105253 w 114836"/>
                    <a:gd name="connsiteY5" fmla="*/ 0 h 74554"/>
                    <a:gd name="connsiteX6" fmla="*/ 114836 w 114836"/>
                    <a:gd name="connsiteY6" fmla="*/ 0 h 74554"/>
                    <a:gd name="connsiteX7" fmla="*/ 88198 w 114836"/>
                    <a:gd name="connsiteY7" fmla="*/ 72443 h 74554"/>
                    <a:gd name="connsiteX8" fmla="*/ 85275 w 114836"/>
                    <a:gd name="connsiteY8" fmla="*/ 74554 h 74554"/>
                    <a:gd name="connsiteX9" fmla="*/ 79427 w 114836"/>
                    <a:gd name="connsiteY9" fmla="*/ 74554 h 74554"/>
                    <a:gd name="connsiteX10" fmla="*/ 76503 w 114836"/>
                    <a:gd name="connsiteY10" fmla="*/ 72443 h 74554"/>
                    <a:gd name="connsiteX11" fmla="*/ 57012 w 114836"/>
                    <a:gd name="connsiteY11" fmla="*/ 6822 h 74554"/>
                    <a:gd name="connsiteX12" fmla="*/ 37358 w 114836"/>
                    <a:gd name="connsiteY12" fmla="*/ 72443 h 74554"/>
                    <a:gd name="connsiteX13" fmla="*/ 34435 w 114836"/>
                    <a:gd name="connsiteY13" fmla="*/ 74554 h 74554"/>
                    <a:gd name="connsiteX14" fmla="*/ 28587 w 114836"/>
                    <a:gd name="connsiteY14" fmla="*/ 74554 h 74554"/>
                    <a:gd name="connsiteX15" fmla="*/ 25664 w 114836"/>
                    <a:gd name="connsiteY15" fmla="*/ 72443 h 74554"/>
                    <a:gd name="connsiteX16" fmla="*/ 0 w 114836"/>
                    <a:gd name="connsiteY16" fmla="*/ 0 h 74554"/>
                    <a:gd name="connsiteX17" fmla="*/ 9421 w 114836"/>
                    <a:gd name="connsiteY17" fmla="*/ 0 h 74554"/>
                    <a:gd name="connsiteX18" fmla="*/ 31673 w 114836"/>
                    <a:gd name="connsiteY18" fmla="*/ 67408 h 74554"/>
                    <a:gd name="connsiteX19" fmla="*/ 51165 w 114836"/>
                    <a:gd name="connsiteY19" fmla="*/ 2112 h 74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14836" h="74554">
                      <a:moveTo>
                        <a:pt x="51165" y="2112"/>
                      </a:moveTo>
                      <a:cubicBezTo>
                        <a:pt x="51814" y="812"/>
                        <a:pt x="52302" y="0"/>
                        <a:pt x="54088" y="0"/>
                      </a:cubicBezTo>
                      <a:lnTo>
                        <a:pt x="59936" y="0"/>
                      </a:lnTo>
                      <a:cubicBezTo>
                        <a:pt x="61722" y="0"/>
                        <a:pt x="62210" y="650"/>
                        <a:pt x="62859" y="2112"/>
                      </a:cubicBezTo>
                      <a:lnTo>
                        <a:pt x="82188" y="67408"/>
                      </a:lnTo>
                      <a:lnTo>
                        <a:pt x="105253" y="0"/>
                      </a:lnTo>
                      <a:lnTo>
                        <a:pt x="114836" y="0"/>
                      </a:lnTo>
                      <a:lnTo>
                        <a:pt x="88198" y="72443"/>
                      </a:lnTo>
                      <a:cubicBezTo>
                        <a:pt x="87549" y="73742"/>
                        <a:pt x="87061" y="74554"/>
                        <a:pt x="85275" y="74554"/>
                      </a:cubicBezTo>
                      <a:lnTo>
                        <a:pt x="79427" y="74554"/>
                      </a:lnTo>
                      <a:cubicBezTo>
                        <a:pt x="77640" y="74554"/>
                        <a:pt x="77153" y="73905"/>
                        <a:pt x="76503" y="72443"/>
                      </a:cubicBezTo>
                      <a:lnTo>
                        <a:pt x="57012" y="6822"/>
                      </a:lnTo>
                      <a:lnTo>
                        <a:pt x="37358" y="72443"/>
                      </a:lnTo>
                      <a:cubicBezTo>
                        <a:pt x="36709" y="73742"/>
                        <a:pt x="36221" y="74554"/>
                        <a:pt x="34435" y="74554"/>
                      </a:cubicBezTo>
                      <a:lnTo>
                        <a:pt x="28587" y="74554"/>
                      </a:lnTo>
                      <a:cubicBezTo>
                        <a:pt x="26801" y="74554"/>
                        <a:pt x="26313" y="73905"/>
                        <a:pt x="25664" y="72443"/>
                      </a:cubicBezTo>
                      <a:lnTo>
                        <a:pt x="0" y="0"/>
                      </a:lnTo>
                      <a:lnTo>
                        <a:pt x="9421" y="0"/>
                      </a:lnTo>
                      <a:lnTo>
                        <a:pt x="31673" y="67408"/>
                      </a:lnTo>
                      <a:lnTo>
                        <a:pt x="51165" y="211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45" name="자유형: 도형 144">
                  <a:extLst>
                    <a:ext uri="{FF2B5EF4-FFF2-40B4-BE49-F238E27FC236}">
                      <a16:creationId xmlns:a16="http://schemas.microsoft.com/office/drawing/2014/main" id="{CB036BA2-CF74-C978-D64E-5F5C3B8404F4}"/>
                    </a:ext>
                  </a:extLst>
                </p:cNvPr>
                <p:cNvSpPr/>
                <p:nvPr/>
              </p:nvSpPr>
              <p:spPr>
                <a:xfrm>
                  <a:off x="2533211" y="2580961"/>
                  <a:ext cx="12669" cy="13156"/>
                </a:xfrm>
                <a:custGeom>
                  <a:avLst/>
                  <a:gdLst>
                    <a:gd name="connsiteX0" fmla="*/ 12669 w 12669"/>
                    <a:gd name="connsiteY0" fmla="*/ 13157 h 13156"/>
                    <a:gd name="connsiteX1" fmla="*/ 0 w 12669"/>
                    <a:gd name="connsiteY1" fmla="*/ 13157 h 13156"/>
                    <a:gd name="connsiteX2" fmla="*/ 0 w 12669"/>
                    <a:gd name="connsiteY2" fmla="*/ 0 h 13156"/>
                    <a:gd name="connsiteX3" fmla="*/ 12669 w 12669"/>
                    <a:gd name="connsiteY3" fmla="*/ 0 h 13156"/>
                    <a:gd name="connsiteX4" fmla="*/ 12669 w 12669"/>
                    <a:gd name="connsiteY4" fmla="*/ 13157 h 13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669" h="13156">
                      <a:moveTo>
                        <a:pt x="12669" y="13157"/>
                      </a:moveTo>
                      <a:lnTo>
                        <a:pt x="0" y="13157"/>
                      </a:lnTo>
                      <a:lnTo>
                        <a:pt x="0" y="0"/>
                      </a:lnTo>
                      <a:lnTo>
                        <a:pt x="12669" y="0"/>
                      </a:lnTo>
                      <a:lnTo>
                        <a:pt x="12669" y="13157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46" name="자유형: 도형 145">
                  <a:extLst>
                    <a:ext uri="{FF2B5EF4-FFF2-40B4-BE49-F238E27FC236}">
                      <a16:creationId xmlns:a16="http://schemas.microsoft.com/office/drawing/2014/main" id="{C9FFB455-1B30-13CE-2562-A1E1DBF5C0B5}"/>
                    </a:ext>
                  </a:extLst>
                </p:cNvPr>
                <p:cNvSpPr/>
                <p:nvPr/>
              </p:nvSpPr>
              <p:spPr>
                <a:xfrm>
                  <a:off x="2569270" y="2515665"/>
                  <a:ext cx="62047" cy="78939"/>
                </a:xfrm>
                <a:custGeom>
                  <a:avLst/>
                  <a:gdLst>
                    <a:gd name="connsiteX0" fmla="*/ 53114 w 62047"/>
                    <a:gd name="connsiteY0" fmla="*/ 25501 h 78939"/>
                    <a:gd name="connsiteX1" fmla="*/ 31998 w 62047"/>
                    <a:gd name="connsiteY1" fmla="*/ 7797 h 78939"/>
                    <a:gd name="connsiteX2" fmla="*/ 8933 w 62047"/>
                    <a:gd name="connsiteY2" fmla="*/ 39470 h 78939"/>
                    <a:gd name="connsiteX3" fmla="*/ 31998 w 62047"/>
                    <a:gd name="connsiteY3" fmla="*/ 71306 h 78939"/>
                    <a:gd name="connsiteX4" fmla="*/ 52951 w 62047"/>
                    <a:gd name="connsiteY4" fmla="*/ 53276 h 78939"/>
                    <a:gd name="connsiteX5" fmla="*/ 62047 w 62047"/>
                    <a:gd name="connsiteY5" fmla="*/ 53276 h 78939"/>
                    <a:gd name="connsiteX6" fmla="*/ 32323 w 62047"/>
                    <a:gd name="connsiteY6" fmla="*/ 78940 h 78939"/>
                    <a:gd name="connsiteX7" fmla="*/ 0 w 62047"/>
                    <a:gd name="connsiteY7" fmla="*/ 39470 h 78939"/>
                    <a:gd name="connsiteX8" fmla="*/ 33135 w 62047"/>
                    <a:gd name="connsiteY8" fmla="*/ 0 h 78939"/>
                    <a:gd name="connsiteX9" fmla="*/ 62047 w 62047"/>
                    <a:gd name="connsiteY9" fmla="*/ 25339 h 78939"/>
                    <a:gd name="connsiteX10" fmla="*/ 53114 w 62047"/>
                    <a:gd name="connsiteY10" fmla="*/ 25339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2047" h="78939">
                      <a:moveTo>
                        <a:pt x="53114" y="25501"/>
                      </a:moveTo>
                      <a:cubicBezTo>
                        <a:pt x="52464" y="13644"/>
                        <a:pt x="44180" y="7797"/>
                        <a:pt x="31998" y="7797"/>
                      </a:cubicBezTo>
                      <a:cubicBezTo>
                        <a:pt x="19004" y="7797"/>
                        <a:pt x="8933" y="21765"/>
                        <a:pt x="8933" y="39470"/>
                      </a:cubicBezTo>
                      <a:cubicBezTo>
                        <a:pt x="8933" y="57175"/>
                        <a:pt x="19004" y="71306"/>
                        <a:pt x="31998" y="71306"/>
                      </a:cubicBezTo>
                      <a:cubicBezTo>
                        <a:pt x="43368" y="71306"/>
                        <a:pt x="51652" y="65296"/>
                        <a:pt x="52951" y="53276"/>
                      </a:cubicBezTo>
                      <a:lnTo>
                        <a:pt x="62047" y="53276"/>
                      </a:lnTo>
                      <a:cubicBezTo>
                        <a:pt x="59611" y="70331"/>
                        <a:pt x="48241" y="78940"/>
                        <a:pt x="32323" y="78940"/>
                      </a:cubicBezTo>
                      <a:cubicBezTo>
                        <a:pt x="10395" y="78940"/>
                        <a:pt x="0" y="60586"/>
                        <a:pt x="0" y="39470"/>
                      </a:cubicBezTo>
                      <a:cubicBezTo>
                        <a:pt x="0" y="18354"/>
                        <a:pt x="11045" y="0"/>
                        <a:pt x="33135" y="0"/>
                      </a:cubicBezTo>
                      <a:cubicBezTo>
                        <a:pt x="48566" y="0"/>
                        <a:pt x="61235" y="9421"/>
                        <a:pt x="62047" y="25339"/>
                      </a:cubicBezTo>
                      <a:lnTo>
                        <a:pt x="53114" y="25339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47" name="자유형: 도형 146">
                  <a:extLst>
                    <a:ext uri="{FF2B5EF4-FFF2-40B4-BE49-F238E27FC236}">
                      <a16:creationId xmlns:a16="http://schemas.microsoft.com/office/drawing/2014/main" id="{6F40BAB0-C5A4-DD03-7BF4-4B4CA2F6E3F0}"/>
                    </a:ext>
                  </a:extLst>
                </p:cNvPr>
                <p:cNvSpPr/>
                <p:nvPr/>
              </p:nvSpPr>
              <p:spPr>
                <a:xfrm>
                  <a:off x="2648697" y="2515665"/>
                  <a:ext cx="102491" cy="77478"/>
                </a:xfrm>
                <a:custGeom>
                  <a:avLst/>
                  <a:gdLst>
                    <a:gd name="connsiteX0" fmla="*/ 76828 w 102491"/>
                    <a:gd name="connsiteY0" fmla="*/ 162 h 77478"/>
                    <a:gd name="connsiteX1" fmla="*/ 102492 w 102491"/>
                    <a:gd name="connsiteY1" fmla="*/ 27288 h 77478"/>
                    <a:gd name="connsiteX2" fmla="*/ 102492 w 102491"/>
                    <a:gd name="connsiteY2" fmla="*/ 77478 h 77478"/>
                    <a:gd name="connsiteX3" fmla="*/ 93883 w 102491"/>
                    <a:gd name="connsiteY3" fmla="*/ 77478 h 77478"/>
                    <a:gd name="connsiteX4" fmla="*/ 93883 w 102491"/>
                    <a:gd name="connsiteY4" fmla="*/ 30049 h 77478"/>
                    <a:gd name="connsiteX5" fmla="*/ 75691 w 102491"/>
                    <a:gd name="connsiteY5" fmla="*/ 7634 h 77478"/>
                    <a:gd name="connsiteX6" fmla="*/ 55713 w 102491"/>
                    <a:gd name="connsiteY6" fmla="*/ 28750 h 77478"/>
                    <a:gd name="connsiteX7" fmla="*/ 55713 w 102491"/>
                    <a:gd name="connsiteY7" fmla="*/ 77316 h 77478"/>
                    <a:gd name="connsiteX8" fmla="*/ 47104 w 102491"/>
                    <a:gd name="connsiteY8" fmla="*/ 77316 h 77478"/>
                    <a:gd name="connsiteX9" fmla="*/ 47104 w 102491"/>
                    <a:gd name="connsiteY9" fmla="*/ 29887 h 77478"/>
                    <a:gd name="connsiteX10" fmla="*/ 29237 w 102491"/>
                    <a:gd name="connsiteY10" fmla="*/ 7472 h 77478"/>
                    <a:gd name="connsiteX11" fmla="*/ 8609 w 102491"/>
                    <a:gd name="connsiteY11" fmla="*/ 32810 h 77478"/>
                    <a:gd name="connsiteX12" fmla="*/ 8609 w 102491"/>
                    <a:gd name="connsiteY12" fmla="*/ 77316 h 77478"/>
                    <a:gd name="connsiteX13" fmla="*/ 0 w 102491"/>
                    <a:gd name="connsiteY13" fmla="*/ 77316 h 77478"/>
                    <a:gd name="connsiteX14" fmla="*/ 0 w 102491"/>
                    <a:gd name="connsiteY14" fmla="*/ 2436 h 77478"/>
                    <a:gd name="connsiteX15" fmla="*/ 9258 w 102491"/>
                    <a:gd name="connsiteY15" fmla="*/ 2436 h 77478"/>
                    <a:gd name="connsiteX16" fmla="*/ 8771 w 102491"/>
                    <a:gd name="connsiteY16" fmla="*/ 13806 h 77478"/>
                    <a:gd name="connsiteX17" fmla="*/ 31836 w 102491"/>
                    <a:gd name="connsiteY17" fmla="*/ 0 h 77478"/>
                    <a:gd name="connsiteX18" fmla="*/ 53926 w 102491"/>
                    <a:gd name="connsiteY18" fmla="*/ 15431 h 77478"/>
                    <a:gd name="connsiteX19" fmla="*/ 76828 w 102491"/>
                    <a:gd name="connsiteY19" fmla="*/ 0 h 774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02491" h="77478">
                      <a:moveTo>
                        <a:pt x="76828" y="162"/>
                      </a:moveTo>
                      <a:cubicBezTo>
                        <a:pt x="92746" y="162"/>
                        <a:pt x="102492" y="9421"/>
                        <a:pt x="102492" y="27288"/>
                      </a:cubicBezTo>
                      <a:lnTo>
                        <a:pt x="102492" y="77478"/>
                      </a:lnTo>
                      <a:lnTo>
                        <a:pt x="93883" y="77478"/>
                      </a:lnTo>
                      <a:lnTo>
                        <a:pt x="93883" y="30049"/>
                      </a:lnTo>
                      <a:cubicBezTo>
                        <a:pt x="93883" y="15268"/>
                        <a:pt x="88686" y="7634"/>
                        <a:pt x="75691" y="7634"/>
                      </a:cubicBezTo>
                      <a:cubicBezTo>
                        <a:pt x="66920" y="7634"/>
                        <a:pt x="57175" y="14943"/>
                        <a:pt x="55713" y="28750"/>
                      </a:cubicBezTo>
                      <a:lnTo>
                        <a:pt x="55713" y="77316"/>
                      </a:lnTo>
                      <a:lnTo>
                        <a:pt x="47104" y="77316"/>
                      </a:lnTo>
                      <a:lnTo>
                        <a:pt x="47104" y="29887"/>
                      </a:lnTo>
                      <a:cubicBezTo>
                        <a:pt x="47104" y="15106"/>
                        <a:pt x="41906" y="7472"/>
                        <a:pt x="29237" y="7472"/>
                      </a:cubicBezTo>
                      <a:cubicBezTo>
                        <a:pt x="19166" y="7472"/>
                        <a:pt x="8609" y="16568"/>
                        <a:pt x="8609" y="32810"/>
                      </a:cubicBezTo>
                      <a:lnTo>
                        <a:pt x="8609" y="77316"/>
                      </a:lnTo>
                      <a:lnTo>
                        <a:pt x="0" y="77316"/>
                      </a:lnTo>
                      <a:lnTo>
                        <a:pt x="0" y="2436"/>
                      </a:lnTo>
                      <a:lnTo>
                        <a:pt x="9258" y="2436"/>
                      </a:lnTo>
                      <a:lnTo>
                        <a:pt x="8771" y="13806"/>
                      </a:lnTo>
                      <a:cubicBezTo>
                        <a:pt x="12669" y="5847"/>
                        <a:pt x="21440" y="0"/>
                        <a:pt x="31836" y="0"/>
                      </a:cubicBezTo>
                      <a:cubicBezTo>
                        <a:pt x="42718" y="0"/>
                        <a:pt x="50028" y="4223"/>
                        <a:pt x="53926" y="15431"/>
                      </a:cubicBezTo>
                      <a:cubicBezTo>
                        <a:pt x="57824" y="6010"/>
                        <a:pt x="66433" y="0"/>
                        <a:pt x="76828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48" name="자유형: 도형 147">
                  <a:extLst>
                    <a:ext uri="{FF2B5EF4-FFF2-40B4-BE49-F238E27FC236}">
                      <a16:creationId xmlns:a16="http://schemas.microsoft.com/office/drawing/2014/main" id="{462A2189-2279-1FF2-A7C2-E8AB8545C672}"/>
                    </a:ext>
                  </a:extLst>
                </p:cNvPr>
                <p:cNvSpPr/>
                <p:nvPr/>
              </p:nvSpPr>
              <p:spPr>
                <a:xfrm>
                  <a:off x="2774416" y="2515665"/>
                  <a:ext cx="66595" cy="78939"/>
                </a:xfrm>
                <a:custGeom>
                  <a:avLst/>
                  <a:gdLst>
                    <a:gd name="connsiteX0" fmla="*/ 63834 w 66595"/>
                    <a:gd name="connsiteY0" fmla="*/ 41257 h 78939"/>
                    <a:gd name="connsiteX1" fmla="*/ 8934 w 66595"/>
                    <a:gd name="connsiteY1" fmla="*/ 41257 h 78939"/>
                    <a:gd name="connsiteX2" fmla="*/ 34922 w 66595"/>
                    <a:gd name="connsiteY2" fmla="*/ 71468 h 78939"/>
                    <a:gd name="connsiteX3" fmla="*/ 56038 w 66595"/>
                    <a:gd name="connsiteY3" fmla="*/ 53276 h 78939"/>
                    <a:gd name="connsiteX4" fmla="*/ 65621 w 66595"/>
                    <a:gd name="connsiteY4" fmla="*/ 53276 h 78939"/>
                    <a:gd name="connsiteX5" fmla="*/ 32323 w 66595"/>
                    <a:gd name="connsiteY5" fmla="*/ 78940 h 78939"/>
                    <a:gd name="connsiteX6" fmla="*/ 0 w 66595"/>
                    <a:gd name="connsiteY6" fmla="*/ 39470 h 78939"/>
                    <a:gd name="connsiteX7" fmla="*/ 32973 w 66595"/>
                    <a:gd name="connsiteY7" fmla="*/ 0 h 78939"/>
                    <a:gd name="connsiteX8" fmla="*/ 66595 w 66595"/>
                    <a:gd name="connsiteY8" fmla="*/ 38008 h 78939"/>
                    <a:gd name="connsiteX9" fmla="*/ 63834 w 66595"/>
                    <a:gd name="connsiteY9" fmla="*/ 41094 h 78939"/>
                    <a:gd name="connsiteX10" fmla="*/ 57662 w 66595"/>
                    <a:gd name="connsiteY10" fmla="*/ 33785 h 78939"/>
                    <a:gd name="connsiteX11" fmla="*/ 32973 w 66595"/>
                    <a:gd name="connsiteY11" fmla="*/ 7634 h 78939"/>
                    <a:gd name="connsiteX12" fmla="*/ 9096 w 66595"/>
                    <a:gd name="connsiteY12" fmla="*/ 33785 h 78939"/>
                    <a:gd name="connsiteX13" fmla="*/ 57662 w 66595"/>
                    <a:gd name="connsiteY13" fmla="*/ 33785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6595" h="78939">
                      <a:moveTo>
                        <a:pt x="63834" y="41257"/>
                      </a:moveTo>
                      <a:lnTo>
                        <a:pt x="8934" y="41257"/>
                      </a:lnTo>
                      <a:cubicBezTo>
                        <a:pt x="8934" y="58312"/>
                        <a:pt x="17055" y="71468"/>
                        <a:pt x="34922" y="71468"/>
                      </a:cubicBezTo>
                      <a:cubicBezTo>
                        <a:pt x="45155" y="71468"/>
                        <a:pt x="53439" y="63834"/>
                        <a:pt x="56038" y="53276"/>
                      </a:cubicBezTo>
                      <a:lnTo>
                        <a:pt x="65621" y="53276"/>
                      </a:lnTo>
                      <a:cubicBezTo>
                        <a:pt x="61235" y="71143"/>
                        <a:pt x="50190" y="78940"/>
                        <a:pt x="32323" y="78940"/>
                      </a:cubicBezTo>
                      <a:cubicBezTo>
                        <a:pt x="10071" y="78940"/>
                        <a:pt x="0" y="60586"/>
                        <a:pt x="0" y="39470"/>
                      </a:cubicBezTo>
                      <a:cubicBezTo>
                        <a:pt x="0" y="18354"/>
                        <a:pt x="10883" y="0"/>
                        <a:pt x="32973" y="0"/>
                      </a:cubicBezTo>
                      <a:cubicBezTo>
                        <a:pt x="56687" y="0"/>
                        <a:pt x="66271" y="15755"/>
                        <a:pt x="66595" y="38008"/>
                      </a:cubicBezTo>
                      <a:cubicBezTo>
                        <a:pt x="66595" y="40120"/>
                        <a:pt x="65783" y="41094"/>
                        <a:pt x="63834" y="41094"/>
                      </a:cubicBezTo>
                      <a:close/>
                      <a:moveTo>
                        <a:pt x="57662" y="33785"/>
                      </a:moveTo>
                      <a:cubicBezTo>
                        <a:pt x="56850" y="18192"/>
                        <a:pt x="48079" y="7634"/>
                        <a:pt x="32973" y="7634"/>
                      </a:cubicBezTo>
                      <a:cubicBezTo>
                        <a:pt x="19166" y="7634"/>
                        <a:pt x="10395" y="19491"/>
                        <a:pt x="9096" y="33785"/>
                      </a:cubicBezTo>
                      <a:lnTo>
                        <a:pt x="57662" y="3378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49" name="자유형: 도형 148">
                  <a:extLst>
                    <a:ext uri="{FF2B5EF4-FFF2-40B4-BE49-F238E27FC236}">
                      <a16:creationId xmlns:a16="http://schemas.microsoft.com/office/drawing/2014/main" id="{4500A495-E3B5-5755-2A22-8C0F1E88B0A8}"/>
                    </a:ext>
                  </a:extLst>
                </p:cNvPr>
                <p:cNvSpPr/>
                <p:nvPr/>
              </p:nvSpPr>
              <p:spPr>
                <a:xfrm>
                  <a:off x="2856604" y="2515827"/>
                  <a:ext cx="58474" cy="78939"/>
                </a:xfrm>
                <a:custGeom>
                  <a:avLst/>
                  <a:gdLst>
                    <a:gd name="connsiteX0" fmla="*/ 28912 w 58474"/>
                    <a:gd name="connsiteY0" fmla="*/ 0 h 78939"/>
                    <a:gd name="connsiteX1" fmla="*/ 55713 w 58474"/>
                    <a:gd name="connsiteY1" fmla="*/ 20303 h 78939"/>
                    <a:gd name="connsiteX2" fmla="*/ 46454 w 58474"/>
                    <a:gd name="connsiteY2" fmla="*/ 20303 h 78939"/>
                    <a:gd name="connsiteX3" fmla="*/ 28263 w 58474"/>
                    <a:gd name="connsiteY3" fmla="*/ 7472 h 78939"/>
                    <a:gd name="connsiteX4" fmla="*/ 11370 w 58474"/>
                    <a:gd name="connsiteY4" fmla="*/ 20303 h 78939"/>
                    <a:gd name="connsiteX5" fmla="*/ 44668 w 58474"/>
                    <a:gd name="connsiteY5" fmla="*/ 37521 h 78939"/>
                    <a:gd name="connsiteX6" fmla="*/ 58474 w 58474"/>
                    <a:gd name="connsiteY6" fmla="*/ 54576 h 78939"/>
                    <a:gd name="connsiteX7" fmla="*/ 27450 w 58474"/>
                    <a:gd name="connsiteY7" fmla="*/ 78940 h 78939"/>
                    <a:gd name="connsiteX8" fmla="*/ 0 w 58474"/>
                    <a:gd name="connsiteY8" fmla="*/ 56850 h 78939"/>
                    <a:gd name="connsiteX9" fmla="*/ 9258 w 58474"/>
                    <a:gd name="connsiteY9" fmla="*/ 56850 h 78939"/>
                    <a:gd name="connsiteX10" fmla="*/ 29562 w 58474"/>
                    <a:gd name="connsiteY10" fmla="*/ 71306 h 78939"/>
                    <a:gd name="connsiteX11" fmla="*/ 49378 w 58474"/>
                    <a:gd name="connsiteY11" fmla="*/ 55875 h 78939"/>
                    <a:gd name="connsiteX12" fmla="*/ 25501 w 58474"/>
                    <a:gd name="connsiteY12" fmla="*/ 40445 h 78939"/>
                    <a:gd name="connsiteX13" fmla="*/ 2599 w 58474"/>
                    <a:gd name="connsiteY13" fmla="*/ 20791 h 78939"/>
                    <a:gd name="connsiteX14" fmla="*/ 28912 w 58474"/>
                    <a:gd name="connsiteY14" fmla="*/ 0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474" h="78939">
                      <a:moveTo>
                        <a:pt x="28912" y="0"/>
                      </a:moveTo>
                      <a:cubicBezTo>
                        <a:pt x="42881" y="0"/>
                        <a:pt x="54251" y="4873"/>
                        <a:pt x="55713" y="20303"/>
                      </a:cubicBezTo>
                      <a:lnTo>
                        <a:pt x="46454" y="20303"/>
                      </a:lnTo>
                      <a:cubicBezTo>
                        <a:pt x="45805" y="10558"/>
                        <a:pt x="37196" y="7472"/>
                        <a:pt x="28263" y="7472"/>
                      </a:cubicBezTo>
                      <a:cubicBezTo>
                        <a:pt x="20141" y="7472"/>
                        <a:pt x="11370" y="10720"/>
                        <a:pt x="11370" y="20303"/>
                      </a:cubicBezTo>
                      <a:cubicBezTo>
                        <a:pt x="11370" y="32486"/>
                        <a:pt x="25014" y="30049"/>
                        <a:pt x="44668" y="37521"/>
                      </a:cubicBezTo>
                      <a:cubicBezTo>
                        <a:pt x="54901" y="40769"/>
                        <a:pt x="58474" y="46292"/>
                        <a:pt x="58474" y="54576"/>
                      </a:cubicBezTo>
                      <a:cubicBezTo>
                        <a:pt x="58474" y="71631"/>
                        <a:pt x="44505" y="78940"/>
                        <a:pt x="27450" y="78940"/>
                      </a:cubicBezTo>
                      <a:cubicBezTo>
                        <a:pt x="14943" y="78940"/>
                        <a:pt x="650" y="73255"/>
                        <a:pt x="0" y="56850"/>
                      </a:cubicBezTo>
                      <a:lnTo>
                        <a:pt x="9258" y="56850"/>
                      </a:lnTo>
                      <a:cubicBezTo>
                        <a:pt x="9908" y="68382"/>
                        <a:pt x="19979" y="71306"/>
                        <a:pt x="29562" y="71306"/>
                      </a:cubicBezTo>
                      <a:cubicBezTo>
                        <a:pt x="39145" y="71306"/>
                        <a:pt x="49541" y="67083"/>
                        <a:pt x="49378" y="55875"/>
                      </a:cubicBezTo>
                      <a:cubicBezTo>
                        <a:pt x="49378" y="44180"/>
                        <a:pt x="37034" y="43206"/>
                        <a:pt x="25501" y="40445"/>
                      </a:cubicBezTo>
                      <a:cubicBezTo>
                        <a:pt x="13806" y="37683"/>
                        <a:pt x="2599" y="35084"/>
                        <a:pt x="2599" y="20791"/>
                      </a:cubicBezTo>
                      <a:cubicBezTo>
                        <a:pt x="2599" y="5198"/>
                        <a:pt x="16243" y="0"/>
                        <a:pt x="28912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0" name="자유형: 도형 149">
                  <a:extLst>
                    <a:ext uri="{FF2B5EF4-FFF2-40B4-BE49-F238E27FC236}">
                      <a16:creationId xmlns:a16="http://schemas.microsoft.com/office/drawing/2014/main" id="{884D1BE8-C27E-5D46-BDE8-A72B4447BBE6}"/>
                    </a:ext>
                  </a:extLst>
                </p:cNvPr>
                <p:cNvSpPr/>
                <p:nvPr/>
              </p:nvSpPr>
              <p:spPr>
                <a:xfrm>
                  <a:off x="2935382" y="2515827"/>
                  <a:ext cx="35734" cy="77315"/>
                </a:xfrm>
                <a:custGeom>
                  <a:avLst/>
                  <a:gdLst>
                    <a:gd name="connsiteX0" fmla="*/ 8771 w 35734"/>
                    <a:gd name="connsiteY0" fmla="*/ 32648 h 77315"/>
                    <a:gd name="connsiteX1" fmla="*/ 8771 w 35734"/>
                    <a:gd name="connsiteY1" fmla="*/ 77316 h 77315"/>
                    <a:gd name="connsiteX2" fmla="*/ 0 w 35734"/>
                    <a:gd name="connsiteY2" fmla="*/ 77316 h 77315"/>
                    <a:gd name="connsiteX3" fmla="*/ 0 w 35734"/>
                    <a:gd name="connsiteY3" fmla="*/ 2274 h 77315"/>
                    <a:gd name="connsiteX4" fmla="*/ 9258 w 35734"/>
                    <a:gd name="connsiteY4" fmla="*/ 2274 h 77315"/>
                    <a:gd name="connsiteX5" fmla="*/ 8771 w 35734"/>
                    <a:gd name="connsiteY5" fmla="*/ 13157 h 77315"/>
                    <a:gd name="connsiteX6" fmla="*/ 29887 w 35734"/>
                    <a:gd name="connsiteY6" fmla="*/ 0 h 77315"/>
                    <a:gd name="connsiteX7" fmla="*/ 35734 w 35734"/>
                    <a:gd name="connsiteY7" fmla="*/ 487 h 77315"/>
                    <a:gd name="connsiteX8" fmla="*/ 35734 w 35734"/>
                    <a:gd name="connsiteY8" fmla="*/ 10071 h 77315"/>
                    <a:gd name="connsiteX9" fmla="*/ 30374 w 35734"/>
                    <a:gd name="connsiteY9" fmla="*/ 9421 h 77315"/>
                    <a:gd name="connsiteX10" fmla="*/ 8934 w 35734"/>
                    <a:gd name="connsiteY10" fmla="*/ 32486 h 773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5734" h="77315">
                      <a:moveTo>
                        <a:pt x="8771" y="32648"/>
                      </a:moveTo>
                      <a:lnTo>
                        <a:pt x="8771" y="77316"/>
                      </a:lnTo>
                      <a:lnTo>
                        <a:pt x="0" y="77316"/>
                      </a:lnTo>
                      <a:lnTo>
                        <a:pt x="0" y="2274"/>
                      </a:lnTo>
                      <a:lnTo>
                        <a:pt x="9258" y="2274"/>
                      </a:lnTo>
                      <a:lnTo>
                        <a:pt x="8771" y="13157"/>
                      </a:lnTo>
                      <a:cubicBezTo>
                        <a:pt x="13969" y="3573"/>
                        <a:pt x="22415" y="0"/>
                        <a:pt x="29887" y="0"/>
                      </a:cubicBezTo>
                      <a:cubicBezTo>
                        <a:pt x="32161" y="0"/>
                        <a:pt x="35084" y="0"/>
                        <a:pt x="35734" y="487"/>
                      </a:cubicBezTo>
                      <a:lnTo>
                        <a:pt x="35734" y="10071"/>
                      </a:lnTo>
                      <a:cubicBezTo>
                        <a:pt x="35734" y="10071"/>
                        <a:pt x="33298" y="9421"/>
                        <a:pt x="30374" y="9421"/>
                      </a:cubicBezTo>
                      <a:cubicBezTo>
                        <a:pt x="19979" y="9421"/>
                        <a:pt x="8934" y="16243"/>
                        <a:pt x="8934" y="3248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1" name="자유형: 도형 150">
                  <a:extLst>
                    <a:ext uri="{FF2B5EF4-FFF2-40B4-BE49-F238E27FC236}">
                      <a16:creationId xmlns:a16="http://schemas.microsoft.com/office/drawing/2014/main" id="{ECF46039-3893-C2ED-F16F-DCA54DF7EEDF}"/>
                    </a:ext>
                  </a:extLst>
                </p:cNvPr>
                <p:cNvSpPr/>
                <p:nvPr/>
              </p:nvSpPr>
              <p:spPr>
                <a:xfrm>
                  <a:off x="2975014" y="2515827"/>
                  <a:ext cx="67732" cy="78939"/>
                </a:xfrm>
                <a:custGeom>
                  <a:avLst/>
                  <a:gdLst>
                    <a:gd name="connsiteX0" fmla="*/ 67732 w 67732"/>
                    <a:gd name="connsiteY0" fmla="*/ 39470 h 78939"/>
                    <a:gd name="connsiteX1" fmla="*/ 33298 w 67732"/>
                    <a:gd name="connsiteY1" fmla="*/ 78940 h 78939"/>
                    <a:gd name="connsiteX2" fmla="*/ 0 w 67732"/>
                    <a:gd name="connsiteY2" fmla="*/ 39470 h 78939"/>
                    <a:gd name="connsiteX3" fmla="*/ 33298 w 67732"/>
                    <a:gd name="connsiteY3" fmla="*/ 0 h 78939"/>
                    <a:gd name="connsiteX4" fmla="*/ 67732 w 67732"/>
                    <a:gd name="connsiteY4" fmla="*/ 39470 h 78939"/>
                    <a:gd name="connsiteX5" fmla="*/ 33298 w 67732"/>
                    <a:gd name="connsiteY5" fmla="*/ 7634 h 78939"/>
                    <a:gd name="connsiteX6" fmla="*/ 8446 w 67732"/>
                    <a:gd name="connsiteY6" fmla="*/ 39470 h 78939"/>
                    <a:gd name="connsiteX7" fmla="*/ 33298 w 67732"/>
                    <a:gd name="connsiteY7" fmla="*/ 71143 h 78939"/>
                    <a:gd name="connsiteX8" fmla="*/ 58961 w 67732"/>
                    <a:gd name="connsiteY8" fmla="*/ 39470 h 78939"/>
                    <a:gd name="connsiteX9" fmla="*/ 33298 w 67732"/>
                    <a:gd name="connsiteY9" fmla="*/ 7634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7732" h="78939">
                      <a:moveTo>
                        <a:pt x="67732" y="39470"/>
                      </a:moveTo>
                      <a:cubicBezTo>
                        <a:pt x="67732" y="59773"/>
                        <a:pt x="56850" y="78940"/>
                        <a:pt x="33298" y="78940"/>
                      </a:cubicBezTo>
                      <a:cubicBezTo>
                        <a:pt x="9746" y="78940"/>
                        <a:pt x="0" y="59773"/>
                        <a:pt x="0" y="39470"/>
                      </a:cubicBezTo>
                      <a:cubicBezTo>
                        <a:pt x="0" y="19166"/>
                        <a:pt x="10233" y="0"/>
                        <a:pt x="33298" y="0"/>
                      </a:cubicBezTo>
                      <a:cubicBezTo>
                        <a:pt x="56362" y="0"/>
                        <a:pt x="67732" y="19166"/>
                        <a:pt x="67732" y="39470"/>
                      </a:cubicBezTo>
                      <a:close/>
                      <a:moveTo>
                        <a:pt x="33298" y="7634"/>
                      </a:moveTo>
                      <a:cubicBezTo>
                        <a:pt x="15431" y="7634"/>
                        <a:pt x="8446" y="25176"/>
                        <a:pt x="8446" y="39470"/>
                      </a:cubicBezTo>
                      <a:cubicBezTo>
                        <a:pt x="8446" y="53764"/>
                        <a:pt x="15431" y="71143"/>
                        <a:pt x="33298" y="71143"/>
                      </a:cubicBezTo>
                      <a:cubicBezTo>
                        <a:pt x="51165" y="71143"/>
                        <a:pt x="58961" y="53926"/>
                        <a:pt x="58961" y="39470"/>
                      </a:cubicBezTo>
                      <a:cubicBezTo>
                        <a:pt x="58961" y="25014"/>
                        <a:pt x="51165" y="7634"/>
                        <a:pt x="33298" y="763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2" name="자유형: 도형 151">
                  <a:extLst>
                    <a:ext uri="{FF2B5EF4-FFF2-40B4-BE49-F238E27FC236}">
                      <a16:creationId xmlns:a16="http://schemas.microsoft.com/office/drawing/2014/main" id="{30B3A0B3-47A5-D882-5EE0-1482106D387D}"/>
                    </a:ext>
                  </a:extLst>
                </p:cNvPr>
                <p:cNvSpPr/>
                <p:nvPr/>
              </p:nvSpPr>
              <p:spPr>
                <a:xfrm>
                  <a:off x="3058664" y="2482043"/>
                  <a:ext cx="65945" cy="113374"/>
                </a:xfrm>
                <a:custGeom>
                  <a:avLst/>
                  <a:gdLst>
                    <a:gd name="connsiteX0" fmla="*/ 9421 w 65945"/>
                    <a:gd name="connsiteY0" fmla="*/ 110938 h 113374"/>
                    <a:gd name="connsiteX1" fmla="*/ 0 w 65945"/>
                    <a:gd name="connsiteY1" fmla="*/ 110938 h 113374"/>
                    <a:gd name="connsiteX2" fmla="*/ 975 w 65945"/>
                    <a:gd name="connsiteY2" fmla="*/ 99893 h 113374"/>
                    <a:gd name="connsiteX3" fmla="*/ 975 w 65945"/>
                    <a:gd name="connsiteY3" fmla="*/ 0 h 113374"/>
                    <a:gd name="connsiteX4" fmla="*/ 9746 w 65945"/>
                    <a:gd name="connsiteY4" fmla="*/ 0 h 113374"/>
                    <a:gd name="connsiteX5" fmla="*/ 9746 w 65945"/>
                    <a:gd name="connsiteY5" fmla="*/ 49703 h 113374"/>
                    <a:gd name="connsiteX6" fmla="*/ 33785 w 65945"/>
                    <a:gd name="connsiteY6" fmla="*/ 34272 h 113374"/>
                    <a:gd name="connsiteX7" fmla="*/ 65946 w 65945"/>
                    <a:gd name="connsiteY7" fmla="*/ 73092 h 113374"/>
                    <a:gd name="connsiteX8" fmla="*/ 33785 w 65945"/>
                    <a:gd name="connsiteY8" fmla="*/ 113375 h 113374"/>
                    <a:gd name="connsiteX9" fmla="*/ 9908 w 65945"/>
                    <a:gd name="connsiteY9" fmla="*/ 100868 h 113374"/>
                    <a:gd name="connsiteX10" fmla="*/ 9258 w 65945"/>
                    <a:gd name="connsiteY10" fmla="*/ 111101 h 113374"/>
                    <a:gd name="connsiteX11" fmla="*/ 9746 w 65945"/>
                    <a:gd name="connsiteY11" fmla="*/ 72118 h 113374"/>
                    <a:gd name="connsiteX12" fmla="*/ 34597 w 65945"/>
                    <a:gd name="connsiteY12" fmla="*/ 105416 h 113374"/>
                    <a:gd name="connsiteX13" fmla="*/ 57174 w 65945"/>
                    <a:gd name="connsiteY13" fmla="*/ 72443 h 113374"/>
                    <a:gd name="connsiteX14" fmla="*/ 33460 w 65945"/>
                    <a:gd name="connsiteY14" fmla="*/ 41581 h 113374"/>
                    <a:gd name="connsiteX15" fmla="*/ 9746 w 65945"/>
                    <a:gd name="connsiteY15" fmla="*/ 71955 h 1133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65945" h="113374">
                      <a:moveTo>
                        <a:pt x="9421" y="110938"/>
                      </a:moveTo>
                      <a:lnTo>
                        <a:pt x="0" y="110938"/>
                      </a:lnTo>
                      <a:cubicBezTo>
                        <a:pt x="650" y="109151"/>
                        <a:pt x="975" y="103304"/>
                        <a:pt x="975" y="99893"/>
                      </a:cubicBezTo>
                      <a:lnTo>
                        <a:pt x="975" y="0"/>
                      </a:lnTo>
                      <a:lnTo>
                        <a:pt x="9746" y="0"/>
                      </a:lnTo>
                      <a:lnTo>
                        <a:pt x="9746" y="49703"/>
                      </a:lnTo>
                      <a:cubicBezTo>
                        <a:pt x="13644" y="40120"/>
                        <a:pt x="23714" y="34272"/>
                        <a:pt x="33785" y="34272"/>
                      </a:cubicBezTo>
                      <a:cubicBezTo>
                        <a:pt x="51652" y="34272"/>
                        <a:pt x="65946" y="45967"/>
                        <a:pt x="65946" y="73092"/>
                      </a:cubicBezTo>
                      <a:cubicBezTo>
                        <a:pt x="65946" y="100218"/>
                        <a:pt x="52951" y="113375"/>
                        <a:pt x="33785" y="113375"/>
                      </a:cubicBezTo>
                      <a:cubicBezTo>
                        <a:pt x="22415" y="113375"/>
                        <a:pt x="14456" y="108827"/>
                        <a:pt x="9908" y="100868"/>
                      </a:cubicBezTo>
                      <a:lnTo>
                        <a:pt x="9258" y="111101"/>
                      </a:lnTo>
                      <a:close/>
                      <a:moveTo>
                        <a:pt x="9746" y="72118"/>
                      </a:moveTo>
                      <a:cubicBezTo>
                        <a:pt x="9746" y="95020"/>
                        <a:pt x="16892" y="105416"/>
                        <a:pt x="34597" y="105416"/>
                      </a:cubicBezTo>
                      <a:cubicBezTo>
                        <a:pt x="48566" y="105416"/>
                        <a:pt x="57174" y="92909"/>
                        <a:pt x="57174" y="72443"/>
                      </a:cubicBezTo>
                      <a:cubicBezTo>
                        <a:pt x="57174" y="50353"/>
                        <a:pt x="46292" y="41581"/>
                        <a:pt x="33460" y="41581"/>
                      </a:cubicBezTo>
                      <a:cubicBezTo>
                        <a:pt x="21440" y="41581"/>
                        <a:pt x="9746" y="51814"/>
                        <a:pt x="9746" y="71955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3" name="자유형: 도형 152">
                  <a:extLst>
                    <a:ext uri="{FF2B5EF4-FFF2-40B4-BE49-F238E27FC236}">
                      <a16:creationId xmlns:a16="http://schemas.microsoft.com/office/drawing/2014/main" id="{5B477312-2503-BC73-C5AD-3D7AACE5C83A}"/>
                    </a:ext>
                  </a:extLst>
                </p:cNvPr>
                <p:cNvSpPr/>
                <p:nvPr/>
              </p:nvSpPr>
              <p:spPr>
                <a:xfrm>
                  <a:off x="3137442" y="2515827"/>
                  <a:ext cx="67732" cy="78939"/>
                </a:xfrm>
                <a:custGeom>
                  <a:avLst/>
                  <a:gdLst>
                    <a:gd name="connsiteX0" fmla="*/ 67732 w 67732"/>
                    <a:gd name="connsiteY0" fmla="*/ 39470 h 78939"/>
                    <a:gd name="connsiteX1" fmla="*/ 33298 w 67732"/>
                    <a:gd name="connsiteY1" fmla="*/ 78940 h 78939"/>
                    <a:gd name="connsiteX2" fmla="*/ 0 w 67732"/>
                    <a:gd name="connsiteY2" fmla="*/ 39470 h 78939"/>
                    <a:gd name="connsiteX3" fmla="*/ 33298 w 67732"/>
                    <a:gd name="connsiteY3" fmla="*/ 0 h 78939"/>
                    <a:gd name="connsiteX4" fmla="*/ 67732 w 67732"/>
                    <a:gd name="connsiteY4" fmla="*/ 39470 h 78939"/>
                    <a:gd name="connsiteX5" fmla="*/ 33298 w 67732"/>
                    <a:gd name="connsiteY5" fmla="*/ 7634 h 78939"/>
                    <a:gd name="connsiteX6" fmla="*/ 8446 w 67732"/>
                    <a:gd name="connsiteY6" fmla="*/ 39470 h 78939"/>
                    <a:gd name="connsiteX7" fmla="*/ 33298 w 67732"/>
                    <a:gd name="connsiteY7" fmla="*/ 71143 h 78939"/>
                    <a:gd name="connsiteX8" fmla="*/ 58961 w 67732"/>
                    <a:gd name="connsiteY8" fmla="*/ 39470 h 78939"/>
                    <a:gd name="connsiteX9" fmla="*/ 33298 w 67732"/>
                    <a:gd name="connsiteY9" fmla="*/ 7634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7732" h="78939">
                      <a:moveTo>
                        <a:pt x="67732" y="39470"/>
                      </a:moveTo>
                      <a:cubicBezTo>
                        <a:pt x="67732" y="59773"/>
                        <a:pt x="56850" y="78940"/>
                        <a:pt x="33298" y="78940"/>
                      </a:cubicBezTo>
                      <a:cubicBezTo>
                        <a:pt x="9746" y="78940"/>
                        <a:pt x="0" y="59773"/>
                        <a:pt x="0" y="39470"/>
                      </a:cubicBezTo>
                      <a:cubicBezTo>
                        <a:pt x="0" y="19166"/>
                        <a:pt x="10233" y="0"/>
                        <a:pt x="33298" y="0"/>
                      </a:cubicBezTo>
                      <a:cubicBezTo>
                        <a:pt x="56362" y="0"/>
                        <a:pt x="67732" y="19166"/>
                        <a:pt x="67732" y="39470"/>
                      </a:cubicBezTo>
                      <a:close/>
                      <a:moveTo>
                        <a:pt x="33298" y="7634"/>
                      </a:moveTo>
                      <a:cubicBezTo>
                        <a:pt x="15431" y="7634"/>
                        <a:pt x="8446" y="25176"/>
                        <a:pt x="8446" y="39470"/>
                      </a:cubicBezTo>
                      <a:cubicBezTo>
                        <a:pt x="8446" y="53764"/>
                        <a:pt x="15431" y="71143"/>
                        <a:pt x="33298" y="71143"/>
                      </a:cubicBezTo>
                      <a:cubicBezTo>
                        <a:pt x="51165" y="71143"/>
                        <a:pt x="58961" y="53926"/>
                        <a:pt x="58961" y="39470"/>
                      </a:cubicBezTo>
                      <a:cubicBezTo>
                        <a:pt x="58961" y="25014"/>
                        <a:pt x="51165" y="7634"/>
                        <a:pt x="33298" y="763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4" name="자유형: 도형 153">
                  <a:extLst>
                    <a:ext uri="{FF2B5EF4-FFF2-40B4-BE49-F238E27FC236}">
                      <a16:creationId xmlns:a16="http://schemas.microsoft.com/office/drawing/2014/main" id="{EA31074B-E5DA-794C-A4C5-9576A57A5C0A}"/>
                    </a:ext>
                  </a:extLst>
                </p:cNvPr>
                <p:cNvSpPr/>
                <p:nvPr/>
              </p:nvSpPr>
              <p:spPr>
                <a:xfrm>
                  <a:off x="3215245" y="2496336"/>
                  <a:ext cx="41418" cy="98756"/>
                </a:xfrm>
                <a:custGeom>
                  <a:avLst/>
                  <a:gdLst>
                    <a:gd name="connsiteX0" fmla="*/ 23552 w 41418"/>
                    <a:gd name="connsiteY0" fmla="*/ 0 h 98756"/>
                    <a:gd name="connsiteX1" fmla="*/ 23552 w 41418"/>
                    <a:gd name="connsiteY1" fmla="*/ 21765 h 98756"/>
                    <a:gd name="connsiteX2" fmla="*/ 40444 w 41418"/>
                    <a:gd name="connsiteY2" fmla="*/ 21765 h 98756"/>
                    <a:gd name="connsiteX3" fmla="*/ 40444 w 41418"/>
                    <a:gd name="connsiteY3" fmla="*/ 29562 h 98756"/>
                    <a:gd name="connsiteX4" fmla="*/ 23552 w 41418"/>
                    <a:gd name="connsiteY4" fmla="*/ 29562 h 98756"/>
                    <a:gd name="connsiteX5" fmla="*/ 23552 w 41418"/>
                    <a:gd name="connsiteY5" fmla="*/ 80077 h 98756"/>
                    <a:gd name="connsiteX6" fmla="*/ 33785 w 41418"/>
                    <a:gd name="connsiteY6" fmla="*/ 91609 h 98756"/>
                    <a:gd name="connsiteX7" fmla="*/ 41419 w 41418"/>
                    <a:gd name="connsiteY7" fmla="*/ 90635 h 98756"/>
                    <a:gd name="connsiteX8" fmla="*/ 41419 w 41418"/>
                    <a:gd name="connsiteY8" fmla="*/ 97619 h 98756"/>
                    <a:gd name="connsiteX9" fmla="*/ 32810 w 41418"/>
                    <a:gd name="connsiteY9" fmla="*/ 98756 h 98756"/>
                    <a:gd name="connsiteX10" fmla="*/ 14781 w 41418"/>
                    <a:gd name="connsiteY10" fmla="*/ 78940 h 98756"/>
                    <a:gd name="connsiteX11" fmla="*/ 14781 w 41418"/>
                    <a:gd name="connsiteY11" fmla="*/ 29724 h 98756"/>
                    <a:gd name="connsiteX12" fmla="*/ 0 w 41418"/>
                    <a:gd name="connsiteY12" fmla="*/ 29724 h 98756"/>
                    <a:gd name="connsiteX13" fmla="*/ 0 w 41418"/>
                    <a:gd name="connsiteY13" fmla="*/ 21928 h 98756"/>
                    <a:gd name="connsiteX14" fmla="*/ 14781 w 41418"/>
                    <a:gd name="connsiteY14" fmla="*/ 21928 h 98756"/>
                    <a:gd name="connsiteX15" fmla="*/ 14781 w 41418"/>
                    <a:gd name="connsiteY15" fmla="*/ 0 h 98756"/>
                    <a:gd name="connsiteX16" fmla="*/ 23552 w 41418"/>
                    <a:gd name="connsiteY16" fmla="*/ 0 h 98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41418" h="98756">
                      <a:moveTo>
                        <a:pt x="23552" y="0"/>
                      </a:moveTo>
                      <a:lnTo>
                        <a:pt x="23552" y="21765"/>
                      </a:lnTo>
                      <a:lnTo>
                        <a:pt x="40444" y="21765"/>
                      </a:lnTo>
                      <a:lnTo>
                        <a:pt x="40444" y="29562"/>
                      </a:lnTo>
                      <a:lnTo>
                        <a:pt x="23552" y="29562"/>
                      </a:lnTo>
                      <a:lnTo>
                        <a:pt x="23552" y="80077"/>
                      </a:lnTo>
                      <a:cubicBezTo>
                        <a:pt x="23552" y="89823"/>
                        <a:pt x="28100" y="91609"/>
                        <a:pt x="33785" y="91609"/>
                      </a:cubicBezTo>
                      <a:cubicBezTo>
                        <a:pt x="37521" y="91609"/>
                        <a:pt x="40282" y="90960"/>
                        <a:pt x="41419" y="90635"/>
                      </a:cubicBezTo>
                      <a:lnTo>
                        <a:pt x="41419" y="97619"/>
                      </a:lnTo>
                      <a:cubicBezTo>
                        <a:pt x="39145" y="98269"/>
                        <a:pt x="36059" y="98756"/>
                        <a:pt x="32810" y="98756"/>
                      </a:cubicBezTo>
                      <a:cubicBezTo>
                        <a:pt x="22253" y="98756"/>
                        <a:pt x="14781" y="95020"/>
                        <a:pt x="14781" y="78940"/>
                      </a:cubicBezTo>
                      <a:lnTo>
                        <a:pt x="14781" y="29724"/>
                      </a:lnTo>
                      <a:lnTo>
                        <a:pt x="0" y="29724"/>
                      </a:lnTo>
                      <a:lnTo>
                        <a:pt x="0" y="21928"/>
                      </a:lnTo>
                      <a:lnTo>
                        <a:pt x="14781" y="21928"/>
                      </a:lnTo>
                      <a:lnTo>
                        <a:pt x="14781" y="0"/>
                      </a:lnTo>
                      <a:lnTo>
                        <a:pt x="23552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5" name="자유형: 도형 154">
                  <a:extLst>
                    <a:ext uri="{FF2B5EF4-FFF2-40B4-BE49-F238E27FC236}">
                      <a16:creationId xmlns:a16="http://schemas.microsoft.com/office/drawing/2014/main" id="{42979B74-0A92-F1D8-5C42-303267CE323A}"/>
                    </a:ext>
                  </a:extLst>
                </p:cNvPr>
                <p:cNvSpPr/>
                <p:nvPr/>
              </p:nvSpPr>
              <p:spPr>
                <a:xfrm>
                  <a:off x="3273394" y="2484479"/>
                  <a:ext cx="10070" cy="108501"/>
                </a:xfrm>
                <a:custGeom>
                  <a:avLst/>
                  <a:gdLst>
                    <a:gd name="connsiteX0" fmla="*/ 10071 w 10070"/>
                    <a:gd name="connsiteY0" fmla="*/ 0 h 108501"/>
                    <a:gd name="connsiteX1" fmla="*/ 10071 w 10070"/>
                    <a:gd name="connsiteY1" fmla="*/ 10720 h 108501"/>
                    <a:gd name="connsiteX2" fmla="*/ 0 w 10070"/>
                    <a:gd name="connsiteY2" fmla="*/ 10720 h 108501"/>
                    <a:gd name="connsiteX3" fmla="*/ 0 w 10070"/>
                    <a:gd name="connsiteY3" fmla="*/ 0 h 108501"/>
                    <a:gd name="connsiteX4" fmla="*/ 10071 w 10070"/>
                    <a:gd name="connsiteY4" fmla="*/ 0 h 108501"/>
                    <a:gd name="connsiteX5" fmla="*/ 650 w 10070"/>
                    <a:gd name="connsiteY5" fmla="*/ 32486 h 108501"/>
                    <a:gd name="connsiteX6" fmla="*/ 9583 w 10070"/>
                    <a:gd name="connsiteY6" fmla="*/ 32486 h 108501"/>
                    <a:gd name="connsiteX7" fmla="*/ 9583 w 10070"/>
                    <a:gd name="connsiteY7" fmla="*/ 108502 h 108501"/>
                    <a:gd name="connsiteX8" fmla="*/ 650 w 10070"/>
                    <a:gd name="connsiteY8" fmla="*/ 108502 h 108501"/>
                    <a:gd name="connsiteX9" fmla="*/ 650 w 10070"/>
                    <a:gd name="connsiteY9" fmla="*/ 32486 h 108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70" h="108501">
                      <a:moveTo>
                        <a:pt x="10071" y="0"/>
                      </a:moveTo>
                      <a:lnTo>
                        <a:pt x="10071" y="10720"/>
                      </a:lnTo>
                      <a:lnTo>
                        <a:pt x="0" y="10720"/>
                      </a:lnTo>
                      <a:lnTo>
                        <a:pt x="0" y="0"/>
                      </a:lnTo>
                      <a:lnTo>
                        <a:pt x="10071" y="0"/>
                      </a:lnTo>
                      <a:close/>
                      <a:moveTo>
                        <a:pt x="650" y="32486"/>
                      </a:moveTo>
                      <a:lnTo>
                        <a:pt x="9583" y="32486"/>
                      </a:lnTo>
                      <a:lnTo>
                        <a:pt x="9583" y="108502"/>
                      </a:lnTo>
                      <a:lnTo>
                        <a:pt x="650" y="108502"/>
                      </a:lnTo>
                      <a:lnTo>
                        <a:pt x="650" y="32486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6" name="자유형: 도형 155">
                  <a:extLst>
                    <a:ext uri="{FF2B5EF4-FFF2-40B4-BE49-F238E27FC236}">
                      <a16:creationId xmlns:a16="http://schemas.microsoft.com/office/drawing/2014/main" id="{994C21EA-7210-11B7-0BD2-2DDB3D952072}"/>
                    </a:ext>
                  </a:extLst>
                </p:cNvPr>
                <p:cNvSpPr/>
                <p:nvPr/>
              </p:nvSpPr>
              <p:spPr>
                <a:xfrm>
                  <a:off x="3301494" y="2515665"/>
                  <a:ext cx="62047" cy="78939"/>
                </a:xfrm>
                <a:custGeom>
                  <a:avLst/>
                  <a:gdLst>
                    <a:gd name="connsiteX0" fmla="*/ 53114 w 62047"/>
                    <a:gd name="connsiteY0" fmla="*/ 25501 h 78939"/>
                    <a:gd name="connsiteX1" fmla="*/ 31998 w 62047"/>
                    <a:gd name="connsiteY1" fmla="*/ 7797 h 78939"/>
                    <a:gd name="connsiteX2" fmla="*/ 8934 w 62047"/>
                    <a:gd name="connsiteY2" fmla="*/ 39470 h 78939"/>
                    <a:gd name="connsiteX3" fmla="*/ 31998 w 62047"/>
                    <a:gd name="connsiteY3" fmla="*/ 71306 h 78939"/>
                    <a:gd name="connsiteX4" fmla="*/ 52951 w 62047"/>
                    <a:gd name="connsiteY4" fmla="*/ 53276 h 78939"/>
                    <a:gd name="connsiteX5" fmla="*/ 62047 w 62047"/>
                    <a:gd name="connsiteY5" fmla="*/ 53276 h 78939"/>
                    <a:gd name="connsiteX6" fmla="*/ 32323 w 62047"/>
                    <a:gd name="connsiteY6" fmla="*/ 78940 h 78939"/>
                    <a:gd name="connsiteX7" fmla="*/ 0 w 62047"/>
                    <a:gd name="connsiteY7" fmla="*/ 39470 h 78939"/>
                    <a:gd name="connsiteX8" fmla="*/ 33135 w 62047"/>
                    <a:gd name="connsiteY8" fmla="*/ 0 h 78939"/>
                    <a:gd name="connsiteX9" fmla="*/ 62047 w 62047"/>
                    <a:gd name="connsiteY9" fmla="*/ 25339 h 78939"/>
                    <a:gd name="connsiteX10" fmla="*/ 53114 w 62047"/>
                    <a:gd name="connsiteY10" fmla="*/ 25339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2047" h="78939">
                      <a:moveTo>
                        <a:pt x="53114" y="25501"/>
                      </a:moveTo>
                      <a:cubicBezTo>
                        <a:pt x="52464" y="13644"/>
                        <a:pt x="44180" y="7797"/>
                        <a:pt x="31998" y="7797"/>
                      </a:cubicBezTo>
                      <a:cubicBezTo>
                        <a:pt x="19004" y="7797"/>
                        <a:pt x="8934" y="21765"/>
                        <a:pt x="8934" y="39470"/>
                      </a:cubicBezTo>
                      <a:cubicBezTo>
                        <a:pt x="8934" y="57175"/>
                        <a:pt x="19004" y="71306"/>
                        <a:pt x="31998" y="71306"/>
                      </a:cubicBezTo>
                      <a:cubicBezTo>
                        <a:pt x="43368" y="71306"/>
                        <a:pt x="51814" y="65296"/>
                        <a:pt x="52951" y="53276"/>
                      </a:cubicBezTo>
                      <a:lnTo>
                        <a:pt x="62047" y="53276"/>
                      </a:lnTo>
                      <a:cubicBezTo>
                        <a:pt x="59611" y="70331"/>
                        <a:pt x="48241" y="78940"/>
                        <a:pt x="32323" y="78940"/>
                      </a:cubicBezTo>
                      <a:cubicBezTo>
                        <a:pt x="10395" y="78940"/>
                        <a:pt x="0" y="60586"/>
                        <a:pt x="0" y="39470"/>
                      </a:cubicBezTo>
                      <a:cubicBezTo>
                        <a:pt x="0" y="18354"/>
                        <a:pt x="11045" y="0"/>
                        <a:pt x="33135" y="0"/>
                      </a:cubicBezTo>
                      <a:cubicBezTo>
                        <a:pt x="48566" y="0"/>
                        <a:pt x="61235" y="9421"/>
                        <a:pt x="62047" y="25339"/>
                      </a:cubicBezTo>
                      <a:lnTo>
                        <a:pt x="53114" y="25339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7" name="자유형: 도형 156">
                  <a:extLst>
                    <a:ext uri="{FF2B5EF4-FFF2-40B4-BE49-F238E27FC236}">
                      <a16:creationId xmlns:a16="http://schemas.microsoft.com/office/drawing/2014/main" id="{562ABD6B-C31A-1DD0-6893-EE50B9B9A1A8}"/>
                    </a:ext>
                  </a:extLst>
                </p:cNvPr>
                <p:cNvSpPr/>
                <p:nvPr/>
              </p:nvSpPr>
              <p:spPr>
                <a:xfrm>
                  <a:off x="3376048" y="2515827"/>
                  <a:ext cx="58474" cy="78939"/>
                </a:xfrm>
                <a:custGeom>
                  <a:avLst/>
                  <a:gdLst>
                    <a:gd name="connsiteX0" fmla="*/ 29074 w 58474"/>
                    <a:gd name="connsiteY0" fmla="*/ 0 h 78939"/>
                    <a:gd name="connsiteX1" fmla="*/ 55875 w 58474"/>
                    <a:gd name="connsiteY1" fmla="*/ 20303 h 78939"/>
                    <a:gd name="connsiteX2" fmla="*/ 46617 w 58474"/>
                    <a:gd name="connsiteY2" fmla="*/ 20303 h 78939"/>
                    <a:gd name="connsiteX3" fmla="*/ 28263 w 58474"/>
                    <a:gd name="connsiteY3" fmla="*/ 7472 h 78939"/>
                    <a:gd name="connsiteX4" fmla="*/ 11370 w 58474"/>
                    <a:gd name="connsiteY4" fmla="*/ 20303 h 78939"/>
                    <a:gd name="connsiteX5" fmla="*/ 44668 w 58474"/>
                    <a:gd name="connsiteY5" fmla="*/ 37521 h 78939"/>
                    <a:gd name="connsiteX6" fmla="*/ 58474 w 58474"/>
                    <a:gd name="connsiteY6" fmla="*/ 54576 h 78939"/>
                    <a:gd name="connsiteX7" fmla="*/ 27450 w 58474"/>
                    <a:gd name="connsiteY7" fmla="*/ 78940 h 78939"/>
                    <a:gd name="connsiteX8" fmla="*/ 0 w 58474"/>
                    <a:gd name="connsiteY8" fmla="*/ 56850 h 78939"/>
                    <a:gd name="connsiteX9" fmla="*/ 9258 w 58474"/>
                    <a:gd name="connsiteY9" fmla="*/ 56850 h 78939"/>
                    <a:gd name="connsiteX10" fmla="*/ 29562 w 58474"/>
                    <a:gd name="connsiteY10" fmla="*/ 71306 h 78939"/>
                    <a:gd name="connsiteX11" fmla="*/ 49378 w 58474"/>
                    <a:gd name="connsiteY11" fmla="*/ 55875 h 78939"/>
                    <a:gd name="connsiteX12" fmla="*/ 25501 w 58474"/>
                    <a:gd name="connsiteY12" fmla="*/ 40445 h 78939"/>
                    <a:gd name="connsiteX13" fmla="*/ 2599 w 58474"/>
                    <a:gd name="connsiteY13" fmla="*/ 20791 h 78939"/>
                    <a:gd name="connsiteX14" fmla="*/ 28912 w 58474"/>
                    <a:gd name="connsiteY14" fmla="*/ 0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474" h="78939">
                      <a:moveTo>
                        <a:pt x="29074" y="0"/>
                      </a:moveTo>
                      <a:cubicBezTo>
                        <a:pt x="43206" y="0"/>
                        <a:pt x="54413" y="4873"/>
                        <a:pt x="55875" y="20303"/>
                      </a:cubicBezTo>
                      <a:lnTo>
                        <a:pt x="46617" y="20303"/>
                      </a:lnTo>
                      <a:cubicBezTo>
                        <a:pt x="45804" y="10558"/>
                        <a:pt x="37358" y="7472"/>
                        <a:pt x="28263" y="7472"/>
                      </a:cubicBezTo>
                      <a:cubicBezTo>
                        <a:pt x="20141" y="7472"/>
                        <a:pt x="11370" y="10720"/>
                        <a:pt x="11370" y="20303"/>
                      </a:cubicBezTo>
                      <a:cubicBezTo>
                        <a:pt x="11370" y="32486"/>
                        <a:pt x="25014" y="30049"/>
                        <a:pt x="44668" y="37521"/>
                      </a:cubicBezTo>
                      <a:cubicBezTo>
                        <a:pt x="54901" y="40769"/>
                        <a:pt x="58474" y="46292"/>
                        <a:pt x="58474" y="54576"/>
                      </a:cubicBezTo>
                      <a:cubicBezTo>
                        <a:pt x="58474" y="71631"/>
                        <a:pt x="44343" y="78940"/>
                        <a:pt x="27450" y="78940"/>
                      </a:cubicBezTo>
                      <a:cubicBezTo>
                        <a:pt x="14943" y="78940"/>
                        <a:pt x="650" y="73255"/>
                        <a:pt x="0" y="56850"/>
                      </a:cubicBezTo>
                      <a:lnTo>
                        <a:pt x="9258" y="56850"/>
                      </a:lnTo>
                      <a:cubicBezTo>
                        <a:pt x="9908" y="68382"/>
                        <a:pt x="19979" y="71306"/>
                        <a:pt x="29562" y="71306"/>
                      </a:cubicBezTo>
                      <a:cubicBezTo>
                        <a:pt x="39145" y="71306"/>
                        <a:pt x="49541" y="67083"/>
                        <a:pt x="49378" y="55875"/>
                      </a:cubicBezTo>
                      <a:cubicBezTo>
                        <a:pt x="49378" y="44180"/>
                        <a:pt x="37034" y="43206"/>
                        <a:pt x="25501" y="40445"/>
                      </a:cubicBezTo>
                      <a:cubicBezTo>
                        <a:pt x="13806" y="37683"/>
                        <a:pt x="2599" y="35084"/>
                        <a:pt x="2599" y="20791"/>
                      </a:cubicBezTo>
                      <a:cubicBezTo>
                        <a:pt x="2599" y="5198"/>
                        <a:pt x="16243" y="0"/>
                        <a:pt x="28912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8" name="자유형: 도형 157">
                  <a:extLst>
                    <a:ext uri="{FF2B5EF4-FFF2-40B4-BE49-F238E27FC236}">
                      <a16:creationId xmlns:a16="http://schemas.microsoft.com/office/drawing/2014/main" id="{87D7DC3D-2CEA-5413-8713-661C3A1B8DB7}"/>
                    </a:ext>
                  </a:extLst>
                </p:cNvPr>
                <p:cNvSpPr/>
                <p:nvPr/>
              </p:nvSpPr>
              <p:spPr>
                <a:xfrm>
                  <a:off x="3457262" y="2580961"/>
                  <a:ext cx="12507" cy="13156"/>
                </a:xfrm>
                <a:custGeom>
                  <a:avLst/>
                  <a:gdLst>
                    <a:gd name="connsiteX0" fmla="*/ 12507 w 12507"/>
                    <a:gd name="connsiteY0" fmla="*/ 13157 h 13156"/>
                    <a:gd name="connsiteX1" fmla="*/ 0 w 12507"/>
                    <a:gd name="connsiteY1" fmla="*/ 13157 h 13156"/>
                    <a:gd name="connsiteX2" fmla="*/ 0 w 12507"/>
                    <a:gd name="connsiteY2" fmla="*/ 0 h 13156"/>
                    <a:gd name="connsiteX3" fmla="*/ 12507 w 12507"/>
                    <a:gd name="connsiteY3" fmla="*/ 0 h 13156"/>
                    <a:gd name="connsiteX4" fmla="*/ 12507 w 12507"/>
                    <a:gd name="connsiteY4" fmla="*/ 13157 h 13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507" h="13156">
                      <a:moveTo>
                        <a:pt x="12507" y="13157"/>
                      </a:moveTo>
                      <a:lnTo>
                        <a:pt x="0" y="13157"/>
                      </a:lnTo>
                      <a:lnTo>
                        <a:pt x="0" y="0"/>
                      </a:lnTo>
                      <a:lnTo>
                        <a:pt x="12507" y="0"/>
                      </a:lnTo>
                      <a:lnTo>
                        <a:pt x="12507" y="13157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9" name="자유형: 도형 158">
                  <a:extLst>
                    <a:ext uri="{FF2B5EF4-FFF2-40B4-BE49-F238E27FC236}">
                      <a16:creationId xmlns:a16="http://schemas.microsoft.com/office/drawing/2014/main" id="{A8AD70C8-C941-5A0D-75C4-9E036AE7EBDC}"/>
                    </a:ext>
                  </a:extLst>
                </p:cNvPr>
                <p:cNvSpPr/>
                <p:nvPr/>
              </p:nvSpPr>
              <p:spPr>
                <a:xfrm>
                  <a:off x="3492346" y="2515827"/>
                  <a:ext cx="58149" cy="78939"/>
                </a:xfrm>
                <a:custGeom>
                  <a:avLst/>
                  <a:gdLst>
                    <a:gd name="connsiteX0" fmla="*/ 48728 w 58149"/>
                    <a:gd name="connsiteY0" fmla="*/ 24851 h 78939"/>
                    <a:gd name="connsiteX1" fmla="*/ 30536 w 58149"/>
                    <a:gd name="connsiteY1" fmla="*/ 7472 h 78939"/>
                    <a:gd name="connsiteX2" fmla="*/ 12832 w 58149"/>
                    <a:gd name="connsiteY2" fmla="*/ 21116 h 78939"/>
                    <a:gd name="connsiteX3" fmla="*/ 2761 w 58149"/>
                    <a:gd name="connsiteY3" fmla="*/ 21116 h 78939"/>
                    <a:gd name="connsiteX4" fmla="*/ 30699 w 58149"/>
                    <a:gd name="connsiteY4" fmla="*/ 0 h 78939"/>
                    <a:gd name="connsiteX5" fmla="*/ 57174 w 58149"/>
                    <a:gd name="connsiteY5" fmla="*/ 25339 h 78939"/>
                    <a:gd name="connsiteX6" fmla="*/ 57174 w 58149"/>
                    <a:gd name="connsiteY6" fmla="*/ 66108 h 78939"/>
                    <a:gd name="connsiteX7" fmla="*/ 58149 w 58149"/>
                    <a:gd name="connsiteY7" fmla="*/ 77153 h 78939"/>
                    <a:gd name="connsiteX8" fmla="*/ 49053 w 58149"/>
                    <a:gd name="connsiteY8" fmla="*/ 77153 h 78939"/>
                    <a:gd name="connsiteX9" fmla="*/ 48403 w 58149"/>
                    <a:gd name="connsiteY9" fmla="*/ 67083 h 78939"/>
                    <a:gd name="connsiteX10" fmla="*/ 24526 w 58149"/>
                    <a:gd name="connsiteY10" fmla="*/ 78940 h 78939"/>
                    <a:gd name="connsiteX11" fmla="*/ 0 w 58149"/>
                    <a:gd name="connsiteY11" fmla="*/ 56525 h 78939"/>
                    <a:gd name="connsiteX12" fmla="*/ 14618 w 58149"/>
                    <a:gd name="connsiteY12" fmla="*/ 35084 h 78939"/>
                    <a:gd name="connsiteX13" fmla="*/ 48728 w 58149"/>
                    <a:gd name="connsiteY13" fmla="*/ 31511 h 78939"/>
                    <a:gd name="connsiteX14" fmla="*/ 48728 w 58149"/>
                    <a:gd name="connsiteY14" fmla="*/ 24851 h 78939"/>
                    <a:gd name="connsiteX15" fmla="*/ 26313 w 58149"/>
                    <a:gd name="connsiteY15" fmla="*/ 71306 h 78939"/>
                    <a:gd name="connsiteX16" fmla="*/ 49216 w 58149"/>
                    <a:gd name="connsiteY16" fmla="*/ 38495 h 78939"/>
                    <a:gd name="connsiteX17" fmla="*/ 8934 w 58149"/>
                    <a:gd name="connsiteY17" fmla="*/ 56687 h 78939"/>
                    <a:gd name="connsiteX18" fmla="*/ 26313 w 58149"/>
                    <a:gd name="connsiteY18" fmla="*/ 71306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8149" h="78939">
                      <a:moveTo>
                        <a:pt x="48728" y="24851"/>
                      </a:moveTo>
                      <a:cubicBezTo>
                        <a:pt x="47916" y="11695"/>
                        <a:pt x="40607" y="7472"/>
                        <a:pt x="30536" y="7472"/>
                      </a:cubicBezTo>
                      <a:cubicBezTo>
                        <a:pt x="21440" y="7472"/>
                        <a:pt x="13644" y="10558"/>
                        <a:pt x="12832" y="21116"/>
                      </a:cubicBezTo>
                      <a:lnTo>
                        <a:pt x="2761" y="21116"/>
                      </a:lnTo>
                      <a:cubicBezTo>
                        <a:pt x="3573" y="6660"/>
                        <a:pt x="16567" y="0"/>
                        <a:pt x="30699" y="0"/>
                      </a:cubicBezTo>
                      <a:cubicBezTo>
                        <a:pt x="47429" y="0"/>
                        <a:pt x="57499" y="7634"/>
                        <a:pt x="57174" y="25339"/>
                      </a:cubicBezTo>
                      <a:lnTo>
                        <a:pt x="57174" y="66108"/>
                      </a:lnTo>
                      <a:cubicBezTo>
                        <a:pt x="57174" y="69681"/>
                        <a:pt x="57662" y="75529"/>
                        <a:pt x="58149" y="77153"/>
                      </a:cubicBezTo>
                      <a:lnTo>
                        <a:pt x="49053" y="77153"/>
                      </a:lnTo>
                      <a:lnTo>
                        <a:pt x="48403" y="67083"/>
                      </a:lnTo>
                      <a:cubicBezTo>
                        <a:pt x="45155" y="73742"/>
                        <a:pt x="35247" y="78940"/>
                        <a:pt x="24526" y="78940"/>
                      </a:cubicBezTo>
                      <a:cubicBezTo>
                        <a:pt x="10233" y="78940"/>
                        <a:pt x="0" y="71793"/>
                        <a:pt x="0" y="56525"/>
                      </a:cubicBezTo>
                      <a:cubicBezTo>
                        <a:pt x="0" y="46129"/>
                        <a:pt x="5360" y="38820"/>
                        <a:pt x="14618" y="35084"/>
                      </a:cubicBezTo>
                      <a:cubicBezTo>
                        <a:pt x="24364" y="30536"/>
                        <a:pt x="38170" y="31511"/>
                        <a:pt x="48728" y="31511"/>
                      </a:cubicBezTo>
                      <a:lnTo>
                        <a:pt x="48728" y="24851"/>
                      </a:lnTo>
                      <a:close/>
                      <a:moveTo>
                        <a:pt x="26313" y="71306"/>
                      </a:moveTo>
                      <a:cubicBezTo>
                        <a:pt x="44668" y="71306"/>
                        <a:pt x="49216" y="55388"/>
                        <a:pt x="49216" y="38495"/>
                      </a:cubicBezTo>
                      <a:cubicBezTo>
                        <a:pt x="35084" y="38495"/>
                        <a:pt x="8934" y="36546"/>
                        <a:pt x="8934" y="56687"/>
                      </a:cubicBezTo>
                      <a:cubicBezTo>
                        <a:pt x="8934" y="67570"/>
                        <a:pt x="17542" y="71306"/>
                        <a:pt x="26313" y="7130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0" name="자유형: 도형 159">
                  <a:extLst>
                    <a:ext uri="{FF2B5EF4-FFF2-40B4-BE49-F238E27FC236}">
                      <a16:creationId xmlns:a16="http://schemas.microsoft.com/office/drawing/2014/main" id="{6B2B06F9-3989-A7A2-B91E-7117DC980FB0}"/>
                    </a:ext>
                  </a:extLst>
                </p:cNvPr>
                <p:cNvSpPr/>
                <p:nvPr/>
              </p:nvSpPr>
              <p:spPr>
                <a:xfrm>
                  <a:off x="3573073" y="2484479"/>
                  <a:ext cx="10070" cy="108501"/>
                </a:xfrm>
                <a:custGeom>
                  <a:avLst/>
                  <a:gdLst>
                    <a:gd name="connsiteX0" fmla="*/ 10070 w 10070"/>
                    <a:gd name="connsiteY0" fmla="*/ 0 h 108501"/>
                    <a:gd name="connsiteX1" fmla="*/ 10070 w 10070"/>
                    <a:gd name="connsiteY1" fmla="*/ 10720 h 108501"/>
                    <a:gd name="connsiteX2" fmla="*/ 0 w 10070"/>
                    <a:gd name="connsiteY2" fmla="*/ 10720 h 108501"/>
                    <a:gd name="connsiteX3" fmla="*/ 0 w 10070"/>
                    <a:gd name="connsiteY3" fmla="*/ 0 h 108501"/>
                    <a:gd name="connsiteX4" fmla="*/ 10070 w 10070"/>
                    <a:gd name="connsiteY4" fmla="*/ 0 h 108501"/>
                    <a:gd name="connsiteX5" fmla="*/ 487 w 10070"/>
                    <a:gd name="connsiteY5" fmla="*/ 32486 h 108501"/>
                    <a:gd name="connsiteX6" fmla="*/ 9421 w 10070"/>
                    <a:gd name="connsiteY6" fmla="*/ 32486 h 108501"/>
                    <a:gd name="connsiteX7" fmla="*/ 9421 w 10070"/>
                    <a:gd name="connsiteY7" fmla="*/ 108502 h 108501"/>
                    <a:gd name="connsiteX8" fmla="*/ 487 w 10070"/>
                    <a:gd name="connsiteY8" fmla="*/ 108502 h 108501"/>
                    <a:gd name="connsiteX9" fmla="*/ 487 w 10070"/>
                    <a:gd name="connsiteY9" fmla="*/ 32486 h 108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70" h="108501">
                      <a:moveTo>
                        <a:pt x="10070" y="0"/>
                      </a:moveTo>
                      <a:lnTo>
                        <a:pt x="10070" y="10720"/>
                      </a:lnTo>
                      <a:lnTo>
                        <a:pt x="0" y="10720"/>
                      </a:lnTo>
                      <a:lnTo>
                        <a:pt x="0" y="0"/>
                      </a:lnTo>
                      <a:lnTo>
                        <a:pt x="10070" y="0"/>
                      </a:lnTo>
                      <a:close/>
                      <a:moveTo>
                        <a:pt x="487" y="32486"/>
                      </a:moveTo>
                      <a:lnTo>
                        <a:pt x="9421" y="32486"/>
                      </a:lnTo>
                      <a:lnTo>
                        <a:pt x="9421" y="108502"/>
                      </a:lnTo>
                      <a:lnTo>
                        <a:pt x="487" y="108502"/>
                      </a:lnTo>
                      <a:lnTo>
                        <a:pt x="487" y="32486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1" name="자유형: 도형 160">
                  <a:extLst>
                    <a:ext uri="{FF2B5EF4-FFF2-40B4-BE49-F238E27FC236}">
                      <a16:creationId xmlns:a16="http://schemas.microsoft.com/office/drawing/2014/main" id="{1EE4AFB8-51DA-C1AF-E42B-4BC5F62969A5}"/>
                    </a:ext>
                  </a:extLst>
                </p:cNvPr>
                <p:cNvSpPr/>
                <p:nvPr/>
              </p:nvSpPr>
              <p:spPr>
                <a:xfrm>
                  <a:off x="2168885" y="2734293"/>
                  <a:ext cx="114836" cy="74554"/>
                </a:xfrm>
                <a:custGeom>
                  <a:avLst/>
                  <a:gdLst>
                    <a:gd name="connsiteX0" fmla="*/ 51165 w 114836"/>
                    <a:gd name="connsiteY0" fmla="*/ 2112 h 74554"/>
                    <a:gd name="connsiteX1" fmla="*/ 54088 w 114836"/>
                    <a:gd name="connsiteY1" fmla="*/ 0 h 74554"/>
                    <a:gd name="connsiteX2" fmla="*/ 59936 w 114836"/>
                    <a:gd name="connsiteY2" fmla="*/ 0 h 74554"/>
                    <a:gd name="connsiteX3" fmla="*/ 62860 w 114836"/>
                    <a:gd name="connsiteY3" fmla="*/ 2112 h 74554"/>
                    <a:gd name="connsiteX4" fmla="*/ 82188 w 114836"/>
                    <a:gd name="connsiteY4" fmla="*/ 67408 h 74554"/>
                    <a:gd name="connsiteX5" fmla="*/ 105253 w 114836"/>
                    <a:gd name="connsiteY5" fmla="*/ 0 h 74554"/>
                    <a:gd name="connsiteX6" fmla="*/ 114836 w 114836"/>
                    <a:gd name="connsiteY6" fmla="*/ 0 h 74554"/>
                    <a:gd name="connsiteX7" fmla="*/ 88198 w 114836"/>
                    <a:gd name="connsiteY7" fmla="*/ 72443 h 74554"/>
                    <a:gd name="connsiteX8" fmla="*/ 85275 w 114836"/>
                    <a:gd name="connsiteY8" fmla="*/ 74554 h 74554"/>
                    <a:gd name="connsiteX9" fmla="*/ 79427 w 114836"/>
                    <a:gd name="connsiteY9" fmla="*/ 74554 h 74554"/>
                    <a:gd name="connsiteX10" fmla="*/ 76503 w 114836"/>
                    <a:gd name="connsiteY10" fmla="*/ 72443 h 74554"/>
                    <a:gd name="connsiteX11" fmla="*/ 57012 w 114836"/>
                    <a:gd name="connsiteY11" fmla="*/ 6822 h 74554"/>
                    <a:gd name="connsiteX12" fmla="*/ 37358 w 114836"/>
                    <a:gd name="connsiteY12" fmla="*/ 72443 h 74554"/>
                    <a:gd name="connsiteX13" fmla="*/ 34435 w 114836"/>
                    <a:gd name="connsiteY13" fmla="*/ 74554 h 74554"/>
                    <a:gd name="connsiteX14" fmla="*/ 28587 w 114836"/>
                    <a:gd name="connsiteY14" fmla="*/ 74554 h 74554"/>
                    <a:gd name="connsiteX15" fmla="*/ 25664 w 114836"/>
                    <a:gd name="connsiteY15" fmla="*/ 72443 h 74554"/>
                    <a:gd name="connsiteX16" fmla="*/ 0 w 114836"/>
                    <a:gd name="connsiteY16" fmla="*/ 0 h 74554"/>
                    <a:gd name="connsiteX17" fmla="*/ 9421 w 114836"/>
                    <a:gd name="connsiteY17" fmla="*/ 0 h 74554"/>
                    <a:gd name="connsiteX18" fmla="*/ 31673 w 114836"/>
                    <a:gd name="connsiteY18" fmla="*/ 67408 h 74554"/>
                    <a:gd name="connsiteX19" fmla="*/ 51165 w 114836"/>
                    <a:gd name="connsiteY19" fmla="*/ 2112 h 74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14836" h="74554">
                      <a:moveTo>
                        <a:pt x="51165" y="2112"/>
                      </a:moveTo>
                      <a:cubicBezTo>
                        <a:pt x="51814" y="812"/>
                        <a:pt x="52302" y="0"/>
                        <a:pt x="54088" y="0"/>
                      </a:cubicBezTo>
                      <a:lnTo>
                        <a:pt x="59936" y="0"/>
                      </a:lnTo>
                      <a:cubicBezTo>
                        <a:pt x="61722" y="0"/>
                        <a:pt x="62210" y="650"/>
                        <a:pt x="62860" y="2112"/>
                      </a:cubicBezTo>
                      <a:lnTo>
                        <a:pt x="82188" y="67408"/>
                      </a:lnTo>
                      <a:lnTo>
                        <a:pt x="105253" y="0"/>
                      </a:lnTo>
                      <a:lnTo>
                        <a:pt x="114836" y="0"/>
                      </a:lnTo>
                      <a:lnTo>
                        <a:pt x="88198" y="72443"/>
                      </a:lnTo>
                      <a:cubicBezTo>
                        <a:pt x="87549" y="73742"/>
                        <a:pt x="87061" y="74554"/>
                        <a:pt x="85275" y="74554"/>
                      </a:cubicBezTo>
                      <a:lnTo>
                        <a:pt x="79427" y="74554"/>
                      </a:lnTo>
                      <a:cubicBezTo>
                        <a:pt x="77640" y="74554"/>
                        <a:pt x="77153" y="73905"/>
                        <a:pt x="76503" y="72443"/>
                      </a:cubicBezTo>
                      <a:lnTo>
                        <a:pt x="57012" y="6822"/>
                      </a:lnTo>
                      <a:lnTo>
                        <a:pt x="37358" y="72443"/>
                      </a:lnTo>
                      <a:cubicBezTo>
                        <a:pt x="36709" y="73742"/>
                        <a:pt x="36221" y="74554"/>
                        <a:pt x="34435" y="74554"/>
                      </a:cubicBezTo>
                      <a:lnTo>
                        <a:pt x="28587" y="74554"/>
                      </a:lnTo>
                      <a:cubicBezTo>
                        <a:pt x="26801" y="74554"/>
                        <a:pt x="26313" y="73905"/>
                        <a:pt x="25664" y="72443"/>
                      </a:cubicBezTo>
                      <a:lnTo>
                        <a:pt x="0" y="0"/>
                      </a:lnTo>
                      <a:lnTo>
                        <a:pt x="9421" y="0"/>
                      </a:lnTo>
                      <a:lnTo>
                        <a:pt x="31673" y="67408"/>
                      </a:lnTo>
                      <a:lnTo>
                        <a:pt x="51165" y="211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2" name="자유형: 도형 161">
                  <a:extLst>
                    <a:ext uri="{FF2B5EF4-FFF2-40B4-BE49-F238E27FC236}">
                      <a16:creationId xmlns:a16="http://schemas.microsoft.com/office/drawing/2014/main" id="{AC6CF19C-DA3B-48AE-FB5C-3F66FDD338B6}"/>
                    </a:ext>
                  </a:extLst>
                </p:cNvPr>
                <p:cNvSpPr/>
                <p:nvPr/>
              </p:nvSpPr>
              <p:spPr>
                <a:xfrm>
                  <a:off x="2286158" y="2734293"/>
                  <a:ext cx="114673" cy="74554"/>
                </a:xfrm>
                <a:custGeom>
                  <a:avLst/>
                  <a:gdLst>
                    <a:gd name="connsiteX0" fmla="*/ 51165 w 114673"/>
                    <a:gd name="connsiteY0" fmla="*/ 2112 h 74554"/>
                    <a:gd name="connsiteX1" fmla="*/ 54088 w 114673"/>
                    <a:gd name="connsiteY1" fmla="*/ 0 h 74554"/>
                    <a:gd name="connsiteX2" fmla="*/ 59936 w 114673"/>
                    <a:gd name="connsiteY2" fmla="*/ 0 h 74554"/>
                    <a:gd name="connsiteX3" fmla="*/ 62859 w 114673"/>
                    <a:gd name="connsiteY3" fmla="*/ 2112 h 74554"/>
                    <a:gd name="connsiteX4" fmla="*/ 82188 w 114673"/>
                    <a:gd name="connsiteY4" fmla="*/ 67408 h 74554"/>
                    <a:gd name="connsiteX5" fmla="*/ 105253 w 114673"/>
                    <a:gd name="connsiteY5" fmla="*/ 0 h 74554"/>
                    <a:gd name="connsiteX6" fmla="*/ 114674 w 114673"/>
                    <a:gd name="connsiteY6" fmla="*/ 0 h 74554"/>
                    <a:gd name="connsiteX7" fmla="*/ 88036 w 114673"/>
                    <a:gd name="connsiteY7" fmla="*/ 72443 h 74554"/>
                    <a:gd name="connsiteX8" fmla="*/ 85112 w 114673"/>
                    <a:gd name="connsiteY8" fmla="*/ 74554 h 74554"/>
                    <a:gd name="connsiteX9" fmla="*/ 79265 w 114673"/>
                    <a:gd name="connsiteY9" fmla="*/ 74554 h 74554"/>
                    <a:gd name="connsiteX10" fmla="*/ 76341 w 114673"/>
                    <a:gd name="connsiteY10" fmla="*/ 72443 h 74554"/>
                    <a:gd name="connsiteX11" fmla="*/ 56850 w 114673"/>
                    <a:gd name="connsiteY11" fmla="*/ 6822 h 74554"/>
                    <a:gd name="connsiteX12" fmla="*/ 37196 w 114673"/>
                    <a:gd name="connsiteY12" fmla="*/ 72443 h 74554"/>
                    <a:gd name="connsiteX13" fmla="*/ 34272 w 114673"/>
                    <a:gd name="connsiteY13" fmla="*/ 74554 h 74554"/>
                    <a:gd name="connsiteX14" fmla="*/ 28425 w 114673"/>
                    <a:gd name="connsiteY14" fmla="*/ 74554 h 74554"/>
                    <a:gd name="connsiteX15" fmla="*/ 25501 w 114673"/>
                    <a:gd name="connsiteY15" fmla="*/ 72443 h 74554"/>
                    <a:gd name="connsiteX16" fmla="*/ 0 w 114673"/>
                    <a:gd name="connsiteY16" fmla="*/ 0 h 74554"/>
                    <a:gd name="connsiteX17" fmla="*/ 9421 w 114673"/>
                    <a:gd name="connsiteY17" fmla="*/ 0 h 74554"/>
                    <a:gd name="connsiteX18" fmla="*/ 31673 w 114673"/>
                    <a:gd name="connsiteY18" fmla="*/ 67408 h 74554"/>
                    <a:gd name="connsiteX19" fmla="*/ 51165 w 114673"/>
                    <a:gd name="connsiteY19" fmla="*/ 2112 h 74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14673" h="74554">
                      <a:moveTo>
                        <a:pt x="51165" y="2112"/>
                      </a:moveTo>
                      <a:cubicBezTo>
                        <a:pt x="51814" y="812"/>
                        <a:pt x="52302" y="0"/>
                        <a:pt x="54088" y="0"/>
                      </a:cubicBezTo>
                      <a:lnTo>
                        <a:pt x="59936" y="0"/>
                      </a:lnTo>
                      <a:cubicBezTo>
                        <a:pt x="61722" y="0"/>
                        <a:pt x="62210" y="650"/>
                        <a:pt x="62859" y="2112"/>
                      </a:cubicBezTo>
                      <a:lnTo>
                        <a:pt x="82188" y="67408"/>
                      </a:lnTo>
                      <a:lnTo>
                        <a:pt x="105253" y="0"/>
                      </a:lnTo>
                      <a:lnTo>
                        <a:pt x="114674" y="0"/>
                      </a:lnTo>
                      <a:lnTo>
                        <a:pt x="88036" y="72443"/>
                      </a:lnTo>
                      <a:cubicBezTo>
                        <a:pt x="87386" y="73742"/>
                        <a:pt x="86899" y="74554"/>
                        <a:pt x="85112" y="74554"/>
                      </a:cubicBezTo>
                      <a:lnTo>
                        <a:pt x="79265" y="74554"/>
                      </a:lnTo>
                      <a:cubicBezTo>
                        <a:pt x="77478" y="74554"/>
                        <a:pt x="76991" y="73905"/>
                        <a:pt x="76341" y="72443"/>
                      </a:cubicBezTo>
                      <a:lnTo>
                        <a:pt x="56850" y="6822"/>
                      </a:lnTo>
                      <a:lnTo>
                        <a:pt x="37196" y="72443"/>
                      </a:lnTo>
                      <a:cubicBezTo>
                        <a:pt x="36546" y="73742"/>
                        <a:pt x="36059" y="74554"/>
                        <a:pt x="34272" y="74554"/>
                      </a:cubicBezTo>
                      <a:lnTo>
                        <a:pt x="28425" y="74554"/>
                      </a:lnTo>
                      <a:cubicBezTo>
                        <a:pt x="26638" y="74554"/>
                        <a:pt x="26151" y="73905"/>
                        <a:pt x="25501" y="72443"/>
                      </a:cubicBezTo>
                      <a:lnTo>
                        <a:pt x="0" y="0"/>
                      </a:lnTo>
                      <a:lnTo>
                        <a:pt x="9421" y="0"/>
                      </a:lnTo>
                      <a:lnTo>
                        <a:pt x="31673" y="67408"/>
                      </a:lnTo>
                      <a:lnTo>
                        <a:pt x="51165" y="211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3" name="자유형: 도형 162">
                  <a:extLst>
                    <a:ext uri="{FF2B5EF4-FFF2-40B4-BE49-F238E27FC236}">
                      <a16:creationId xmlns:a16="http://schemas.microsoft.com/office/drawing/2014/main" id="{6C4C1350-B35B-15F1-F82E-0BAA9250A8E7}"/>
                    </a:ext>
                  </a:extLst>
                </p:cNvPr>
                <p:cNvSpPr/>
                <p:nvPr/>
              </p:nvSpPr>
              <p:spPr>
                <a:xfrm>
                  <a:off x="2403268" y="2734293"/>
                  <a:ext cx="114836" cy="74554"/>
                </a:xfrm>
                <a:custGeom>
                  <a:avLst/>
                  <a:gdLst>
                    <a:gd name="connsiteX0" fmla="*/ 51165 w 114836"/>
                    <a:gd name="connsiteY0" fmla="*/ 2112 h 74554"/>
                    <a:gd name="connsiteX1" fmla="*/ 54088 w 114836"/>
                    <a:gd name="connsiteY1" fmla="*/ 0 h 74554"/>
                    <a:gd name="connsiteX2" fmla="*/ 59936 w 114836"/>
                    <a:gd name="connsiteY2" fmla="*/ 0 h 74554"/>
                    <a:gd name="connsiteX3" fmla="*/ 62859 w 114836"/>
                    <a:gd name="connsiteY3" fmla="*/ 2112 h 74554"/>
                    <a:gd name="connsiteX4" fmla="*/ 82188 w 114836"/>
                    <a:gd name="connsiteY4" fmla="*/ 67408 h 74554"/>
                    <a:gd name="connsiteX5" fmla="*/ 105253 w 114836"/>
                    <a:gd name="connsiteY5" fmla="*/ 0 h 74554"/>
                    <a:gd name="connsiteX6" fmla="*/ 114836 w 114836"/>
                    <a:gd name="connsiteY6" fmla="*/ 0 h 74554"/>
                    <a:gd name="connsiteX7" fmla="*/ 88198 w 114836"/>
                    <a:gd name="connsiteY7" fmla="*/ 72443 h 74554"/>
                    <a:gd name="connsiteX8" fmla="*/ 85275 w 114836"/>
                    <a:gd name="connsiteY8" fmla="*/ 74554 h 74554"/>
                    <a:gd name="connsiteX9" fmla="*/ 79427 w 114836"/>
                    <a:gd name="connsiteY9" fmla="*/ 74554 h 74554"/>
                    <a:gd name="connsiteX10" fmla="*/ 76503 w 114836"/>
                    <a:gd name="connsiteY10" fmla="*/ 72443 h 74554"/>
                    <a:gd name="connsiteX11" fmla="*/ 57012 w 114836"/>
                    <a:gd name="connsiteY11" fmla="*/ 6822 h 74554"/>
                    <a:gd name="connsiteX12" fmla="*/ 37358 w 114836"/>
                    <a:gd name="connsiteY12" fmla="*/ 72443 h 74554"/>
                    <a:gd name="connsiteX13" fmla="*/ 34435 w 114836"/>
                    <a:gd name="connsiteY13" fmla="*/ 74554 h 74554"/>
                    <a:gd name="connsiteX14" fmla="*/ 28587 w 114836"/>
                    <a:gd name="connsiteY14" fmla="*/ 74554 h 74554"/>
                    <a:gd name="connsiteX15" fmla="*/ 25664 w 114836"/>
                    <a:gd name="connsiteY15" fmla="*/ 72443 h 74554"/>
                    <a:gd name="connsiteX16" fmla="*/ 0 w 114836"/>
                    <a:gd name="connsiteY16" fmla="*/ 0 h 74554"/>
                    <a:gd name="connsiteX17" fmla="*/ 9421 w 114836"/>
                    <a:gd name="connsiteY17" fmla="*/ 0 h 74554"/>
                    <a:gd name="connsiteX18" fmla="*/ 31673 w 114836"/>
                    <a:gd name="connsiteY18" fmla="*/ 67408 h 74554"/>
                    <a:gd name="connsiteX19" fmla="*/ 51165 w 114836"/>
                    <a:gd name="connsiteY19" fmla="*/ 2112 h 74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14836" h="74554">
                      <a:moveTo>
                        <a:pt x="51165" y="2112"/>
                      </a:moveTo>
                      <a:cubicBezTo>
                        <a:pt x="51814" y="812"/>
                        <a:pt x="52302" y="0"/>
                        <a:pt x="54088" y="0"/>
                      </a:cubicBezTo>
                      <a:lnTo>
                        <a:pt x="59936" y="0"/>
                      </a:lnTo>
                      <a:cubicBezTo>
                        <a:pt x="61722" y="0"/>
                        <a:pt x="62210" y="650"/>
                        <a:pt x="62859" y="2112"/>
                      </a:cubicBezTo>
                      <a:lnTo>
                        <a:pt x="82188" y="67408"/>
                      </a:lnTo>
                      <a:lnTo>
                        <a:pt x="105253" y="0"/>
                      </a:lnTo>
                      <a:lnTo>
                        <a:pt x="114836" y="0"/>
                      </a:lnTo>
                      <a:lnTo>
                        <a:pt x="88198" y="72443"/>
                      </a:lnTo>
                      <a:cubicBezTo>
                        <a:pt x="87549" y="73742"/>
                        <a:pt x="87061" y="74554"/>
                        <a:pt x="85275" y="74554"/>
                      </a:cubicBezTo>
                      <a:lnTo>
                        <a:pt x="79427" y="74554"/>
                      </a:lnTo>
                      <a:cubicBezTo>
                        <a:pt x="77640" y="74554"/>
                        <a:pt x="77153" y="73905"/>
                        <a:pt x="76503" y="72443"/>
                      </a:cubicBezTo>
                      <a:lnTo>
                        <a:pt x="57012" y="6822"/>
                      </a:lnTo>
                      <a:lnTo>
                        <a:pt x="37358" y="72443"/>
                      </a:lnTo>
                      <a:cubicBezTo>
                        <a:pt x="36709" y="73742"/>
                        <a:pt x="36221" y="74554"/>
                        <a:pt x="34435" y="74554"/>
                      </a:cubicBezTo>
                      <a:lnTo>
                        <a:pt x="28587" y="74554"/>
                      </a:lnTo>
                      <a:cubicBezTo>
                        <a:pt x="26801" y="74554"/>
                        <a:pt x="26313" y="73905"/>
                        <a:pt x="25664" y="72443"/>
                      </a:cubicBezTo>
                      <a:lnTo>
                        <a:pt x="0" y="0"/>
                      </a:lnTo>
                      <a:lnTo>
                        <a:pt x="9421" y="0"/>
                      </a:lnTo>
                      <a:lnTo>
                        <a:pt x="31673" y="67408"/>
                      </a:lnTo>
                      <a:lnTo>
                        <a:pt x="51165" y="211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4" name="자유형: 도형 163">
                  <a:extLst>
                    <a:ext uri="{FF2B5EF4-FFF2-40B4-BE49-F238E27FC236}">
                      <a16:creationId xmlns:a16="http://schemas.microsoft.com/office/drawing/2014/main" id="{123FB672-60DD-4F44-EF7D-21CB27C24E7A}"/>
                    </a:ext>
                  </a:extLst>
                </p:cNvPr>
                <p:cNvSpPr/>
                <p:nvPr/>
              </p:nvSpPr>
              <p:spPr>
                <a:xfrm>
                  <a:off x="2533211" y="2797315"/>
                  <a:ext cx="12669" cy="13156"/>
                </a:xfrm>
                <a:custGeom>
                  <a:avLst/>
                  <a:gdLst>
                    <a:gd name="connsiteX0" fmla="*/ 12669 w 12669"/>
                    <a:gd name="connsiteY0" fmla="*/ 13157 h 13156"/>
                    <a:gd name="connsiteX1" fmla="*/ 0 w 12669"/>
                    <a:gd name="connsiteY1" fmla="*/ 13157 h 13156"/>
                    <a:gd name="connsiteX2" fmla="*/ 0 w 12669"/>
                    <a:gd name="connsiteY2" fmla="*/ 0 h 13156"/>
                    <a:gd name="connsiteX3" fmla="*/ 12669 w 12669"/>
                    <a:gd name="connsiteY3" fmla="*/ 0 h 13156"/>
                    <a:gd name="connsiteX4" fmla="*/ 12669 w 12669"/>
                    <a:gd name="connsiteY4" fmla="*/ 13157 h 13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669" h="13156">
                      <a:moveTo>
                        <a:pt x="12669" y="13157"/>
                      </a:moveTo>
                      <a:lnTo>
                        <a:pt x="0" y="13157"/>
                      </a:lnTo>
                      <a:lnTo>
                        <a:pt x="0" y="0"/>
                      </a:lnTo>
                      <a:lnTo>
                        <a:pt x="12669" y="0"/>
                      </a:lnTo>
                      <a:lnTo>
                        <a:pt x="12669" y="13157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5" name="자유형: 도형 164">
                  <a:extLst>
                    <a:ext uri="{FF2B5EF4-FFF2-40B4-BE49-F238E27FC236}">
                      <a16:creationId xmlns:a16="http://schemas.microsoft.com/office/drawing/2014/main" id="{E1194D24-D7BC-E035-2E1B-BFED350C5092}"/>
                    </a:ext>
                  </a:extLst>
                </p:cNvPr>
                <p:cNvSpPr/>
                <p:nvPr/>
              </p:nvSpPr>
              <p:spPr>
                <a:xfrm>
                  <a:off x="2565046" y="2734455"/>
                  <a:ext cx="69519" cy="103466"/>
                </a:xfrm>
                <a:custGeom>
                  <a:avLst/>
                  <a:gdLst>
                    <a:gd name="connsiteX0" fmla="*/ 0 w 69519"/>
                    <a:gd name="connsiteY0" fmla="*/ 0 h 103466"/>
                    <a:gd name="connsiteX1" fmla="*/ 10071 w 69519"/>
                    <a:gd name="connsiteY1" fmla="*/ 0 h 103466"/>
                    <a:gd name="connsiteX2" fmla="*/ 35409 w 69519"/>
                    <a:gd name="connsiteY2" fmla="*/ 65621 h 103466"/>
                    <a:gd name="connsiteX3" fmla="*/ 59773 w 69519"/>
                    <a:gd name="connsiteY3" fmla="*/ 0 h 103466"/>
                    <a:gd name="connsiteX4" fmla="*/ 69519 w 69519"/>
                    <a:gd name="connsiteY4" fmla="*/ 0 h 103466"/>
                    <a:gd name="connsiteX5" fmla="*/ 28262 w 69519"/>
                    <a:gd name="connsiteY5" fmla="*/ 103466 h 103466"/>
                    <a:gd name="connsiteX6" fmla="*/ 18842 w 69519"/>
                    <a:gd name="connsiteY6" fmla="*/ 103466 h 103466"/>
                    <a:gd name="connsiteX7" fmla="*/ 30049 w 69519"/>
                    <a:gd name="connsiteY7" fmla="*/ 74392 h 103466"/>
                    <a:gd name="connsiteX8" fmla="*/ 0 w 69519"/>
                    <a:gd name="connsiteY8" fmla="*/ 0 h 103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9519" h="103466">
                      <a:moveTo>
                        <a:pt x="0" y="0"/>
                      </a:moveTo>
                      <a:lnTo>
                        <a:pt x="10071" y="0"/>
                      </a:lnTo>
                      <a:lnTo>
                        <a:pt x="35409" y="65621"/>
                      </a:lnTo>
                      <a:lnTo>
                        <a:pt x="59773" y="0"/>
                      </a:lnTo>
                      <a:lnTo>
                        <a:pt x="69519" y="0"/>
                      </a:lnTo>
                      <a:lnTo>
                        <a:pt x="28262" y="103466"/>
                      </a:lnTo>
                      <a:lnTo>
                        <a:pt x="18842" y="103466"/>
                      </a:lnTo>
                      <a:lnTo>
                        <a:pt x="30049" y="7439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6" name="자유형: 도형 165">
                  <a:extLst>
                    <a:ext uri="{FF2B5EF4-FFF2-40B4-BE49-F238E27FC236}">
                      <a16:creationId xmlns:a16="http://schemas.microsoft.com/office/drawing/2014/main" id="{B18E37D7-41F2-2BAF-B032-A5717ABA90AA}"/>
                    </a:ext>
                  </a:extLst>
                </p:cNvPr>
                <p:cNvSpPr/>
                <p:nvPr/>
              </p:nvSpPr>
              <p:spPr>
                <a:xfrm>
                  <a:off x="2641550" y="2732181"/>
                  <a:ext cx="67732" cy="78939"/>
                </a:xfrm>
                <a:custGeom>
                  <a:avLst/>
                  <a:gdLst>
                    <a:gd name="connsiteX0" fmla="*/ 67732 w 67732"/>
                    <a:gd name="connsiteY0" fmla="*/ 39470 h 78939"/>
                    <a:gd name="connsiteX1" fmla="*/ 33298 w 67732"/>
                    <a:gd name="connsiteY1" fmla="*/ 78940 h 78939"/>
                    <a:gd name="connsiteX2" fmla="*/ 0 w 67732"/>
                    <a:gd name="connsiteY2" fmla="*/ 39470 h 78939"/>
                    <a:gd name="connsiteX3" fmla="*/ 33298 w 67732"/>
                    <a:gd name="connsiteY3" fmla="*/ 0 h 78939"/>
                    <a:gd name="connsiteX4" fmla="*/ 67732 w 67732"/>
                    <a:gd name="connsiteY4" fmla="*/ 39470 h 78939"/>
                    <a:gd name="connsiteX5" fmla="*/ 33298 w 67732"/>
                    <a:gd name="connsiteY5" fmla="*/ 7634 h 78939"/>
                    <a:gd name="connsiteX6" fmla="*/ 8446 w 67732"/>
                    <a:gd name="connsiteY6" fmla="*/ 39470 h 78939"/>
                    <a:gd name="connsiteX7" fmla="*/ 33298 w 67732"/>
                    <a:gd name="connsiteY7" fmla="*/ 71143 h 78939"/>
                    <a:gd name="connsiteX8" fmla="*/ 58961 w 67732"/>
                    <a:gd name="connsiteY8" fmla="*/ 39470 h 78939"/>
                    <a:gd name="connsiteX9" fmla="*/ 33298 w 67732"/>
                    <a:gd name="connsiteY9" fmla="*/ 7634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7732" h="78939">
                      <a:moveTo>
                        <a:pt x="67732" y="39470"/>
                      </a:moveTo>
                      <a:cubicBezTo>
                        <a:pt x="67732" y="59773"/>
                        <a:pt x="56850" y="78940"/>
                        <a:pt x="33298" y="78940"/>
                      </a:cubicBezTo>
                      <a:cubicBezTo>
                        <a:pt x="9746" y="78940"/>
                        <a:pt x="0" y="59773"/>
                        <a:pt x="0" y="39470"/>
                      </a:cubicBezTo>
                      <a:cubicBezTo>
                        <a:pt x="0" y="19166"/>
                        <a:pt x="10233" y="0"/>
                        <a:pt x="33298" y="0"/>
                      </a:cubicBezTo>
                      <a:cubicBezTo>
                        <a:pt x="56362" y="0"/>
                        <a:pt x="67732" y="19166"/>
                        <a:pt x="67732" y="39470"/>
                      </a:cubicBezTo>
                      <a:close/>
                      <a:moveTo>
                        <a:pt x="33298" y="7634"/>
                      </a:moveTo>
                      <a:cubicBezTo>
                        <a:pt x="15431" y="7634"/>
                        <a:pt x="8446" y="25176"/>
                        <a:pt x="8446" y="39470"/>
                      </a:cubicBezTo>
                      <a:cubicBezTo>
                        <a:pt x="8446" y="53764"/>
                        <a:pt x="15431" y="71143"/>
                        <a:pt x="33298" y="71143"/>
                      </a:cubicBezTo>
                      <a:cubicBezTo>
                        <a:pt x="51165" y="71143"/>
                        <a:pt x="58961" y="53926"/>
                        <a:pt x="58961" y="39470"/>
                      </a:cubicBezTo>
                      <a:cubicBezTo>
                        <a:pt x="58961" y="25014"/>
                        <a:pt x="51165" y="7634"/>
                        <a:pt x="33298" y="763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7" name="자유형: 도형 166">
                  <a:extLst>
                    <a:ext uri="{FF2B5EF4-FFF2-40B4-BE49-F238E27FC236}">
                      <a16:creationId xmlns:a16="http://schemas.microsoft.com/office/drawing/2014/main" id="{366DA3FD-E34F-57AC-4812-6D7053E6129C}"/>
                    </a:ext>
                  </a:extLst>
                </p:cNvPr>
                <p:cNvSpPr/>
                <p:nvPr/>
              </p:nvSpPr>
              <p:spPr>
                <a:xfrm>
                  <a:off x="2728449" y="2734618"/>
                  <a:ext cx="57174" cy="76665"/>
                </a:xfrm>
                <a:custGeom>
                  <a:avLst/>
                  <a:gdLst>
                    <a:gd name="connsiteX0" fmla="*/ 48891 w 57174"/>
                    <a:gd name="connsiteY0" fmla="*/ 74879 h 76665"/>
                    <a:gd name="connsiteX1" fmla="*/ 49378 w 57174"/>
                    <a:gd name="connsiteY1" fmla="*/ 62372 h 76665"/>
                    <a:gd name="connsiteX2" fmla="*/ 25014 w 57174"/>
                    <a:gd name="connsiteY2" fmla="*/ 76666 h 76665"/>
                    <a:gd name="connsiteX3" fmla="*/ 0 w 57174"/>
                    <a:gd name="connsiteY3" fmla="*/ 49378 h 76665"/>
                    <a:gd name="connsiteX4" fmla="*/ 0 w 57174"/>
                    <a:gd name="connsiteY4" fmla="*/ 0 h 76665"/>
                    <a:gd name="connsiteX5" fmla="*/ 8771 w 57174"/>
                    <a:gd name="connsiteY5" fmla="*/ 0 h 76665"/>
                    <a:gd name="connsiteX6" fmla="*/ 8771 w 57174"/>
                    <a:gd name="connsiteY6" fmla="*/ 46942 h 76665"/>
                    <a:gd name="connsiteX7" fmla="*/ 27288 w 57174"/>
                    <a:gd name="connsiteY7" fmla="*/ 69357 h 76665"/>
                    <a:gd name="connsiteX8" fmla="*/ 49216 w 57174"/>
                    <a:gd name="connsiteY8" fmla="*/ 44018 h 76665"/>
                    <a:gd name="connsiteX9" fmla="*/ 49216 w 57174"/>
                    <a:gd name="connsiteY9" fmla="*/ 0 h 76665"/>
                    <a:gd name="connsiteX10" fmla="*/ 57175 w 57174"/>
                    <a:gd name="connsiteY10" fmla="*/ 0 h 76665"/>
                    <a:gd name="connsiteX11" fmla="*/ 57175 w 57174"/>
                    <a:gd name="connsiteY11" fmla="*/ 75042 h 76665"/>
                    <a:gd name="connsiteX12" fmla="*/ 49053 w 57174"/>
                    <a:gd name="connsiteY12" fmla="*/ 75042 h 76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7174" h="76665">
                      <a:moveTo>
                        <a:pt x="48891" y="74879"/>
                      </a:moveTo>
                      <a:lnTo>
                        <a:pt x="49378" y="62372"/>
                      </a:lnTo>
                      <a:cubicBezTo>
                        <a:pt x="44343" y="72118"/>
                        <a:pt x="35572" y="76666"/>
                        <a:pt x="25014" y="76666"/>
                      </a:cubicBezTo>
                      <a:cubicBezTo>
                        <a:pt x="8934" y="76666"/>
                        <a:pt x="0" y="67245"/>
                        <a:pt x="0" y="49378"/>
                      </a:cubicBezTo>
                      <a:lnTo>
                        <a:pt x="0" y="0"/>
                      </a:lnTo>
                      <a:lnTo>
                        <a:pt x="8771" y="0"/>
                      </a:lnTo>
                      <a:lnTo>
                        <a:pt x="8771" y="46942"/>
                      </a:lnTo>
                      <a:cubicBezTo>
                        <a:pt x="8771" y="61723"/>
                        <a:pt x="13969" y="69357"/>
                        <a:pt x="27288" y="69357"/>
                      </a:cubicBezTo>
                      <a:cubicBezTo>
                        <a:pt x="38008" y="69357"/>
                        <a:pt x="49216" y="60261"/>
                        <a:pt x="49216" y="44018"/>
                      </a:cubicBezTo>
                      <a:lnTo>
                        <a:pt x="49216" y="0"/>
                      </a:lnTo>
                      <a:lnTo>
                        <a:pt x="57175" y="0"/>
                      </a:lnTo>
                      <a:lnTo>
                        <a:pt x="57175" y="75042"/>
                      </a:lnTo>
                      <a:lnTo>
                        <a:pt x="49053" y="7504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8" name="자유형: 도형 167">
                  <a:extLst>
                    <a:ext uri="{FF2B5EF4-FFF2-40B4-BE49-F238E27FC236}">
                      <a16:creationId xmlns:a16="http://schemas.microsoft.com/office/drawing/2014/main" id="{56423F75-F208-3522-B76E-9BD87E4660F3}"/>
                    </a:ext>
                  </a:extLst>
                </p:cNvPr>
                <p:cNvSpPr/>
                <p:nvPr/>
              </p:nvSpPr>
              <p:spPr>
                <a:xfrm>
                  <a:off x="2801541" y="2712852"/>
                  <a:ext cx="41419" cy="98756"/>
                </a:xfrm>
                <a:custGeom>
                  <a:avLst/>
                  <a:gdLst>
                    <a:gd name="connsiteX0" fmla="*/ 23552 w 41419"/>
                    <a:gd name="connsiteY0" fmla="*/ 0 h 98756"/>
                    <a:gd name="connsiteX1" fmla="*/ 23552 w 41419"/>
                    <a:gd name="connsiteY1" fmla="*/ 21765 h 98756"/>
                    <a:gd name="connsiteX2" fmla="*/ 40445 w 41419"/>
                    <a:gd name="connsiteY2" fmla="*/ 21765 h 98756"/>
                    <a:gd name="connsiteX3" fmla="*/ 40445 w 41419"/>
                    <a:gd name="connsiteY3" fmla="*/ 29562 h 98756"/>
                    <a:gd name="connsiteX4" fmla="*/ 23552 w 41419"/>
                    <a:gd name="connsiteY4" fmla="*/ 29562 h 98756"/>
                    <a:gd name="connsiteX5" fmla="*/ 23552 w 41419"/>
                    <a:gd name="connsiteY5" fmla="*/ 80077 h 98756"/>
                    <a:gd name="connsiteX6" fmla="*/ 33785 w 41419"/>
                    <a:gd name="connsiteY6" fmla="*/ 91609 h 98756"/>
                    <a:gd name="connsiteX7" fmla="*/ 41419 w 41419"/>
                    <a:gd name="connsiteY7" fmla="*/ 90635 h 98756"/>
                    <a:gd name="connsiteX8" fmla="*/ 41419 w 41419"/>
                    <a:gd name="connsiteY8" fmla="*/ 97619 h 98756"/>
                    <a:gd name="connsiteX9" fmla="*/ 32810 w 41419"/>
                    <a:gd name="connsiteY9" fmla="*/ 98756 h 98756"/>
                    <a:gd name="connsiteX10" fmla="*/ 14781 w 41419"/>
                    <a:gd name="connsiteY10" fmla="*/ 78940 h 98756"/>
                    <a:gd name="connsiteX11" fmla="*/ 14781 w 41419"/>
                    <a:gd name="connsiteY11" fmla="*/ 29724 h 98756"/>
                    <a:gd name="connsiteX12" fmla="*/ 0 w 41419"/>
                    <a:gd name="connsiteY12" fmla="*/ 29724 h 98756"/>
                    <a:gd name="connsiteX13" fmla="*/ 0 w 41419"/>
                    <a:gd name="connsiteY13" fmla="*/ 21928 h 98756"/>
                    <a:gd name="connsiteX14" fmla="*/ 14781 w 41419"/>
                    <a:gd name="connsiteY14" fmla="*/ 21928 h 98756"/>
                    <a:gd name="connsiteX15" fmla="*/ 14781 w 41419"/>
                    <a:gd name="connsiteY15" fmla="*/ 162 h 98756"/>
                    <a:gd name="connsiteX16" fmla="*/ 23552 w 41419"/>
                    <a:gd name="connsiteY16" fmla="*/ 162 h 98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41419" h="98756">
                      <a:moveTo>
                        <a:pt x="23552" y="0"/>
                      </a:moveTo>
                      <a:lnTo>
                        <a:pt x="23552" y="21765"/>
                      </a:lnTo>
                      <a:lnTo>
                        <a:pt x="40445" y="21765"/>
                      </a:lnTo>
                      <a:lnTo>
                        <a:pt x="40445" y="29562"/>
                      </a:lnTo>
                      <a:lnTo>
                        <a:pt x="23552" y="29562"/>
                      </a:lnTo>
                      <a:lnTo>
                        <a:pt x="23552" y="80077"/>
                      </a:lnTo>
                      <a:cubicBezTo>
                        <a:pt x="23552" y="89823"/>
                        <a:pt x="28100" y="91609"/>
                        <a:pt x="33785" y="91609"/>
                      </a:cubicBezTo>
                      <a:cubicBezTo>
                        <a:pt x="37521" y="91609"/>
                        <a:pt x="40282" y="90960"/>
                        <a:pt x="41419" y="90635"/>
                      </a:cubicBezTo>
                      <a:lnTo>
                        <a:pt x="41419" y="97619"/>
                      </a:lnTo>
                      <a:cubicBezTo>
                        <a:pt x="39145" y="98269"/>
                        <a:pt x="36059" y="98756"/>
                        <a:pt x="32810" y="98756"/>
                      </a:cubicBezTo>
                      <a:cubicBezTo>
                        <a:pt x="22253" y="98756"/>
                        <a:pt x="14781" y="95020"/>
                        <a:pt x="14781" y="78940"/>
                      </a:cubicBezTo>
                      <a:lnTo>
                        <a:pt x="14781" y="29724"/>
                      </a:lnTo>
                      <a:lnTo>
                        <a:pt x="0" y="29724"/>
                      </a:lnTo>
                      <a:lnTo>
                        <a:pt x="0" y="21928"/>
                      </a:lnTo>
                      <a:lnTo>
                        <a:pt x="14781" y="21928"/>
                      </a:lnTo>
                      <a:lnTo>
                        <a:pt x="14781" y="162"/>
                      </a:lnTo>
                      <a:lnTo>
                        <a:pt x="23552" y="16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9" name="자유형: 도형 168">
                  <a:extLst>
                    <a:ext uri="{FF2B5EF4-FFF2-40B4-BE49-F238E27FC236}">
                      <a16:creationId xmlns:a16="http://schemas.microsoft.com/office/drawing/2014/main" id="{ACF8A892-3A92-6369-EDE1-E1217F70E333}"/>
                    </a:ext>
                  </a:extLst>
                </p:cNvPr>
                <p:cNvSpPr/>
                <p:nvPr/>
              </p:nvSpPr>
              <p:spPr>
                <a:xfrm>
                  <a:off x="2860340" y="2734618"/>
                  <a:ext cx="57174" cy="76665"/>
                </a:xfrm>
                <a:custGeom>
                  <a:avLst/>
                  <a:gdLst>
                    <a:gd name="connsiteX0" fmla="*/ 48891 w 57174"/>
                    <a:gd name="connsiteY0" fmla="*/ 74879 h 76665"/>
                    <a:gd name="connsiteX1" fmla="*/ 49378 w 57174"/>
                    <a:gd name="connsiteY1" fmla="*/ 62372 h 76665"/>
                    <a:gd name="connsiteX2" fmla="*/ 25014 w 57174"/>
                    <a:gd name="connsiteY2" fmla="*/ 76666 h 76665"/>
                    <a:gd name="connsiteX3" fmla="*/ 0 w 57174"/>
                    <a:gd name="connsiteY3" fmla="*/ 49378 h 76665"/>
                    <a:gd name="connsiteX4" fmla="*/ 0 w 57174"/>
                    <a:gd name="connsiteY4" fmla="*/ 0 h 76665"/>
                    <a:gd name="connsiteX5" fmla="*/ 8771 w 57174"/>
                    <a:gd name="connsiteY5" fmla="*/ 0 h 76665"/>
                    <a:gd name="connsiteX6" fmla="*/ 8771 w 57174"/>
                    <a:gd name="connsiteY6" fmla="*/ 46942 h 76665"/>
                    <a:gd name="connsiteX7" fmla="*/ 27288 w 57174"/>
                    <a:gd name="connsiteY7" fmla="*/ 69357 h 76665"/>
                    <a:gd name="connsiteX8" fmla="*/ 49216 w 57174"/>
                    <a:gd name="connsiteY8" fmla="*/ 44018 h 76665"/>
                    <a:gd name="connsiteX9" fmla="*/ 49216 w 57174"/>
                    <a:gd name="connsiteY9" fmla="*/ 0 h 76665"/>
                    <a:gd name="connsiteX10" fmla="*/ 57175 w 57174"/>
                    <a:gd name="connsiteY10" fmla="*/ 0 h 76665"/>
                    <a:gd name="connsiteX11" fmla="*/ 57175 w 57174"/>
                    <a:gd name="connsiteY11" fmla="*/ 75042 h 76665"/>
                    <a:gd name="connsiteX12" fmla="*/ 49053 w 57174"/>
                    <a:gd name="connsiteY12" fmla="*/ 75042 h 76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7174" h="76665">
                      <a:moveTo>
                        <a:pt x="48891" y="74879"/>
                      </a:moveTo>
                      <a:lnTo>
                        <a:pt x="49378" y="62372"/>
                      </a:lnTo>
                      <a:cubicBezTo>
                        <a:pt x="44343" y="72118"/>
                        <a:pt x="35409" y="76666"/>
                        <a:pt x="25014" y="76666"/>
                      </a:cubicBezTo>
                      <a:cubicBezTo>
                        <a:pt x="8934" y="76666"/>
                        <a:pt x="0" y="67245"/>
                        <a:pt x="0" y="49378"/>
                      </a:cubicBezTo>
                      <a:lnTo>
                        <a:pt x="0" y="0"/>
                      </a:lnTo>
                      <a:lnTo>
                        <a:pt x="8771" y="0"/>
                      </a:lnTo>
                      <a:lnTo>
                        <a:pt x="8771" y="46942"/>
                      </a:lnTo>
                      <a:cubicBezTo>
                        <a:pt x="8771" y="61723"/>
                        <a:pt x="13969" y="69357"/>
                        <a:pt x="27288" y="69357"/>
                      </a:cubicBezTo>
                      <a:cubicBezTo>
                        <a:pt x="38008" y="69357"/>
                        <a:pt x="49216" y="60261"/>
                        <a:pt x="49216" y="44018"/>
                      </a:cubicBezTo>
                      <a:lnTo>
                        <a:pt x="49216" y="0"/>
                      </a:lnTo>
                      <a:lnTo>
                        <a:pt x="57175" y="0"/>
                      </a:lnTo>
                      <a:lnTo>
                        <a:pt x="57175" y="75042"/>
                      </a:lnTo>
                      <a:lnTo>
                        <a:pt x="49053" y="7504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0" name="자유형: 도형 169">
                  <a:extLst>
                    <a:ext uri="{FF2B5EF4-FFF2-40B4-BE49-F238E27FC236}">
                      <a16:creationId xmlns:a16="http://schemas.microsoft.com/office/drawing/2014/main" id="{FA08005C-9EB9-ED0B-59CE-EFD08C0EFB7B}"/>
                    </a:ext>
                  </a:extLst>
                </p:cNvPr>
                <p:cNvSpPr/>
                <p:nvPr/>
              </p:nvSpPr>
              <p:spPr>
                <a:xfrm>
                  <a:off x="2939280" y="2698559"/>
                  <a:ext cx="65945" cy="113374"/>
                </a:xfrm>
                <a:custGeom>
                  <a:avLst/>
                  <a:gdLst>
                    <a:gd name="connsiteX0" fmla="*/ 9421 w 65945"/>
                    <a:gd name="connsiteY0" fmla="*/ 110938 h 113374"/>
                    <a:gd name="connsiteX1" fmla="*/ 0 w 65945"/>
                    <a:gd name="connsiteY1" fmla="*/ 110938 h 113374"/>
                    <a:gd name="connsiteX2" fmla="*/ 975 w 65945"/>
                    <a:gd name="connsiteY2" fmla="*/ 99893 h 113374"/>
                    <a:gd name="connsiteX3" fmla="*/ 975 w 65945"/>
                    <a:gd name="connsiteY3" fmla="*/ 0 h 113374"/>
                    <a:gd name="connsiteX4" fmla="*/ 9746 w 65945"/>
                    <a:gd name="connsiteY4" fmla="*/ 0 h 113374"/>
                    <a:gd name="connsiteX5" fmla="*/ 9746 w 65945"/>
                    <a:gd name="connsiteY5" fmla="*/ 49703 h 113374"/>
                    <a:gd name="connsiteX6" fmla="*/ 33785 w 65945"/>
                    <a:gd name="connsiteY6" fmla="*/ 34272 h 113374"/>
                    <a:gd name="connsiteX7" fmla="*/ 65946 w 65945"/>
                    <a:gd name="connsiteY7" fmla="*/ 73092 h 113374"/>
                    <a:gd name="connsiteX8" fmla="*/ 33785 w 65945"/>
                    <a:gd name="connsiteY8" fmla="*/ 113375 h 113374"/>
                    <a:gd name="connsiteX9" fmla="*/ 9908 w 65945"/>
                    <a:gd name="connsiteY9" fmla="*/ 100868 h 113374"/>
                    <a:gd name="connsiteX10" fmla="*/ 9258 w 65945"/>
                    <a:gd name="connsiteY10" fmla="*/ 111101 h 113374"/>
                    <a:gd name="connsiteX11" fmla="*/ 9746 w 65945"/>
                    <a:gd name="connsiteY11" fmla="*/ 72118 h 113374"/>
                    <a:gd name="connsiteX12" fmla="*/ 34597 w 65945"/>
                    <a:gd name="connsiteY12" fmla="*/ 105416 h 113374"/>
                    <a:gd name="connsiteX13" fmla="*/ 57175 w 65945"/>
                    <a:gd name="connsiteY13" fmla="*/ 72443 h 113374"/>
                    <a:gd name="connsiteX14" fmla="*/ 33460 w 65945"/>
                    <a:gd name="connsiteY14" fmla="*/ 41582 h 113374"/>
                    <a:gd name="connsiteX15" fmla="*/ 9746 w 65945"/>
                    <a:gd name="connsiteY15" fmla="*/ 71955 h 1133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65945" h="113374">
                      <a:moveTo>
                        <a:pt x="9421" y="110938"/>
                      </a:moveTo>
                      <a:lnTo>
                        <a:pt x="0" y="110938"/>
                      </a:lnTo>
                      <a:cubicBezTo>
                        <a:pt x="650" y="109151"/>
                        <a:pt x="975" y="103304"/>
                        <a:pt x="975" y="99893"/>
                      </a:cubicBezTo>
                      <a:lnTo>
                        <a:pt x="975" y="0"/>
                      </a:lnTo>
                      <a:lnTo>
                        <a:pt x="9746" y="0"/>
                      </a:lnTo>
                      <a:lnTo>
                        <a:pt x="9746" y="49703"/>
                      </a:lnTo>
                      <a:cubicBezTo>
                        <a:pt x="13644" y="40120"/>
                        <a:pt x="23714" y="34272"/>
                        <a:pt x="33785" y="34272"/>
                      </a:cubicBezTo>
                      <a:cubicBezTo>
                        <a:pt x="51652" y="34272"/>
                        <a:pt x="65946" y="45967"/>
                        <a:pt x="65946" y="73092"/>
                      </a:cubicBezTo>
                      <a:cubicBezTo>
                        <a:pt x="65946" y="100218"/>
                        <a:pt x="52951" y="113375"/>
                        <a:pt x="33785" y="113375"/>
                      </a:cubicBezTo>
                      <a:cubicBezTo>
                        <a:pt x="22415" y="113375"/>
                        <a:pt x="14456" y="108827"/>
                        <a:pt x="9908" y="100868"/>
                      </a:cubicBezTo>
                      <a:lnTo>
                        <a:pt x="9258" y="111101"/>
                      </a:lnTo>
                      <a:close/>
                      <a:moveTo>
                        <a:pt x="9746" y="72118"/>
                      </a:moveTo>
                      <a:cubicBezTo>
                        <a:pt x="9746" y="95020"/>
                        <a:pt x="16892" y="105416"/>
                        <a:pt x="34597" y="105416"/>
                      </a:cubicBezTo>
                      <a:cubicBezTo>
                        <a:pt x="48566" y="105416"/>
                        <a:pt x="57175" y="92909"/>
                        <a:pt x="57175" y="72443"/>
                      </a:cubicBezTo>
                      <a:cubicBezTo>
                        <a:pt x="57175" y="50353"/>
                        <a:pt x="46292" y="41582"/>
                        <a:pt x="33460" y="41582"/>
                      </a:cubicBezTo>
                      <a:cubicBezTo>
                        <a:pt x="21440" y="41582"/>
                        <a:pt x="9746" y="51814"/>
                        <a:pt x="9746" y="71955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1" name="자유형: 도형 170">
                  <a:extLst>
                    <a:ext uri="{FF2B5EF4-FFF2-40B4-BE49-F238E27FC236}">
                      <a16:creationId xmlns:a16="http://schemas.microsoft.com/office/drawing/2014/main" id="{52CEBA7C-B509-D7F7-F420-9D20494E0F49}"/>
                    </a:ext>
                  </a:extLst>
                </p:cNvPr>
                <p:cNvSpPr/>
                <p:nvPr/>
              </p:nvSpPr>
              <p:spPr>
                <a:xfrm>
                  <a:off x="3019032" y="2732019"/>
                  <a:ext cx="66595" cy="78939"/>
                </a:xfrm>
                <a:custGeom>
                  <a:avLst/>
                  <a:gdLst>
                    <a:gd name="connsiteX0" fmla="*/ 63834 w 66595"/>
                    <a:gd name="connsiteY0" fmla="*/ 41257 h 78939"/>
                    <a:gd name="connsiteX1" fmla="*/ 8933 w 66595"/>
                    <a:gd name="connsiteY1" fmla="*/ 41257 h 78939"/>
                    <a:gd name="connsiteX2" fmla="*/ 34922 w 66595"/>
                    <a:gd name="connsiteY2" fmla="*/ 71468 h 78939"/>
                    <a:gd name="connsiteX3" fmla="*/ 56200 w 66595"/>
                    <a:gd name="connsiteY3" fmla="*/ 53276 h 78939"/>
                    <a:gd name="connsiteX4" fmla="*/ 65621 w 66595"/>
                    <a:gd name="connsiteY4" fmla="*/ 53276 h 78939"/>
                    <a:gd name="connsiteX5" fmla="*/ 32323 w 66595"/>
                    <a:gd name="connsiteY5" fmla="*/ 78940 h 78939"/>
                    <a:gd name="connsiteX6" fmla="*/ 0 w 66595"/>
                    <a:gd name="connsiteY6" fmla="*/ 39470 h 78939"/>
                    <a:gd name="connsiteX7" fmla="*/ 32973 w 66595"/>
                    <a:gd name="connsiteY7" fmla="*/ 0 h 78939"/>
                    <a:gd name="connsiteX8" fmla="*/ 66595 w 66595"/>
                    <a:gd name="connsiteY8" fmla="*/ 38008 h 78939"/>
                    <a:gd name="connsiteX9" fmla="*/ 63834 w 66595"/>
                    <a:gd name="connsiteY9" fmla="*/ 41094 h 78939"/>
                    <a:gd name="connsiteX10" fmla="*/ 57662 w 66595"/>
                    <a:gd name="connsiteY10" fmla="*/ 33785 h 78939"/>
                    <a:gd name="connsiteX11" fmla="*/ 32973 w 66595"/>
                    <a:gd name="connsiteY11" fmla="*/ 7634 h 78939"/>
                    <a:gd name="connsiteX12" fmla="*/ 9096 w 66595"/>
                    <a:gd name="connsiteY12" fmla="*/ 33785 h 78939"/>
                    <a:gd name="connsiteX13" fmla="*/ 57662 w 66595"/>
                    <a:gd name="connsiteY13" fmla="*/ 33785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6595" h="78939">
                      <a:moveTo>
                        <a:pt x="63834" y="41257"/>
                      </a:moveTo>
                      <a:lnTo>
                        <a:pt x="8933" y="41257"/>
                      </a:lnTo>
                      <a:cubicBezTo>
                        <a:pt x="8933" y="58312"/>
                        <a:pt x="17055" y="71468"/>
                        <a:pt x="34922" y="71468"/>
                      </a:cubicBezTo>
                      <a:cubicBezTo>
                        <a:pt x="45155" y="71468"/>
                        <a:pt x="53439" y="63834"/>
                        <a:pt x="56200" y="53276"/>
                      </a:cubicBezTo>
                      <a:lnTo>
                        <a:pt x="65621" y="53276"/>
                      </a:lnTo>
                      <a:cubicBezTo>
                        <a:pt x="61235" y="71143"/>
                        <a:pt x="50190" y="78940"/>
                        <a:pt x="32323" y="78940"/>
                      </a:cubicBezTo>
                      <a:cubicBezTo>
                        <a:pt x="10070" y="78940"/>
                        <a:pt x="0" y="60586"/>
                        <a:pt x="0" y="39470"/>
                      </a:cubicBezTo>
                      <a:cubicBezTo>
                        <a:pt x="0" y="18354"/>
                        <a:pt x="10883" y="0"/>
                        <a:pt x="32973" y="0"/>
                      </a:cubicBezTo>
                      <a:cubicBezTo>
                        <a:pt x="56687" y="0"/>
                        <a:pt x="66271" y="15755"/>
                        <a:pt x="66595" y="38008"/>
                      </a:cubicBezTo>
                      <a:cubicBezTo>
                        <a:pt x="66595" y="40120"/>
                        <a:pt x="65783" y="41094"/>
                        <a:pt x="63834" y="41094"/>
                      </a:cubicBezTo>
                      <a:close/>
                      <a:moveTo>
                        <a:pt x="57662" y="33785"/>
                      </a:moveTo>
                      <a:cubicBezTo>
                        <a:pt x="56850" y="18192"/>
                        <a:pt x="48078" y="7634"/>
                        <a:pt x="32973" y="7634"/>
                      </a:cubicBezTo>
                      <a:cubicBezTo>
                        <a:pt x="19166" y="7634"/>
                        <a:pt x="10395" y="19491"/>
                        <a:pt x="9096" y="33785"/>
                      </a:cubicBezTo>
                      <a:lnTo>
                        <a:pt x="57662" y="3378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2" name="자유형: 도형 171">
                  <a:extLst>
                    <a:ext uri="{FF2B5EF4-FFF2-40B4-BE49-F238E27FC236}">
                      <a16:creationId xmlns:a16="http://schemas.microsoft.com/office/drawing/2014/main" id="{BB1105E7-790A-573A-407E-D964C2F35AA3}"/>
                    </a:ext>
                  </a:extLst>
                </p:cNvPr>
                <p:cNvSpPr/>
                <p:nvPr/>
              </p:nvSpPr>
              <p:spPr>
                <a:xfrm>
                  <a:off x="3108205" y="2797315"/>
                  <a:ext cx="12507" cy="13156"/>
                </a:xfrm>
                <a:custGeom>
                  <a:avLst/>
                  <a:gdLst>
                    <a:gd name="connsiteX0" fmla="*/ 12507 w 12507"/>
                    <a:gd name="connsiteY0" fmla="*/ 13157 h 13156"/>
                    <a:gd name="connsiteX1" fmla="*/ 0 w 12507"/>
                    <a:gd name="connsiteY1" fmla="*/ 13157 h 13156"/>
                    <a:gd name="connsiteX2" fmla="*/ 0 w 12507"/>
                    <a:gd name="connsiteY2" fmla="*/ 0 h 13156"/>
                    <a:gd name="connsiteX3" fmla="*/ 12507 w 12507"/>
                    <a:gd name="connsiteY3" fmla="*/ 0 h 13156"/>
                    <a:gd name="connsiteX4" fmla="*/ 12507 w 12507"/>
                    <a:gd name="connsiteY4" fmla="*/ 13157 h 13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507" h="13156">
                      <a:moveTo>
                        <a:pt x="12507" y="13157"/>
                      </a:moveTo>
                      <a:lnTo>
                        <a:pt x="0" y="13157"/>
                      </a:lnTo>
                      <a:lnTo>
                        <a:pt x="0" y="0"/>
                      </a:lnTo>
                      <a:lnTo>
                        <a:pt x="12507" y="0"/>
                      </a:lnTo>
                      <a:lnTo>
                        <a:pt x="12507" y="13157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3" name="자유형: 도형 172">
                  <a:extLst>
                    <a:ext uri="{FF2B5EF4-FFF2-40B4-BE49-F238E27FC236}">
                      <a16:creationId xmlns:a16="http://schemas.microsoft.com/office/drawing/2014/main" id="{BC94C6EB-CD6F-3D54-9C75-FA64CD69341C}"/>
                    </a:ext>
                  </a:extLst>
                </p:cNvPr>
                <p:cNvSpPr/>
                <p:nvPr/>
              </p:nvSpPr>
              <p:spPr>
                <a:xfrm>
                  <a:off x="3144101" y="2732019"/>
                  <a:ext cx="62047" cy="78939"/>
                </a:xfrm>
                <a:custGeom>
                  <a:avLst/>
                  <a:gdLst>
                    <a:gd name="connsiteX0" fmla="*/ 53114 w 62047"/>
                    <a:gd name="connsiteY0" fmla="*/ 25501 h 78939"/>
                    <a:gd name="connsiteX1" fmla="*/ 31998 w 62047"/>
                    <a:gd name="connsiteY1" fmla="*/ 7797 h 78939"/>
                    <a:gd name="connsiteX2" fmla="*/ 8934 w 62047"/>
                    <a:gd name="connsiteY2" fmla="*/ 39470 h 78939"/>
                    <a:gd name="connsiteX3" fmla="*/ 31998 w 62047"/>
                    <a:gd name="connsiteY3" fmla="*/ 71306 h 78939"/>
                    <a:gd name="connsiteX4" fmla="*/ 52951 w 62047"/>
                    <a:gd name="connsiteY4" fmla="*/ 53276 h 78939"/>
                    <a:gd name="connsiteX5" fmla="*/ 62047 w 62047"/>
                    <a:gd name="connsiteY5" fmla="*/ 53276 h 78939"/>
                    <a:gd name="connsiteX6" fmla="*/ 32323 w 62047"/>
                    <a:gd name="connsiteY6" fmla="*/ 78940 h 78939"/>
                    <a:gd name="connsiteX7" fmla="*/ 0 w 62047"/>
                    <a:gd name="connsiteY7" fmla="*/ 39470 h 78939"/>
                    <a:gd name="connsiteX8" fmla="*/ 32973 w 62047"/>
                    <a:gd name="connsiteY8" fmla="*/ 0 h 78939"/>
                    <a:gd name="connsiteX9" fmla="*/ 61885 w 62047"/>
                    <a:gd name="connsiteY9" fmla="*/ 25339 h 78939"/>
                    <a:gd name="connsiteX10" fmla="*/ 52951 w 62047"/>
                    <a:gd name="connsiteY10" fmla="*/ 25339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2047" h="78939">
                      <a:moveTo>
                        <a:pt x="53114" y="25501"/>
                      </a:moveTo>
                      <a:cubicBezTo>
                        <a:pt x="52464" y="13644"/>
                        <a:pt x="44180" y="7797"/>
                        <a:pt x="31998" y="7797"/>
                      </a:cubicBezTo>
                      <a:cubicBezTo>
                        <a:pt x="19004" y="7797"/>
                        <a:pt x="8934" y="21765"/>
                        <a:pt x="8934" y="39470"/>
                      </a:cubicBezTo>
                      <a:cubicBezTo>
                        <a:pt x="8934" y="57175"/>
                        <a:pt x="19004" y="71306"/>
                        <a:pt x="31998" y="71306"/>
                      </a:cubicBezTo>
                      <a:cubicBezTo>
                        <a:pt x="43368" y="71306"/>
                        <a:pt x="51814" y="65296"/>
                        <a:pt x="52951" y="53276"/>
                      </a:cubicBezTo>
                      <a:lnTo>
                        <a:pt x="62047" y="53276"/>
                      </a:lnTo>
                      <a:cubicBezTo>
                        <a:pt x="59611" y="70331"/>
                        <a:pt x="48241" y="78940"/>
                        <a:pt x="32323" y="78940"/>
                      </a:cubicBezTo>
                      <a:cubicBezTo>
                        <a:pt x="10395" y="78940"/>
                        <a:pt x="0" y="60586"/>
                        <a:pt x="0" y="39470"/>
                      </a:cubicBezTo>
                      <a:cubicBezTo>
                        <a:pt x="0" y="18354"/>
                        <a:pt x="11045" y="0"/>
                        <a:pt x="32973" y="0"/>
                      </a:cubicBezTo>
                      <a:cubicBezTo>
                        <a:pt x="48403" y="0"/>
                        <a:pt x="61073" y="9421"/>
                        <a:pt x="61885" y="25339"/>
                      </a:cubicBezTo>
                      <a:lnTo>
                        <a:pt x="52951" y="25339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4" name="자유형: 도형 173">
                  <a:extLst>
                    <a:ext uri="{FF2B5EF4-FFF2-40B4-BE49-F238E27FC236}">
                      <a16:creationId xmlns:a16="http://schemas.microsoft.com/office/drawing/2014/main" id="{32B9558B-0FF6-2B10-C080-A9A5AA14CD50}"/>
                    </a:ext>
                  </a:extLst>
                </p:cNvPr>
                <p:cNvSpPr/>
                <p:nvPr/>
              </p:nvSpPr>
              <p:spPr>
                <a:xfrm>
                  <a:off x="3215569" y="2732181"/>
                  <a:ext cx="67732" cy="78939"/>
                </a:xfrm>
                <a:custGeom>
                  <a:avLst/>
                  <a:gdLst>
                    <a:gd name="connsiteX0" fmla="*/ 67732 w 67732"/>
                    <a:gd name="connsiteY0" fmla="*/ 39470 h 78939"/>
                    <a:gd name="connsiteX1" fmla="*/ 33298 w 67732"/>
                    <a:gd name="connsiteY1" fmla="*/ 78940 h 78939"/>
                    <a:gd name="connsiteX2" fmla="*/ 0 w 67732"/>
                    <a:gd name="connsiteY2" fmla="*/ 39470 h 78939"/>
                    <a:gd name="connsiteX3" fmla="*/ 33298 w 67732"/>
                    <a:gd name="connsiteY3" fmla="*/ 0 h 78939"/>
                    <a:gd name="connsiteX4" fmla="*/ 67732 w 67732"/>
                    <a:gd name="connsiteY4" fmla="*/ 39470 h 78939"/>
                    <a:gd name="connsiteX5" fmla="*/ 33298 w 67732"/>
                    <a:gd name="connsiteY5" fmla="*/ 7634 h 78939"/>
                    <a:gd name="connsiteX6" fmla="*/ 8446 w 67732"/>
                    <a:gd name="connsiteY6" fmla="*/ 39470 h 78939"/>
                    <a:gd name="connsiteX7" fmla="*/ 33298 w 67732"/>
                    <a:gd name="connsiteY7" fmla="*/ 71143 h 78939"/>
                    <a:gd name="connsiteX8" fmla="*/ 58961 w 67732"/>
                    <a:gd name="connsiteY8" fmla="*/ 39470 h 78939"/>
                    <a:gd name="connsiteX9" fmla="*/ 33298 w 67732"/>
                    <a:gd name="connsiteY9" fmla="*/ 7634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7732" h="78939">
                      <a:moveTo>
                        <a:pt x="67732" y="39470"/>
                      </a:moveTo>
                      <a:cubicBezTo>
                        <a:pt x="67732" y="59773"/>
                        <a:pt x="56850" y="78940"/>
                        <a:pt x="33298" y="78940"/>
                      </a:cubicBezTo>
                      <a:cubicBezTo>
                        <a:pt x="9746" y="78940"/>
                        <a:pt x="0" y="59773"/>
                        <a:pt x="0" y="39470"/>
                      </a:cubicBezTo>
                      <a:cubicBezTo>
                        <a:pt x="0" y="19166"/>
                        <a:pt x="10233" y="0"/>
                        <a:pt x="33298" y="0"/>
                      </a:cubicBezTo>
                      <a:cubicBezTo>
                        <a:pt x="56362" y="0"/>
                        <a:pt x="67732" y="19166"/>
                        <a:pt x="67732" y="39470"/>
                      </a:cubicBezTo>
                      <a:close/>
                      <a:moveTo>
                        <a:pt x="33298" y="7634"/>
                      </a:moveTo>
                      <a:cubicBezTo>
                        <a:pt x="15431" y="7634"/>
                        <a:pt x="8446" y="25176"/>
                        <a:pt x="8446" y="39470"/>
                      </a:cubicBezTo>
                      <a:cubicBezTo>
                        <a:pt x="8446" y="53764"/>
                        <a:pt x="15431" y="71143"/>
                        <a:pt x="33298" y="71143"/>
                      </a:cubicBezTo>
                      <a:cubicBezTo>
                        <a:pt x="51165" y="71143"/>
                        <a:pt x="58961" y="53926"/>
                        <a:pt x="58961" y="39470"/>
                      </a:cubicBezTo>
                      <a:cubicBezTo>
                        <a:pt x="58961" y="25014"/>
                        <a:pt x="51165" y="7634"/>
                        <a:pt x="33298" y="763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5" name="자유형: 도형 174">
                  <a:extLst>
                    <a:ext uri="{FF2B5EF4-FFF2-40B4-BE49-F238E27FC236}">
                      <a16:creationId xmlns:a16="http://schemas.microsoft.com/office/drawing/2014/main" id="{15185F09-DE1E-B117-EB41-3317D8686CC0}"/>
                    </a:ext>
                  </a:extLst>
                </p:cNvPr>
                <p:cNvSpPr/>
                <p:nvPr/>
              </p:nvSpPr>
              <p:spPr>
                <a:xfrm>
                  <a:off x="3301169" y="2732181"/>
                  <a:ext cx="102491" cy="77315"/>
                </a:xfrm>
                <a:custGeom>
                  <a:avLst/>
                  <a:gdLst>
                    <a:gd name="connsiteX0" fmla="*/ 76828 w 102491"/>
                    <a:gd name="connsiteY0" fmla="*/ 0 h 77315"/>
                    <a:gd name="connsiteX1" fmla="*/ 102492 w 102491"/>
                    <a:gd name="connsiteY1" fmla="*/ 27125 h 77315"/>
                    <a:gd name="connsiteX2" fmla="*/ 102492 w 102491"/>
                    <a:gd name="connsiteY2" fmla="*/ 77316 h 77315"/>
                    <a:gd name="connsiteX3" fmla="*/ 93883 w 102491"/>
                    <a:gd name="connsiteY3" fmla="*/ 77316 h 77315"/>
                    <a:gd name="connsiteX4" fmla="*/ 93883 w 102491"/>
                    <a:gd name="connsiteY4" fmla="*/ 29887 h 77315"/>
                    <a:gd name="connsiteX5" fmla="*/ 75691 w 102491"/>
                    <a:gd name="connsiteY5" fmla="*/ 7472 h 77315"/>
                    <a:gd name="connsiteX6" fmla="*/ 55713 w 102491"/>
                    <a:gd name="connsiteY6" fmla="*/ 28750 h 77315"/>
                    <a:gd name="connsiteX7" fmla="*/ 55713 w 102491"/>
                    <a:gd name="connsiteY7" fmla="*/ 77316 h 77315"/>
                    <a:gd name="connsiteX8" fmla="*/ 47104 w 102491"/>
                    <a:gd name="connsiteY8" fmla="*/ 77316 h 77315"/>
                    <a:gd name="connsiteX9" fmla="*/ 47104 w 102491"/>
                    <a:gd name="connsiteY9" fmla="*/ 29887 h 77315"/>
                    <a:gd name="connsiteX10" fmla="*/ 29237 w 102491"/>
                    <a:gd name="connsiteY10" fmla="*/ 7472 h 77315"/>
                    <a:gd name="connsiteX11" fmla="*/ 8609 w 102491"/>
                    <a:gd name="connsiteY11" fmla="*/ 32810 h 77315"/>
                    <a:gd name="connsiteX12" fmla="*/ 8609 w 102491"/>
                    <a:gd name="connsiteY12" fmla="*/ 77316 h 77315"/>
                    <a:gd name="connsiteX13" fmla="*/ 0 w 102491"/>
                    <a:gd name="connsiteY13" fmla="*/ 77316 h 77315"/>
                    <a:gd name="connsiteX14" fmla="*/ 0 w 102491"/>
                    <a:gd name="connsiteY14" fmla="*/ 2436 h 77315"/>
                    <a:gd name="connsiteX15" fmla="*/ 9258 w 102491"/>
                    <a:gd name="connsiteY15" fmla="*/ 2436 h 77315"/>
                    <a:gd name="connsiteX16" fmla="*/ 8771 w 102491"/>
                    <a:gd name="connsiteY16" fmla="*/ 13806 h 77315"/>
                    <a:gd name="connsiteX17" fmla="*/ 31836 w 102491"/>
                    <a:gd name="connsiteY17" fmla="*/ 0 h 77315"/>
                    <a:gd name="connsiteX18" fmla="*/ 53926 w 102491"/>
                    <a:gd name="connsiteY18" fmla="*/ 15431 h 77315"/>
                    <a:gd name="connsiteX19" fmla="*/ 76828 w 102491"/>
                    <a:gd name="connsiteY19" fmla="*/ 0 h 773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02491" h="77315">
                      <a:moveTo>
                        <a:pt x="76828" y="0"/>
                      </a:moveTo>
                      <a:cubicBezTo>
                        <a:pt x="92746" y="0"/>
                        <a:pt x="102492" y="9258"/>
                        <a:pt x="102492" y="27125"/>
                      </a:cubicBezTo>
                      <a:lnTo>
                        <a:pt x="102492" y="77316"/>
                      </a:lnTo>
                      <a:lnTo>
                        <a:pt x="93883" y="77316"/>
                      </a:lnTo>
                      <a:lnTo>
                        <a:pt x="93883" y="29887"/>
                      </a:lnTo>
                      <a:cubicBezTo>
                        <a:pt x="93883" y="15106"/>
                        <a:pt x="88686" y="7472"/>
                        <a:pt x="75691" y="7472"/>
                      </a:cubicBezTo>
                      <a:cubicBezTo>
                        <a:pt x="66920" y="7472"/>
                        <a:pt x="57175" y="14781"/>
                        <a:pt x="55713" y="28750"/>
                      </a:cubicBezTo>
                      <a:lnTo>
                        <a:pt x="55713" y="77316"/>
                      </a:lnTo>
                      <a:lnTo>
                        <a:pt x="47104" y="77316"/>
                      </a:lnTo>
                      <a:lnTo>
                        <a:pt x="47104" y="29887"/>
                      </a:lnTo>
                      <a:cubicBezTo>
                        <a:pt x="47104" y="15106"/>
                        <a:pt x="41906" y="7472"/>
                        <a:pt x="29237" y="7472"/>
                      </a:cubicBezTo>
                      <a:cubicBezTo>
                        <a:pt x="19166" y="7472"/>
                        <a:pt x="8609" y="16568"/>
                        <a:pt x="8609" y="32810"/>
                      </a:cubicBezTo>
                      <a:lnTo>
                        <a:pt x="8609" y="77316"/>
                      </a:lnTo>
                      <a:lnTo>
                        <a:pt x="0" y="77316"/>
                      </a:lnTo>
                      <a:lnTo>
                        <a:pt x="0" y="2436"/>
                      </a:lnTo>
                      <a:lnTo>
                        <a:pt x="9258" y="2436"/>
                      </a:lnTo>
                      <a:lnTo>
                        <a:pt x="8771" y="13806"/>
                      </a:lnTo>
                      <a:cubicBezTo>
                        <a:pt x="12669" y="5847"/>
                        <a:pt x="21441" y="0"/>
                        <a:pt x="31836" y="0"/>
                      </a:cubicBezTo>
                      <a:cubicBezTo>
                        <a:pt x="42881" y="0"/>
                        <a:pt x="50028" y="4223"/>
                        <a:pt x="53926" y="15431"/>
                      </a:cubicBezTo>
                      <a:cubicBezTo>
                        <a:pt x="57824" y="6010"/>
                        <a:pt x="66433" y="0"/>
                        <a:pt x="76828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6" name="자유형: 도형 175">
                  <a:extLst>
                    <a:ext uri="{FF2B5EF4-FFF2-40B4-BE49-F238E27FC236}">
                      <a16:creationId xmlns:a16="http://schemas.microsoft.com/office/drawing/2014/main" id="{C80A03FB-11DB-191F-2D80-DE073D3E837D}"/>
                    </a:ext>
                  </a:extLst>
                </p:cNvPr>
                <p:cNvSpPr/>
                <p:nvPr/>
              </p:nvSpPr>
              <p:spPr>
                <a:xfrm>
                  <a:off x="3422827" y="2687838"/>
                  <a:ext cx="58798" cy="139362"/>
                </a:xfrm>
                <a:custGeom>
                  <a:avLst/>
                  <a:gdLst>
                    <a:gd name="connsiteX0" fmla="*/ 9908 w 58798"/>
                    <a:gd name="connsiteY0" fmla="*/ 139363 h 139362"/>
                    <a:gd name="connsiteX1" fmla="*/ 0 w 58798"/>
                    <a:gd name="connsiteY1" fmla="*/ 139363 h 139362"/>
                    <a:gd name="connsiteX2" fmla="*/ 49540 w 58798"/>
                    <a:gd name="connsiteY2" fmla="*/ 0 h 139362"/>
                    <a:gd name="connsiteX3" fmla="*/ 58799 w 58798"/>
                    <a:gd name="connsiteY3" fmla="*/ 0 h 139362"/>
                    <a:gd name="connsiteX4" fmla="*/ 9908 w 58798"/>
                    <a:gd name="connsiteY4" fmla="*/ 139363 h 139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798" h="139362">
                      <a:moveTo>
                        <a:pt x="9908" y="139363"/>
                      </a:moveTo>
                      <a:lnTo>
                        <a:pt x="0" y="139363"/>
                      </a:lnTo>
                      <a:lnTo>
                        <a:pt x="49540" y="0"/>
                      </a:lnTo>
                      <a:lnTo>
                        <a:pt x="58799" y="0"/>
                      </a:lnTo>
                      <a:lnTo>
                        <a:pt x="9908" y="139363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7" name="자유형: 도형 176">
                  <a:extLst>
                    <a:ext uri="{FF2B5EF4-FFF2-40B4-BE49-F238E27FC236}">
                      <a16:creationId xmlns:a16="http://schemas.microsoft.com/office/drawing/2014/main" id="{62C1BA0D-416A-29B3-13E5-2FCBBB66F6F1}"/>
                    </a:ext>
                  </a:extLst>
                </p:cNvPr>
                <p:cNvSpPr/>
                <p:nvPr/>
              </p:nvSpPr>
              <p:spPr>
                <a:xfrm>
                  <a:off x="3496090" y="2694660"/>
                  <a:ext cx="106251" cy="119221"/>
                </a:xfrm>
                <a:custGeom>
                  <a:avLst/>
                  <a:gdLst>
                    <a:gd name="connsiteX0" fmla="*/ 76496 w 106251"/>
                    <a:gd name="connsiteY0" fmla="*/ 30212 h 119221"/>
                    <a:gd name="connsiteX1" fmla="*/ 84130 w 106251"/>
                    <a:gd name="connsiteY1" fmla="*/ 30212 h 119221"/>
                    <a:gd name="connsiteX2" fmla="*/ 69836 w 106251"/>
                    <a:gd name="connsiteY2" fmla="*/ 75366 h 119221"/>
                    <a:gd name="connsiteX3" fmla="*/ 72597 w 106251"/>
                    <a:gd name="connsiteY3" fmla="*/ 87711 h 119221"/>
                    <a:gd name="connsiteX4" fmla="*/ 97774 w 106251"/>
                    <a:gd name="connsiteY4" fmla="*/ 49053 h 119221"/>
                    <a:gd name="connsiteX5" fmla="*/ 60903 w 106251"/>
                    <a:gd name="connsiteY5" fmla="*/ 6660 h 119221"/>
                    <a:gd name="connsiteX6" fmla="*/ 8763 w 106251"/>
                    <a:gd name="connsiteY6" fmla="*/ 63184 h 119221"/>
                    <a:gd name="connsiteX7" fmla="*/ 53756 w 106251"/>
                    <a:gd name="connsiteY7" fmla="*/ 112238 h 119221"/>
                    <a:gd name="connsiteX8" fmla="*/ 95987 w 106251"/>
                    <a:gd name="connsiteY8" fmla="*/ 89985 h 119221"/>
                    <a:gd name="connsiteX9" fmla="*/ 104596 w 106251"/>
                    <a:gd name="connsiteY9" fmla="*/ 89985 h 119221"/>
                    <a:gd name="connsiteX10" fmla="*/ 53756 w 106251"/>
                    <a:gd name="connsiteY10" fmla="*/ 119222 h 119221"/>
                    <a:gd name="connsiteX11" fmla="*/ 155 w 106251"/>
                    <a:gd name="connsiteY11" fmla="*/ 62047 h 119221"/>
                    <a:gd name="connsiteX12" fmla="*/ 60740 w 106251"/>
                    <a:gd name="connsiteY12" fmla="*/ 0 h 119221"/>
                    <a:gd name="connsiteX13" fmla="*/ 106058 w 106251"/>
                    <a:gd name="connsiteY13" fmla="*/ 49378 h 119221"/>
                    <a:gd name="connsiteX14" fmla="*/ 72760 w 106251"/>
                    <a:gd name="connsiteY14" fmla="*/ 94046 h 119221"/>
                    <a:gd name="connsiteX15" fmla="*/ 63339 w 106251"/>
                    <a:gd name="connsiteY15" fmla="*/ 80402 h 119221"/>
                    <a:gd name="connsiteX16" fmla="*/ 42224 w 106251"/>
                    <a:gd name="connsiteY16" fmla="*/ 93721 h 119221"/>
                    <a:gd name="connsiteX17" fmla="*/ 23219 w 106251"/>
                    <a:gd name="connsiteY17" fmla="*/ 71793 h 119221"/>
                    <a:gd name="connsiteX18" fmla="*/ 57329 w 106251"/>
                    <a:gd name="connsiteY18" fmla="*/ 27613 h 119221"/>
                    <a:gd name="connsiteX19" fmla="*/ 72597 w 106251"/>
                    <a:gd name="connsiteY19" fmla="*/ 41257 h 119221"/>
                    <a:gd name="connsiteX20" fmla="*/ 76658 w 106251"/>
                    <a:gd name="connsiteY20" fmla="*/ 30049 h 119221"/>
                    <a:gd name="connsiteX21" fmla="*/ 43523 w 106251"/>
                    <a:gd name="connsiteY21" fmla="*/ 86736 h 119221"/>
                    <a:gd name="connsiteX22" fmla="*/ 67887 w 106251"/>
                    <a:gd name="connsiteY22" fmla="*/ 48403 h 119221"/>
                    <a:gd name="connsiteX23" fmla="*/ 56680 w 106251"/>
                    <a:gd name="connsiteY23" fmla="*/ 34760 h 119221"/>
                    <a:gd name="connsiteX24" fmla="*/ 31503 w 106251"/>
                    <a:gd name="connsiteY24" fmla="*/ 71793 h 119221"/>
                    <a:gd name="connsiteX25" fmla="*/ 43523 w 106251"/>
                    <a:gd name="connsiteY25" fmla="*/ 86736 h 1192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06251" h="119221">
                      <a:moveTo>
                        <a:pt x="76496" y="30212"/>
                      </a:moveTo>
                      <a:lnTo>
                        <a:pt x="84130" y="30212"/>
                      </a:lnTo>
                      <a:lnTo>
                        <a:pt x="69836" y="75366"/>
                      </a:lnTo>
                      <a:cubicBezTo>
                        <a:pt x="67400" y="82188"/>
                        <a:pt x="67725" y="87711"/>
                        <a:pt x="72597" y="87711"/>
                      </a:cubicBezTo>
                      <a:cubicBezTo>
                        <a:pt x="85754" y="87711"/>
                        <a:pt x="96312" y="66920"/>
                        <a:pt x="97774" y="49053"/>
                      </a:cubicBezTo>
                      <a:cubicBezTo>
                        <a:pt x="99723" y="22740"/>
                        <a:pt x="85916" y="6660"/>
                        <a:pt x="60903" y="6660"/>
                      </a:cubicBezTo>
                      <a:cubicBezTo>
                        <a:pt x="31341" y="6660"/>
                        <a:pt x="10063" y="33785"/>
                        <a:pt x="8763" y="63184"/>
                      </a:cubicBezTo>
                      <a:cubicBezTo>
                        <a:pt x="7139" y="96807"/>
                        <a:pt x="21920" y="112238"/>
                        <a:pt x="53756" y="112238"/>
                      </a:cubicBezTo>
                      <a:cubicBezTo>
                        <a:pt x="70648" y="112238"/>
                        <a:pt x="88515" y="104279"/>
                        <a:pt x="95987" y="89985"/>
                      </a:cubicBezTo>
                      <a:lnTo>
                        <a:pt x="104596" y="89985"/>
                      </a:lnTo>
                      <a:cubicBezTo>
                        <a:pt x="96149" y="107365"/>
                        <a:pt x="78120" y="119222"/>
                        <a:pt x="53756" y="119222"/>
                      </a:cubicBezTo>
                      <a:cubicBezTo>
                        <a:pt x="14611" y="119222"/>
                        <a:pt x="-1794" y="100543"/>
                        <a:pt x="155" y="62047"/>
                      </a:cubicBezTo>
                      <a:cubicBezTo>
                        <a:pt x="1941" y="29237"/>
                        <a:pt x="26143" y="0"/>
                        <a:pt x="60740" y="0"/>
                      </a:cubicBezTo>
                      <a:cubicBezTo>
                        <a:pt x="93063" y="0"/>
                        <a:pt x="108169" y="19816"/>
                        <a:pt x="106058" y="49378"/>
                      </a:cubicBezTo>
                      <a:cubicBezTo>
                        <a:pt x="104108" y="74067"/>
                        <a:pt x="88515" y="94046"/>
                        <a:pt x="72760" y="94046"/>
                      </a:cubicBezTo>
                      <a:cubicBezTo>
                        <a:pt x="65451" y="94046"/>
                        <a:pt x="61715" y="90147"/>
                        <a:pt x="63339" y="80402"/>
                      </a:cubicBezTo>
                      <a:cubicBezTo>
                        <a:pt x="58304" y="89335"/>
                        <a:pt x="50832" y="93721"/>
                        <a:pt x="42224" y="93721"/>
                      </a:cubicBezTo>
                      <a:cubicBezTo>
                        <a:pt x="29392" y="93721"/>
                        <a:pt x="23219" y="84625"/>
                        <a:pt x="23219" y="71793"/>
                      </a:cubicBezTo>
                      <a:cubicBezTo>
                        <a:pt x="23219" y="51002"/>
                        <a:pt x="35077" y="27613"/>
                        <a:pt x="57329" y="27613"/>
                      </a:cubicBezTo>
                      <a:cubicBezTo>
                        <a:pt x="66588" y="27613"/>
                        <a:pt x="72760" y="32648"/>
                        <a:pt x="72597" y="41257"/>
                      </a:cubicBezTo>
                      <a:lnTo>
                        <a:pt x="76658" y="30049"/>
                      </a:lnTo>
                      <a:close/>
                      <a:moveTo>
                        <a:pt x="43523" y="86736"/>
                      </a:moveTo>
                      <a:cubicBezTo>
                        <a:pt x="58141" y="86736"/>
                        <a:pt x="67887" y="62697"/>
                        <a:pt x="67887" y="48403"/>
                      </a:cubicBezTo>
                      <a:cubicBezTo>
                        <a:pt x="67887" y="39795"/>
                        <a:pt x="63502" y="34760"/>
                        <a:pt x="56680" y="34760"/>
                      </a:cubicBezTo>
                      <a:cubicBezTo>
                        <a:pt x="40924" y="34760"/>
                        <a:pt x="31503" y="57012"/>
                        <a:pt x="31503" y="71793"/>
                      </a:cubicBezTo>
                      <a:cubicBezTo>
                        <a:pt x="31503" y="80727"/>
                        <a:pt x="35077" y="86736"/>
                        <a:pt x="43523" y="8673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8" name="자유형: 도형 177">
                  <a:extLst>
                    <a:ext uri="{FF2B5EF4-FFF2-40B4-BE49-F238E27FC236}">
                      <a16:creationId xmlns:a16="http://schemas.microsoft.com/office/drawing/2014/main" id="{5FD2BFC2-2670-1501-940E-679B36F5D3BE}"/>
                    </a:ext>
                  </a:extLst>
                </p:cNvPr>
                <p:cNvSpPr/>
                <p:nvPr/>
              </p:nvSpPr>
              <p:spPr>
                <a:xfrm>
                  <a:off x="3620177" y="2732019"/>
                  <a:ext cx="62047" cy="78939"/>
                </a:xfrm>
                <a:custGeom>
                  <a:avLst/>
                  <a:gdLst>
                    <a:gd name="connsiteX0" fmla="*/ 53114 w 62047"/>
                    <a:gd name="connsiteY0" fmla="*/ 25501 h 78939"/>
                    <a:gd name="connsiteX1" fmla="*/ 31998 w 62047"/>
                    <a:gd name="connsiteY1" fmla="*/ 7797 h 78939"/>
                    <a:gd name="connsiteX2" fmla="*/ 8934 w 62047"/>
                    <a:gd name="connsiteY2" fmla="*/ 39470 h 78939"/>
                    <a:gd name="connsiteX3" fmla="*/ 31998 w 62047"/>
                    <a:gd name="connsiteY3" fmla="*/ 71306 h 78939"/>
                    <a:gd name="connsiteX4" fmla="*/ 52951 w 62047"/>
                    <a:gd name="connsiteY4" fmla="*/ 53276 h 78939"/>
                    <a:gd name="connsiteX5" fmla="*/ 62048 w 62047"/>
                    <a:gd name="connsiteY5" fmla="*/ 53276 h 78939"/>
                    <a:gd name="connsiteX6" fmla="*/ 32323 w 62047"/>
                    <a:gd name="connsiteY6" fmla="*/ 78940 h 78939"/>
                    <a:gd name="connsiteX7" fmla="*/ 0 w 62047"/>
                    <a:gd name="connsiteY7" fmla="*/ 39470 h 78939"/>
                    <a:gd name="connsiteX8" fmla="*/ 33135 w 62047"/>
                    <a:gd name="connsiteY8" fmla="*/ 0 h 78939"/>
                    <a:gd name="connsiteX9" fmla="*/ 62048 w 62047"/>
                    <a:gd name="connsiteY9" fmla="*/ 25339 h 78939"/>
                    <a:gd name="connsiteX10" fmla="*/ 53114 w 62047"/>
                    <a:gd name="connsiteY10" fmla="*/ 25339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2047" h="78939">
                      <a:moveTo>
                        <a:pt x="53114" y="25501"/>
                      </a:moveTo>
                      <a:cubicBezTo>
                        <a:pt x="52464" y="13644"/>
                        <a:pt x="44180" y="7797"/>
                        <a:pt x="31998" y="7797"/>
                      </a:cubicBezTo>
                      <a:cubicBezTo>
                        <a:pt x="19004" y="7797"/>
                        <a:pt x="8934" y="21765"/>
                        <a:pt x="8934" y="39470"/>
                      </a:cubicBezTo>
                      <a:cubicBezTo>
                        <a:pt x="8934" y="57175"/>
                        <a:pt x="19004" y="71306"/>
                        <a:pt x="31998" y="71306"/>
                      </a:cubicBezTo>
                      <a:cubicBezTo>
                        <a:pt x="43368" y="71306"/>
                        <a:pt x="51652" y="65296"/>
                        <a:pt x="52951" y="53276"/>
                      </a:cubicBezTo>
                      <a:lnTo>
                        <a:pt x="62048" y="53276"/>
                      </a:lnTo>
                      <a:cubicBezTo>
                        <a:pt x="59611" y="70331"/>
                        <a:pt x="48241" y="78940"/>
                        <a:pt x="32323" y="78940"/>
                      </a:cubicBezTo>
                      <a:cubicBezTo>
                        <a:pt x="10395" y="78940"/>
                        <a:pt x="0" y="60586"/>
                        <a:pt x="0" y="39470"/>
                      </a:cubicBezTo>
                      <a:cubicBezTo>
                        <a:pt x="0" y="18354"/>
                        <a:pt x="11045" y="0"/>
                        <a:pt x="33135" y="0"/>
                      </a:cubicBezTo>
                      <a:cubicBezTo>
                        <a:pt x="48566" y="0"/>
                        <a:pt x="61235" y="9421"/>
                        <a:pt x="62048" y="25339"/>
                      </a:cubicBezTo>
                      <a:lnTo>
                        <a:pt x="53114" y="25339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9" name="자유형: 도형 178">
                  <a:extLst>
                    <a:ext uri="{FF2B5EF4-FFF2-40B4-BE49-F238E27FC236}">
                      <a16:creationId xmlns:a16="http://schemas.microsoft.com/office/drawing/2014/main" id="{A587A5B6-8C87-7056-2D0E-D5FF0CB8F59F}"/>
                    </a:ext>
                  </a:extLst>
                </p:cNvPr>
                <p:cNvSpPr/>
                <p:nvPr/>
              </p:nvSpPr>
              <p:spPr>
                <a:xfrm>
                  <a:off x="3699442" y="2732181"/>
                  <a:ext cx="102491" cy="77315"/>
                </a:xfrm>
                <a:custGeom>
                  <a:avLst/>
                  <a:gdLst>
                    <a:gd name="connsiteX0" fmla="*/ 76828 w 102491"/>
                    <a:gd name="connsiteY0" fmla="*/ 0 h 77315"/>
                    <a:gd name="connsiteX1" fmla="*/ 102492 w 102491"/>
                    <a:gd name="connsiteY1" fmla="*/ 27125 h 77315"/>
                    <a:gd name="connsiteX2" fmla="*/ 102492 w 102491"/>
                    <a:gd name="connsiteY2" fmla="*/ 77316 h 77315"/>
                    <a:gd name="connsiteX3" fmla="*/ 93883 w 102491"/>
                    <a:gd name="connsiteY3" fmla="*/ 77316 h 77315"/>
                    <a:gd name="connsiteX4" fmla="*/ 93883 w 102491"/>
                    <a:gd name="connsiteY4" fmla="*/ 29887 h 77315"/>
                    <a:gd name="connsiteX5" fmla="*/ 75691 w 102491"/>
                    <a:gd name="connsiteY5" fmla="*/ 7472 h 77315"/>
                    <a:gd name="connsiteX6" fmla="*/ 55713 w 102491"/>
                    <a:gd name="connsiteY6" fmla="*/ 28750 h 77315"/>
                    <a:gd name="connsiteX7" fmla="*/ 55713 w 102491"/>
                    <a:gd name="connsiteY7" fmla="*/ 77316 h 77315"/>
                    <a:gd name="connsiteX8" fmla="*/ 47104 w 102491"/>
                    <a:gd name="connsiteY8" fmla="*/ 77316 h 77315"/>
                    <a:gd name="connsiteX9" fmla="*/ 47104 w 102491"/>
                    <a:gd name="connsiteY9" fmla="*/ 29887 h 77315"/>
                    <a:gd name="connsiteX10" fmla="*/ 29237 w 102491"/>
                    <a:gd name="connsiteY10" fmla="*/ 7472 h 77315"/>
                    <a:gd name="connsiteX11" fmla="*/ 8609 w 102491"/>
                    <a:gd name="connsiteY11" fmla="*/ 32810 h 77315"/>
                    <a:gd name="connsiteX12" fmla="*/ 8609 w 102491"/>
                    <a:gd name="connsiteY12" fmla="*/ 77316 h 77315"/>
                    <a:gd name="connsiteX13" fmla="*/ 0 w 102491"/>
                    <a:gd name="connsiteY13" fmla="*/ 77316 h 77315"/>
                    <a:gd name="connsiteX14" fmla="*/ 0 w 102491"/>
                    <a:gd name="connsiteY14" fmla="*/ 2436 h 77315"/>
                    <a:gd name="connsiteX15" fmla="*/ 9258 w 102491"/>
                    <a:gd name="connsiteY15" fmla="*/ 2436 h 77315"/>
                    <a:gd name="connsiteX16" fmla="*/ 8771 w 102491"/>
                    <a:gd name="connsiteY16" fmla="*/ 13806 h 77315"/>
                    <a:gd name="connsiteX17" fmla="*/ 31836 w 102491"/>
                    <a:gd name="connsiteY17" fmla="*/ 0 h 77315"/>
                    <a:gd name="connsiteX18" fmla="*/ 53926 w 102491"/>
                    <a:gd name="connsiteY18" fmla="*/ 15431 h 77315"/>
                    <a:gd name="connsiteX19" fmla="*/ 76828 w 102491"/>
                    <a:gd name="connsiteY19" fmla="*/ 0 h 773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02491" h="77315">
                      <a:moveTo>
                        <a:pt x="76828" y="0"/>
                      </a:moveTo>
                      <a:cubicBezTo>
                        <a:pt x="92746" y="0"/>
                        <a:pt x="102492" y="9258"/>
                        <a:pt x="102492" y="27125"/>
                      </a:cubicBezTo>
                      <a:lnTo>
                        <a:pt x="102492" y="77316"/>
                      </a:lnTo>
                      <a:lnTo>
                        <a:pt x="93883" y="77316"/>
                      </a:lnTo>
                      <a:lnTo>
                        <a:pt x="93883" y="29887"/>
                      </a:lnTo>
                      <a:cubicBezTo>
                        <a:pt x="93883" y="15106"/>
                        <a:pt x="88685" y="7472"/>
                        <a:pt x="75691" y="7472"/>
                      </a:cubicBezTo>
                      <a:cubicBezTo>
                        <a:pt x="66920" y="7472"/>
                        <a:pt x="57174" y="14781"/>
                        <a:pt x="55713" y="28750"/>
                      </a:cubicBezTo>
                      <a:lnTo>
                        <a:pt x="55713" y="77316"/>
                      </a:lnTo>
                      <a:lnTo>
                        <a:pt x="47104" y="77316"/>
                      </a:lnTo>
                      <a:lnTo>
                        <a:pt x="47104" y="29887"/>
                      </a:lnTo>
                      <a:cubicBezTo>
                        <a:pt x="47104" y="15106"/>
                        <a:pt x="41906" y="7472"/>
                        <a:pt x="29237" y="7472"/>
                      </a:cubicBezTo>
                      <a:cubicBezTo>
                        <a:pt x="19166" y="7472"/>
                        <a:pt x="8609" y="16568"/>
                        <a:pt x="8609" y="32810"/>
                      </a:cubicBezTo>
                      <a:lnTo>
                        <a:pt x="8609" y="77316"/>
                      </a:lnTo>
                      <a:lnTo>
                        <a:pt x="0" y="77316"/>
                      </a:lnTo>
                      <a:lnTo>
                        <a:pt x="0" y="2436"/>
                      </a:lnTo>
                      <a:lnTo>
                        <a:pt x="9258" y="2436"/>
                      </a:lnTo>
                      <a:lnTo>
                        <a:pt x="8771" y="13806"/>
                      </a:lnTo>
                      <a:cubicBezTo>
                        <a:pt x="12669" y="5847"/>
                        <a:pt x="21440" y="0"/>
                        <a:pt x="31836" y="0"/>
                      </a:cubicBezTo>
                      <a:cubicBezTo>
                        <a:pt x="42718" y="0"/>
                        <a:pt x="50028" y="4223"/>
                        <a:pt x="53926" y="15431"/>
                      </a:cubicBezTo>
                      <a:cubicBezTo>
                        <a:pt x="57824" y="6010"/>
                        <a:pt x="66433" y="0"/>
                        <a:pt x="76828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0" name="자유형: 도형 179">
                  <a:extLst>
                    <a:ext uri="{FF2B5EF4-FFF2-40B4-BE49-F238E27FC236}">
                      <a16:creationId xmlns:a16="http://schemas.microsoft.com/office/drawing/2014/main" id="{89704017-B358-ACE0-501A-4432589C0152}"/>
                    </a:ext>
                  </a:extLst>
                </p:cNvPr>
                <p:cNvSpPr/>
                <p:nvPr/>
              </p:nvSpPr>
              <p:spPr>
                <a:xfrm>
                  <a:off x="3825161" y="2732019"/>
                  <a:ext cx="66595" cy="78939"/>
                </a:xfrm>
                <a:custGeom>
                  <a:avLst/>
                  <a:gdLst>
                    <a:gd name="connsiteX0" fmla="*/ 63834 w 66595"/>
                    <a:gd name="connsiteY0" fmla="*/ 41257 h 78939"/>
                    <a:gd name="connsiteX1" fmla="*/ 8934 w 66595"/>
                    <a:gd name="connsiteY1" fmla="*/ 41257 h 78939"/>
                    <a:gd name="connsiteX2" fmla="*/ 34922 w 66595"/>
                    <a:gd name="connsiteY2" fmla="*/ 71468 h 78939"/>
                    <a:gd name="connsiteX3" fmla="*/ 56200 w 66595"/>
                    <a:gd name="connsiteY3" fmla="*/ 53276 h 78939"/>
                    <a:gd name="connsiteX4" fmla="*/ 65621 w 66595"/>
                    <a:gd name="connsiteY4" fmla="*/ 53276 h 78939"/>
                    <a:gd name="connsiteX5" fmla="*/ 32323 w 66595"/>
                    <a:gd name="connsiteY5" fmla="*/ 78940 h 78939"/>
                    <a:gd name="connsiteX6" fmla="*/ 0 w 66595"/>
                    <a:gd name="connsiteY6" fmla="*/ 39470 h 78939"/>
                    <a:gd name="connsiteX7" fmla="*/ 32973 w 66595"/>
                    <a:gd name="connsiteY7" fmla="*/ 0 h 78939"/>
                    <a:gd name="connsiteX8" fmla="*/ 66595 w 66595"/>
                    <a:gd name="connsiteY8" fmla="*/ 38008 h 78939"/>
                    <a:gd name="connsiteX9" fmla="*/ 63834 w 66595"/>
                    <a:gd name="connsiteY9" fmla="*/ 41094 h 78939"/>
                    <a:gd name="connsiteX10" fmla="*/ 57662 w 66595"/>
                    <a:gd name="connsiteY10" fmla="*/ 33785 h 78939"/>
                    <a:gd name="connsiteX11" fmla="*/ 32973 w 66595"/>
                    <a:gd name="connsiteY11" fmla="*/ 7634 h 78939"/>
                    <a:gd name="connsiteX12" fmla="*/ 9096 w 66595"/>
                    <a:gd name="connsiteY12" fmla="*/ 33785 h 78939"/>
                    <a:gd name="connsiteX13" fmla="*/ 57662 w 66595"/>
                    <a:gd name="connsiteY13" fmla="*/ 33785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6595" h="78939">
                      <a:moveTo>
                        <a:pt x="63834" y="41257"/>
                      </a:moveTo>
                      <a:lnTo>
                        <a:pt x="8934" y="41257"/>
                      </a:lnTo>
                      <a:cubicBezTo>
                        <a:pt x="8934" y="58312"/>
                        <a:pt x="17055" y="71468"/>
                        <a:pt x="34922" y="71468"/>
                      </a:cubicBezTo>
                      <a:cubicBezTo>
                        <a:pt x="45155" y="71468"/>
                        <a:pt x="53439" y="63834"/>
                        <a:pt x="56200" y="53276"/>
                      </a:cubicBezTo>
                      <a:lnTo>
                        <a:pt x="65621" y="53276"/>
                      </a:lnTo>
                      <a:cubicBezTo>
                        <a:pt x="61235" y="71143"/>
                        <a:pt x="50190" y="78940"/>
                        <a:pt x="32323" y="78940"/>
                      </a:cubicBezTo>
                      <a:cubicBezTo>
                        <a:pt x="10071" y="78940"/>
                        <a:pt x="0" y="60586"/>
                        <a:pt x="0" y="39470"/>
                      </a:cubicBezTo>
                      <a:cubicBezTo>
                        <a:pt x="0" y="18354"/>
                        <a:pt x="10883" y="0"/>
                        <a:pt x="32973" y="0"/>
                      </a:cubicBezTo>
                      <a:cubicBezTo>
                        <a:pt x="56687" y="0"/>
                        <a:pt x="66271" y="15755"/>
                        <a:pt x="66595" y="38008"/>
                      </a:cubicBezTo>
                      <a:cubicBezTo>
                        <a:pt x="66595" y="40120"/>
                        <a:pt x="65783" y="41094"/>
                        <a:pt x="63834" y="41094"/>
                      </a:cubicBezTo>
                      <a:close/>
                      <a:moveTo>
                        <a:pt x="57662" y="33785"/>
                      </a:moveTo>
                      <a:cubicBezTo>
                        <a:pt x="56850" y="18192"/>
                        <a:pt x="48079" y="7634"/>
                        <a:pt x="32973" y="7634"/>
                      </a:cubicBezTo>
                      <a:cubicBezTo>
                        <a:pt x="19004" y="7634"/>
                        <a:pt x="10395" y="19491"/>
                        <a:pt x="9096" y="33785"/>
                      </a:cubicBezTo>
                      <a:lnTo>
                        <a:pt x="57662" y="3378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1" name="자유형: 도형 180">
                  <a:extLst>
                    <a:ext uri="{FF2B5EF4-FFF2-40B4-BE49-F238E27FC236}">
                      <a16:creationId xmlns:a16="http://schemas.microsoft.com/office/drawing/2014/main" id="{C47FCAED-BFA4-D8BE-B73D-6B1568AA3964}"/>
                    </a:ext>
                  </a:extLst>
                </p:cNvPr>
                <p:cNvSpPr/>
                <p:nvPr/>
              </p:nvSpPr>
              <p:spPr>
                <a:xfrm>
                  <a:off x="3907349" y="2731856"/>
                  <a:ext cx="58473" cy="79102"/>
                </a:xfrm>
                <a:custGeom>
                  <a:avLst/>
                  <a:gdLst>
                    <a:gd name="connsiteX0" fmla="*/ 28912 w 58473"/>
                    <a:gd name="connsiteY0" fmla="*/ 325 h 79102"/>
                    <a:gd name="connsiteX1" fmla="*/ 55713 w 58473"/>
                    <a:gd name="connsiteY1" fmla="*/ 20628 h 79102"/>
                    <a:gd name="connsiteX2" fmla="*/ 46454 w 58473"/>
                    <a:gd name="connsiteY2" fmla="*/ 20628 h 79102"/>
                    <a:gd name="connsiteX3" fmla="*/ 28262 w 58473"/>
                    <a:gd name="connsiteY3" fmla="*/ 7797 h 79102"/>
                    <a:gd name="connsiteX4" fmla="*/ 11370 w 58473"/>
                    <a:gd name="connsiteY4" fmla="*/ 20628 h 79102"/>
                    <a:gd name="connsiteX5" fmla="*/ 44668 w 58473"/>
                    <a:gd name="connsiteY5" fmla="*/ 37846 h 79102"/>
                    <a:gd name="connsiteX6" fmla="*/ 58474 w 58473"/>
                    <a:gd name="connsiteY6" fmla="*/ 54901 h 79102"/>
                    <a:gd name="connsiteX7" fmla="*/ 27450 w 58473"/>
                    <a:gd name="connsiteY7" fmla="*/ 79102 h 79102"/>
                    <a:gd name="connsiteX8" fmla="*/ 0 w 58473"/>
                    <a:gd name="connsiteY8" fmla="*/ 57012 h 79102"/>
                    <a:gd name="connsiteX9" fmla="*/ 9258 w 58473"/>
                    <a:gd name="connsiteY9" fmla="*/ 57012 h 79102"/>
                    <a:gd name="connsiteX10" fmla="*/ 29562 w 58473"/>
                    <a:gd name="connsiteY10" fmla="*/ 71468 h 79102"/>
                    <a:gd name="connsiteX11" fmla="*/ 49378 w 58473"/>
                    <a:gd name="connsiteY11" fmla="*/ 56038 h 79102"/>
                    <a:gd name="connsiteX12" fmla="*/ 25501 w 58473"/>
                    <a:gd name="connsiteY12" fmla="*/ 40607 h 79102"/>
                    <a:gd name="connsiteX13" fmla="*/ 2761 w 58473"/>
                    <a:gd name="connsiteY13" fmla="*/ 20791 h 79102"/>
                    <a:gd name="connsiteX14" fmla="*/ 29074 w 58473"/>
                    <a:gd name="connsiteY14" fmla="*/ 0 h 791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473" h="79102">
                      <a:moveTo>
                        <a:pt x="28912" y="325"/>
                      </a:moveTo>
                      <a:cubicBezTo>
                        <a:pt x="42881" y="325"/>
                        <a:pt x="54251" y="5198"/>
                        <a:pt x="55713" y="20628"/>
                      </a:cubicBezTo>
                      <a:lnTo>
                        <a:pt x="46454" y="20628"/>
                      </a:lnTo>
                      <a:cubicBezTo>
                        <a:pt x="45804" y="10883"/>
                        <a:pt x="37196" y="7797"/>
                        <a:pt x="28262" y="7797"/>
                      </a:cubicBezTo>
                      <a:cubicBezTo>
                        <a:pt x="20141" y="7797"/>
                        <a:pt x="11370" y="11045"/>
                        <a:pt x="11370" y="20628"/>
                      </a:cubicBezTo>
                      <a:cubicBezTo>
                        <a:pt x="11370" y="32810"/>
                        <a:pt x="25014" y="30374"/>
                        <a:pt x="44668" y="37846"/>
                      </a:cubicBezTo>
                      <a:cubicBezTo>
                        <a:pt x="54900" y="41094"/>
                        <a:pt x="58474" y="46617"/>
                        <a:pt x="58474" y="54901"/>
                      </a:cubicBezTo>
                      <a:cubicBezTo>
                        <a:pt x="58474" y="71955"/>
                        <a:pt x="44505" y="79102"/>
                        <a:pt x="27450" y="79102"/>
                      </a:cubicBezTo>
                      <a:cubicBezTo>
                        <a:pt x="14943" y="79102"/>
                        <a:pt x="650" y="73417"/>
                        <a:pt x="0" y="57012"/>
                      </a:cubicBezTo>
                      <a:lnTo>
                        <a:pt x="9258" y="57012"/>
                      </a:lnTo>
                      <a:cubicBezTo>
                        <a:pt x="9908" y="68545"/>
                        <a:pt x="19979" y="71468"/>
                        <a:pt x="29562" y="71468"/>
                      </a:cubicBezTo>
                      <a:cubicBezTo>
                        <a:pt x="39145" y="71468"/>
                        <a:pt x="49540" y="67245"/>
                        <a:pt x="49378" y="56038"/>
                      </a:cubicBezTo>
                      <a:cubicBezTo>
                        <a:pt x="49378" y="44343"/>
                        <a:pt x="37034" y="43368"/>
                        <a:pt x="25501" y="40607"/>
                      </a:cubicBezTo>
                      <a:cubicBezTo>
                        <a:pt x="13806" y="37846"/>
                        <a:pt x="2761" y="35247"/>
                        <a:pt x="2761" y="20791"/>
                      </a:cubicBezTo>
                      <a:cubicBezTo>
                        <a:pt x="2761" y="5360"/>
                        <a:pt x="16405" y="0"/>
                        <a:pt x="29074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2" name="자유형: 도형 181">
                  <a:extLst>
                    <a:ext uri="{FF2B5EF4-FFF2-40B4-BE49-F238E27FC236}">
                      <a16:creationId xmlns:a16="http://schemas.microsoft.com/office/drawing/2014/main" id="{C4BC8249-2D50-239D-CD56-3B1B5B665B2E}"/>
                    </a:ext>
                  </a:extLst>
                </p:cNvPr>
                <p:cNvSpPr/>
                <p:nvPr/>
              </p:nvSpPr>
              <p:spPr>
                <a:xfrm>
                  <a:off x="2174570" y="2948697"/>
                  <a:ext cx="58473" cy="78939"/>
                </a:xfrm>
                <a:custGeom>
                  <a:avLst/>
                  <a:gdLst>
                    <a:gd name="connsiteX0" fmla="*/ 28912 w 58473"/>
                    <a:gd name="connsiteY0" fmla="*/ 0 h 78939"/>
                    <a:gd name="connsiteX1" fmla="*/ 55713 w 58473"/>
                    <a:gd name="connsiteY1" fmla="*/ 20303 h 78939"/>
                    <a:gd name="connsiteX2" fmla="*/ 46454 w 58473"/>
                    <a:gd name="connsiteY2" fmla="*/ 20303 h 78939"/>
                    <a:gd name="connsiteX3" fmla="*/ 28262 w 58473"/>
                    <a:gd name="connsiteY3" fmla="*/ 7472 h 78939"/>
                    <a:gd name="connsiteX4" fmla="*/ 11370 w 58473"/>
                    <a:gd name="connsiteY4" fmla="*/ 20303 h 78939"/>
                    <a:gd name="connsiteX5" fmla="*/ 44668 w 58473"/>
                    <a:gd name="connsiteY5" fmla="*/ 37521 h 78939"/>
                    <a:gd name="connsiteX6" fmla="*/ 58474 w 58473"/>
                    <a:gd name="connsiteY6" fmla="*/ 54576 h 78939"/>
                    <a:gd name="connsiteX7" fmla="*/ 27450 w 58473"/>
                    <a:gd name="connsiteY7" fmla="*/ 78940 h 78939"/>
                    <a:gd name="connsiteX8" fmla="*/ 0 w 58473"/>
                    <a:gd name="connsiteY8" fmla="*/ 56850 h 78939"/>
                    <a:gd name="connsiteX9" fmla="*/ 9258 w 58473"/>
                    <a:gd name="connsiteY9" fmla="*/ 56850 h 78939"/>
                    <a:gd name="connsiteX10" fmla="*/ 29562 w 58473"/>
                    <a:gd name="connsiteY10" fmla="*/ 71306 h 78939"/>
                    <a:gd name="connsiteX11" fmla="*/ 49378 w 58473"/>
                    <a:gd name="connsiteY11" fmla="*/ 55875 h 78939"/>
                    <a:gd name="connsiteX12" fmla="*/ 25501 w 58473"/>
                    <a:gd name="connsiteY12" fmla="*/ 40444 h 78939"/>
                    <a:gd name="connsiteX13" fmla="*/ 2599 w 58473"/>
                    <a:gd name="connsiteY13" fmla="*/ 20791 h 78939"/>
                    <a:gd name="connsiteX14" fmla="*/ 28912 w 58473"/>
                    <a:gd name="connsiteY14" fmla="*/ 0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473" h="78939">
                      <a:moveTo>
                        <a:pt x="28912" y="0"/>
                      </a:moveTo>
                      <a:cubicBezTo>
                        <a:pt x="42881" y="0"/>
                        <a:pt x="54251" y="4873"/>
                        <a:pt x="55713" y="20303"/>
                      </a:cubicBezTo>
                      <a:lnTo>
                        <a:pt x="46454" y="20303"/>
                      </a:lnTo>
                      <a:cubicBezTo>
                        <a:pt x="45805" y="10558"/>
                        <a:pt x="37196" y="7472"/>
                        <a:pt x="28262" y="7472"/>
                      </a:cubicBezTo>
                      <a:cubicBezTo>
                        <a:pt x="20141" y="7472"/>
                        <a:pt x="11370" y="10720"/>
                        <a:pt x="11370" y="20303"/>
                      </a:cubicBezTo>
                      <a:cubicBezTo>
                        <a:pt x="11370" y="32486"/>
                        <a:pt x="25014" y="30049"/>
                        <a:pt x="44668" y="37521"/>
                      </a:cubicBezTo>
                      <a:cubicBezTo>
                        <a:pt x="54901" y="40769"/>
                        <a:pt x="58474" y="46292"/>
                        <a:pt x="58474" y="54576"/>
                      </a:cubicBezTo>
                      <a:cubicBezTo>
                        <a:pt x="58474" y="71631"/>
                        <a:pt x="44505" y="78940"/>
                        <a:pt x="27450" y="78940"/>
                      </a:cubicBezTo>
                      <a:cubicBezTo>
                        <a:pt x="14943" y="78940"/>
                        <a:pt x="650" y="73255"/>
                        <a:pt x="0" y="56850"/>
                      </a:cubicBezTo>
                      <a:lnTo>
                        <a:pt x="9258" y="56850"/>
                      </a:lnTo>
                      <a:cubicBezTo>
                        <a:pt x="9908" y="68382"/>
                        <a:pt x="19979" y="71306"/>
                        <a:pt x="29562" y="71306"/>
                      </a:cubicBezTo>
                      <a:cubicBezTo>
                        <a:pt x="39145" y="71306"/>
                        <a:pt x="49541" y="67083"/>
                        <a:pt x="49378" y="55875"/>
                      </a:cubicBezTo>
                      <a:cubicBezTo>
                        <a:pt x="49378" y="44180"/>
                        <a:pt x="37034" y="43206"/>
                        <a:pt x="25501" y="40444"/>
                      </a:cubicBezTo>
                      <a:cubicBezTo>
                        <a:pt x="13806" y="37683"/>
                        <a:pt x="2599" y="35084"/>
                        <a:pt x="2599" y="20791"/>
                      </a:cubicBezTo>
                      <a:cubicBezTo>
                        <a:pt x="2599" y="5198"/>
                        <a:pt x="16243" y="0"/>
                        <a:pt x="28912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3" name="자유형: 도형 182">
                  <a:extLst>
                    <a:ext uri="{FF2B5EF4-FFF2-40B4-BE49-F238E27FC236}">
                      <a16:creationId xmlns:a16="http://schemas.microsoft.com/office/drawing/2014/main" id="{E06F422D-0D12-E145-11A5-2B50E90C6137}"/>
                    </a:ext>
                  </a:extLst>
                </p:cNvPr>
                <p:cNvSpPr/>
                <p:nvPr/>
              </p:nvSpPr>
              <p:spPr>
                <a:xfrm>
                  <a:off x="2246850" y="2948697"/>
                  <a:ext cx="58149" cy="78939"/>
                </a:xfrm>
                <a:custGeom>
                  <a:avLst/>
                  <a:gdLst>
                    <a:gd name="connsiteX0" fmla="*/ 48728 w 58149"/>
                    <a:gd name="connsiteY0" fmla="*/ 24851 h 78939"/>
                    <a:gd name="connsiteX1" fmla="*/ 30536 w 58149"/>
                    <a:gd name="connsiteY1" fmla="*/ 7472 h 78939"/>
                    <a:gd name="connsiteX2" fmla="*/ 12832 w 58149"/>
                    <a:gd name="connsiteY2" fmla="*/ 21116 h 78939"/>
                    <a:gd name="connsiteX3" fmla="*/ 2761 w 58149"/>
                    <a:gd name="connsiteY3" fmla="*/ 21116 h 78939"/>
                    <a:gd name="connsiteX4" fmla="*/ 30699 w 58149"/>
                    <a:gd name="connsiteY4" fmla="*/ 0 h 78939"/>
                    <a:gd name="connsiteX5" fmla="*/ 57175 w 58149"/>
                    <a:gd name="connsiteY5" fmla="*/ 25339 h 78939"/>
                    <a:gd name="connsiteX6" fmla="*/ 57175 w 58149"/>
                    <a:gd name="connsiteY6" fmla="*/ 66108 h 78939"/>
                    <a:gd name="connsiteX7" fmla="*/ 58149 w 58149"/>
                    <a:gd name="connsiteY7" fmla="*/ 77153 h 78939"/>
                    <a:gd name="connsiteX8" fmla="*/ 49053 w 58149"/>
                    <a:gd name="connsiteY8" fmla="*/ 77153 h 78939"/>
                    <a:gd name="connsiteX9" fmla="*/ 48404 w 58149"/>
                    <a:gd name="connsiteY9" fmla="*/ 67083 h 78939"/>
                    <a:gd name="connsiteX10" fmla="*/ 24527 w 58149"/>
                    <a:gd name="connsiteY10" fmla="*/ 78940 h 78939"/>
                    <a:gd name="connsiteX11" fmla="*/ 0 w 58149"/>
                    <a:gd name="connsiteY11" fmla="*/ 56525 h 78939"/>
                    <a:gd name="connsiteX12" fmla="*/ 14619 w 58149"/>
                    <a:gd name="connsiteY12" fmla="*/ 35084 h 78939"/>
                    <a:gd name="connsiteX13" fmla="*/ 48728 w 58149"/>
                    <a:gd name="connsiteY13" fmla="*/ 31511 h 78939"/>
                    <a:gd name="connsiteX14" fmla="*/ 48728 w 58149"/>
                    <a:gd name="connsiteY14" fmla="*/ 24851 h 78939"/>
                    <a:gd name="connsiteX15" fmla="*/ 26313 w 58149"/>
                    <a:gd name="connsiteY15" fmla="*/ 71306 h 78939"/>
                    <a:gd name="connsiteX16" fmla="*/ 49053 w 58149"/>
                    <a:gd name="connsiteY16" fmla="*/ 38495 h 78939"/>
                    <a:gd name="connsiteX17" fmla="*/ 8771 w 58149"/>
                    <a:gd name="connsiteY17" fmla="*/ 56687 h 78939"/>
                    <a:gd name="connsiteX18" fmla="*/ 26151 w 58149"/>
                    <a:gd name="connsiteY18" fmla="*/ 71306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8149" h="78939">
                      <a:moveTo>
                        <a:pt x="48728" y="24851"/>
                      </a:moveTo>
                      <a:cubicBezTo>
                        <a:pt x="47916" y="11695"/>
                        <a:pt x="40769" y="7472"/>
                        <a:pt x="30536" y="7472"/>
                      </a:cubicBezTo>
                      <a:cubicBezTo>
                        <a:pt x="21441" y="7472"/>
                        <a:pt x="13644" y="10558"/>
                        <a:pt x="12832" y="21116"/>
                      </a:cubicBezTo>
                      <a:lnTo>
                        <a:pt x="2761" y="21116"/>
                      </a:lnTo>
                      <a:cubicBezTo>
                        <a:pt x="3573" y="6660"/>
                        <a:pt x="16568" y="0"/>
                        <a:pt x="30699" y="0"/>
                      </a:cubicBezTo>
                      <a:cubicBezTo>
                        <a:pt x="47429" y="0"/>
                        <a:pt x="57499" y="7634"/>
                        <a:pt x="57175" y="25339"/>
                      </a:cubicBezTo>
                      <a:lnTo>
                        <a:pt x="57175" y="66108"/>
                      </a:lnTo>
                      <a:cubicBezTo>
                        <a:pt x="57175" y="69682"/>
                        <a:pt x="57662" y="75529"/>
                        <a:pt x="58149" y="77153"/>
                      </a:cubicBezTo>
                      <a:lnTo>
                        <a:pt x="49053" y="77153"/>
                      </a:lnTo>
                      <a:lnTo>
                        <a:pt x="48404" y="67083"/>
                      </a:lnTo>
                      <a:cubicBezTo>
                        <a:pt x="45155" y="73742"/>
                        <a:pt x="35247" y="78940"/>
                        <a:pt x="24527" y="78940"/>
                      </a:cubicBezTo>
                      <a:cubicBezTo>
                        <a:pt x="10233" y="78940"/>
                        <a:pt x="0" y="71793"/>
                        <a:pt x="0" y="56525"/>
                      </a:cubicBezTo>
                      <a:cubicBezTo>
                        <a:pt x="0" y="46129"/>
                        <a:pt x="5360" y="38820"/>
                        <a:pt x="14619" y="35084"/>
                      </a:cubicBezTo>
                      <a:cubicBezTo>
                        <a:pt x="24364" y="30536"/>
                        <a:pt x="38171" y="31511"/>
                        <a:pt x="48728" y="31511"/>
                      </a:cubicBezTo>
                      <a:lnTo>
                        <a:pt x="48728" y="24851"/>
                      </a:lnTo>
                      <a:close/>
                      <a:moveTo>
                        <a:pt x="26313" y="71306"/>
                      </a:moveTo>
                      <a:cubicBezTo>
                        <a:pt x="44505" y="71306"/>
                        <a:pt x="49053" y="55388"/>
                        <a:pt x="49053" y="38495"/>
                      </a:cubicBezTo>
                      <a:cubicBezTo>
                        <a:pt x="34922" y="38495"/>
                        <a:pt x="8771" y="36546"/>
                        <a:pt x="8771" y="56687"/>
                      </a:cubicBezTo>
                      <a:cubicBezTo>
                        <a:pt x="8771" y="67570"/>
                        <a:pt x="17380" y="71306"/>
                        <a:pt x="26151" y="7130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4" name="자유형: 도형 183">
                  <a:extLst>
                    <a:ext uri="{FF2B5EF4-FFF2-40B4-BE49-F238E27FC236}">
                      <a16:creationId xmlns:a16="http://schemas.microsoft.com/office/drawing/2014/main" id="{8E868523-BC3F-BB0E-E812-4A40071F4996}"/>
                    </a:ext>
                  </a:extLst>
                </p:cNvPr>
                <p:cNvSpPr/>
                <p:nvPr/>
              </p:nvSpPr>
              <p:spPr>
                <a:xfrm>
                  <a:off x="2328227" y="2914425"/>
                  <a:ext cx="8933" cy="111425"/>
                </a:xfrm>
                <a:custGeom>
                  <a:avLst/>
                  <a:gdLst>
                    <a:gd name="connsiteX0" fmla="*/ 8934 w 8933"/>
                    <a:gd name="connsiteY0" fmla="*/ 111425 h 111425"/>
                    <a:gd name="connsiteX1" fmla="*/ 0 w 8933"/>
                    <a:gd name="connsiteY1" fmla="*/ 111425 h 111425"/>
                    <a:gd name="connsiteX2" fmla="*/ 0 w 8933"/>
                    <a:gd name="connsiteY2" fmla="*/ 0 h 111425"/>
                    <a:gd name="connsiteX3" fmla="*/ 8934 w 8933"/>
                    <a:gd name="connsiteY3" fmla="*/ 0 h 111425"/>
                    <a:gd name="connsiteX4" fmla="*/ 8934 w 8933"/>
                    <a:gd name="connsiteY4" fmla="*/ 111425 h 111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33" h="111425">
                      <a:moveTo>
                        <a:pt x="8934" y="111425"/>
                      </a:moveTo>
                      <a:lnTo>
                        <a:pt x="0" y="111425"/>
                      </a:lnTo>
                      <a:lnTo>
                        <a:pt x="0" y="0"/>
                      </a:lnTo>
                      <a:lnTo>
                        <a:pt x="8934" y="0"/>
                      </a:lnTo>
                      <a:lnTo>
                        <a:pt x="8934" y="11142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5" name="자유형: 도형 184">
                  <a:extLst>
                    <a:ext uri="{FF2B5EF4-FFF2-40B4-BE49-F238E27FC236}">
                      <a16:creationId xmlns:a16="http://schemas.microsoft.com/office/drawing/2014/main" id="{F9CDDF58-FE51-900C-7F9F-5802271AADD5}"/>
                    </a:ext>
                  </a:extLst>
                </p:cNvPr>
                <p:cNvSpPr/>
                <p:nvPr/>
              </p:nvSpPr>
              <p:spPr>
                <a:xfrm>
                  <a:off x="2352753" y="2948372"/>
                  <a:ext cx="66595" cy="78939"/>
                </a:xfrm>
                <a:custGeom>
                  <a:avLst/>
                  <a:gdLst>
                    <a:gd name="connsiteX0" fmla="*/ 63834 w 66595"/>
                    <a:gd name="connsiteY0" fmla="*/ 41257 h 78939"/>
                    <a:gd name="connsiteX1" fmla="*/ 8934 w 66595"/>
                    <a:gd name="connsiteY1" fmla="*/ 41257 h 78939"/>
                    <a:gd name="connsiteX2" fmla="*/ 34922 w 66595"/>
                    <a:gd name="connsiteY2" fmla="*/ 71468 h 78939"/>
                    <a:gd name="connsiteX3" fmla="*/ 56200 w 66595"/>
                    <a:gd name="connsiteY3" fmla="*/ 53276 h 78939"/>
                    <a:gd name="connsiteX4" fmla="*/ 65621 w 66595"/>
                    <a:gd name="connsiteY4" fmla="*/ 53276 h 78939"/>
                    <a:gd name="connsiteX5" fmla="*/ 32323 w 66595"/>
                    <a:gd name="connsiteY5" fmla="*/ 78940 h 78939"/>
                    <a:gd name="connsiteX6" fmla="*/ 0 w 66595"/>
                    <a:gd name="connsiteY6" fmla="*/ 39470 h 78939"/>
                    <a:gd name="connsiteX7" fmla="*/ 32973 w 66595"/>
                    <a:gd name="connsiteY7" fmla="*/ 0 h 78939"/>
                    <a:gd name="connsiteX8" fmla="*/ 66595 w 66595"/>
                    <a:gd name="connsiteY8" fmla="*/ 38008 h 78939"/>
                    <a:gd name="connsiteX9" fmla="*/ 63834 w 66595"/>
                    <a:gd name="connsiteY9" fmla="*/ 41094 h 78939"/>
                    <a:gd name="connsiteX10" fmla="*/ 57662 w 66595"/>
                    <a:gd name="connsiteY10" fmla="*/ 33785 h 78939"/>
                    <a:gd name="connsiteX11" fmla="*/ 32973 w 66595"/>
                    <a:gd name="connsiteY11" fmla="*/ 7634 h 78939"/>
                    <a:gd name="connsiteX12" fmla="*/ 9096 w 66595"/>
                    <a:gd name="connsiteY12" fmla="*/ 33785 h 78939"/>
                    <a:gd name="connsiteX13" fmla="*/ 57662 w 66595"/>
                    <a:gd name="connsiteY13" fmla="*/ 33785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6595" h="78939">
                      <a:moveTo>
                        <a:pt x="63834" y="41257"/>
                      </a:moveTo>
                      <a:lnTo>
                        <a:pt x="8934" y="41257"/>
                      </a:lnTo>
                      <a:cubicBezTo>
                        <a:pt x="8934" y="58312"/>
                        <a:pt x="17055" y="71468"/>
                        <a:pt x="34922" y="71468"/>
                      </a:cubicBezTo>
                      <a:cubicBezTo>
                        <a:pt x="45155" y="71468"/>
                        <a:pt x="53439" y="63834"/>
                        <a:pt x="56200" y="53276"/>
                      </a:cubicBezTo>
                      <a:lnTo>
                        <a:pt x="65621" y="53276"/>
                      </a:lnTo>
                      <a:cubicBezTo>
                        <a:pt x="61235" y="71143"/>
                        <a:pt x="50190" y="78940"/>
                        <a:pt x="32323" y="78940"/>
                      </a:cubicBezTo>
                      <a:cubicBezTo>
                        <a:pt x="10071" y="78940"/>
                        <a:pt x="0" y="60586"/>
                        <a:pt x="0" y="39470"/>
                      </a:cubicBezTo>
                      <a:cubicBezTo>
                        <a:pt x="0" y="18354"/>
                        <a:pt x="10883" y="0"/>
                        <a:pt x="32973" y="0"/>
                      </a:cubicBezTo>
                      <a:cubicBezTo>
                        <a:pt x="56687" y="0"/>
                        <a:pt x="66271" y="15756"/>
                        <a:pt x="66595" y="38008"/>
                      </a:cubicBezTo>
                      <a:cubicBezTo>
                        <a:pt x="66595" y="40120"/>
                        <a:pt x="65783" y="41094"/>
                        <a:pt x="63834" y="41094"/>
                      </a:cubicBezTo>
                      <a:close/>
                      <a:moveTo>
                        <a:pt x="57662" y="33785"/>
                      </a:moveTo>
                      <a:cubicBezTo>
                        <a:pt x="56850" y="18192"/>
                        <a:pt x="48079" y="7634"/>
                        <a:pt x="32973" y="7634"/>
                      </a:cubicBezTo>
                      <a:cubicBezTo>
                        <a:pt x="19004" y="7634"/>
                        <a:pt x="10395" y="19491"/>
                        <a:pt x="9096" y="33785"/>
                      </a:cubicBezTo>
                      <a:lnTo>
                        <a:pt x="57662" y="3378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6" name="자유형: 도형 185">
                  <a:extLst>
                    <a:ext uri="{FF2B5EF4-FFF2-40B4-BE49-F238E27FC236}">
                      <a16:creationId xmlns:a16="http://schemas.microsoft.com/office/drawing/2014/main" id="{8655A3B4-6FE2-E2A4-6C30-078373EF5472}"/>
                    </a:ext>
                  </a:extLst>
                </p:cNvPr>
                <p:cNvSpPr/>
                <p:nvPr/>
              </p:nvSpPr>
              <p:spPr>
                <a:xfrm>
                  <a:off x="2434942" y="2948697"/>
                  <a:ext cx="58473" cy="78939"/>
                </a:xfrm>
                <a:custGeom>
                  <a:avLst/>
                  <a:gdLst>
                    <a:gd name="connsiteX0" fmla="*/ 28912 w 58473"/>
                    <a:gd name="connsiteY0" fmla="*/ 0 h 78939"/>
                    <a:gd name="connsiteX1" fmla="*/ 55713 w 58473"/>
                    <a:gd name="connsiteY1" fmla="*/ 20303 h 78939"/>
                    <a:gd name="connsiteX2" fmla="*/ 46454 w 58473"/>
                    <a:gd name="connsiteY2" fmla="*/ 20303 h 78939"/>
                    <a:gd name="connsiteX3" fmla="*/ 28263 w 58473"/>
                    <a:gd name="connsiteY3" fmla="*/ 7472 h 78939"/>
                    <a:gd name="connsiteX4" fmla="*/ 11370 w 58473"/>
                    <a:gd name="connsiteY4" fmla="*/ 20303 h 78939"/>
                    <a:gd name="connsiteX5" fmla="*/ 44668 w 58473"/>
                    <a:gd name="connsiteY5" fmla="*/ 37521 h 78939"/>
                    <a:gd name="connsiteX6" fmla="*/ 58474 w 58473"/>
                    <a:gd name="connsiteY6" fmla="*/ 54576 h 78939"/>
                    <a:gd name="connsiteX7" fmla="*/ 27450 w 58473"/>
                    <a:gd name="connsiteY7" fmla="*/ 78940 h 78939"/>
                    <a:gd name="connsiteX8" fmla="*/ 0 w 58473"/>
                    <a:gd name="connsiteY8" fmla="*/ 56850 h 78939"/>
                    <a:gd name="connsiteX9" fmla="*/ 9258 w 58473"/>
                    <a:gd name="connsiteY9" fmla="*/ 56850 h 78939"/>
                    <a:gd name="connsiteX10" fmla="*/ 29562 w 58473"/>
                    <a:gd name="connsiteY10" fmla="*/ 71306 h 78939"/>
                    <a:gd name="connsiteX11" fmla="*/ 49378 w 58473"/>
                    <a:gd name="connsiteY11" fmla="*/ 55875 h 78939"/>
                    <a:gd name="connsiteX12" fmla="*/ 25501 w 58473"/>
                    <a:gd name="connsiteY12" fmla="*/ 40444 h 78939"/>
                    <a:gd name="connsiteX13" fmla="*/ 2761 w 58473"/>
                    <a:gd name="connsiteY13" fmla="*/ 20791 h 78939"/>
                    <a:gd name="connsiteX14" fmla="*/ 29075 w 58473"/>
                    <a:gd name="connsiteY14" fmla="*/ 0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473" h="78939">
                      <a:moveTo>
                        <a:pt x="28912" y="0"/>
                      </a:moveTo>
                      <a:cubicBezTo>
                        <a:pt x="42881" y="0"/>
                        <a:pt x="54251" y="4873"/>
                        <a:pt x="55713" y="20303"/>
                      </a:cubicBezTo>
                      <a:lnTo>
                        <a:pt x="46454" y="20303"/>
                      </a:lnTo>
                      <a:cubicBezTo>
                        <a:pt x="45805" y="10558"/>
                        <a:pt x="37196" y="7472"/>
                        <a:pt x="28263" y="7472"/>
                      </a:cubicBezTo>
                      <a:cubicBezTo>
                        <a:pt x="20141" y="7472"/>
                        <a:pt x="11370" y="10720"/>
                        <a:pt x="11370" y="20303"/>
                      </a:cubicBezTo>
                      <a:cubicBezTo>
                        <a:pt x="11370" y="32486"/>
                        <a:pt x="25014" y="30049"/>
                        <a:pt x="44668" y="37521"/>
                      </a:cubicBezTo>
                      <a:cubicBezTo>
                        <a:pt x="54901" y="40769"/>
                        <a:pt x="58474" y="46292"/>
                        <a:pt x="58474" y="54576"/>
                      </a:cubicBezTo>
                      <a:cubicBezTo>
                        <a:pt x="58474" y="71631"/>
                        <a:pt x="44505" y="78940"/>
                        <a:pt x="27450" y="78940"/>
                      </a:cubicBezTo>
                      <a:cubicBezTo>
                        <a:pt x="14943" y="78940"/>
                        <a:pt x="650" y="73255"/>
                        <a:pt x="0" y="56850"/>
                      </a:cubicBezTo>
                      <a:lnTo>
                        <a:pt x="9258" y="56850"/>
                      </a:lnTo>
                      <a:cubicBezTo>
                        <a:pt x="9908" y="68382"/>
                        <a:pt x="19979" y="71306"/>
                        <a:pt x="29562" y="71306"/>
                      </a:cubicBezTo>
                      <a:cubicBezTo>
                        <a:pt x="39145" y="71306"/>
                        <a:pt x="49541" y="67083"/>
                        <a:pt x="49378" y="55875"/>
                      </a:cubicBezTo>
                      <a:cubicBezTo>
                        <a:pt x="49378" y="44180"/>
                        <a:pt x="37034" y="43206"/>
                        <a:pt x="25501" y="40444"/>
                      </a:cubicBezTo>
                      <a:cubicBezTo>
                        <a:pt x="13806" y="37683"/>
                        <a:pt x="2761" y="35084"/>
                        <a:pt x="2761" y="20791"/>
                      </a:cubicBezTo>
                      <a:cubicBezTo>
                        <a:pt x="2761" y="5198"/>
                        <a:pt x="16405" y="0"/>
                        <a:pt x="29075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7" name="자유형: 도형 186">
                  <a:extLst>
                    <a:ext uri="{FF2B5EF4-FFF2-40B4-BE49-F238E27FC236}">
                      <a16:creationId xmlns:a16="http://schemas.microsoft.com/office/drawing/2014/main" id="{F6BD2B18-FB71-B2E4-4731-5A94263F4CDC}"/>
                    </a:ext>
                  </a:extLst>
                </p:cNvPr>
                <p:cNvSpPr/>
                <p:nvPr/>
              </p:nvSpPr>
              <p:spPr>
                <a:xfrm>
                  <a:off x="2512915" y="2911339"/>
                  <a:ext cx="106251" cy="119221"/>
                </a:xfrm>
                <a:custGeom>
                  <a:avLst/>
                  <a:gdLst>
                    <a:gd name="connsiteX0" fmla="*/ 76496 w 106251"/>
                    <a:gd name="connsiteY0" fmla="*/ 30049 h 119221"/>
                    <a:gd name="connsiteX1" fmla="*/ 84130 w 106251"/>
                    <a:gd name="connsiteY1" fmla="*/ 30049 h 119221"/>
                    <a:gd name="connsiteX2" fmla="*/ 69836 w 106251"/>
                    <a:gd name="connsiteY2" fmla="*/ 75204 h 119221"/>
                    <a:gd name="connsiteX3" fmla="*/ 72597 w 106251"/>
                    <a:gd name="connsiteY3" fmla="*/ 87711 h 119221"/>
                    <a:gd name="connsiteX4" fmla="*/ 97774 w 106251"/>
                    <a:gd name="connsiteY4" fmla="*/ 49053 h 119221"/>
                    <a:gd name="connsiteX5" fmla="*/ 60903 w 106251"/>
                    <a:gd name="connsiteY5" fmla="*/ 6660 h 119221"/>
                    <a:gd name="connsiteX6" fmla="*/ 8763 w 106251"/>
                    <a:gd name="connsiteY6" fmla="*/ 63184 h 119221"/>
                    <a:gd name="connsiteX7" fmla="*/ 53756 w 106251"/>
                    <a:gd name="connsiteY7" fmla="*/ 112238 h 119221"/>
                    <a:gd name="connsiteX8" fmla="*/ 95987 w 106251"/>
                    <a:gd name="connsiteY8" fmla="*/ 89985 h 119221"/>
                    <a:gd name="connsiteX9" fmla="*/ 104596 w 106251"/>
                    <a:gd name="connsiteY9" fmla="*/ 89985 h 119221"/>
                    <a:gd name="connsiteX10" fmla="*/ 53756 w 106251"/>
                    <a:gd name="connsiteY10" fmla="*/ 119222 h 119221"/>
                    <a:gd name="connsiteX11" fmla="*/ 155 w 106251"/>
                    <a:gd name="connsiteY11" fmla="*/ 62047 h 119221"/>
                    <a:gd name="connsiteX12" fmla="*/ 60740 w 106251"/>
                    <a:gd name="connsiteY12" fmla="*/ 0 h 119221"/>
                    <a:gd name="connsiteX13" fmla="*/ 106057 w 106251"/>
                    <a:gd name="connsiteY13" fmla="*/ 49378 h 119221"/>
                    <a:gd name="connsiteX14" fmla="*/ 72760 w 106251"/>
                    <a:gd name="connsiteY14" fmla="*/ 94046 h 119221"/>
                    <a:gd name="connsiteX15" fmla="*/ 63339 w 106251"/>
                    <a:gd name="connsiteY15" fmla="*/ 80402 h 119221"/>
                    <a:gd name="connsiteX16" fmla="*/ 42223 w 106251"/>
                    <a:gd name="connsiteY16" fmla="*/ 93721 h 119221"/>
                    <a:gd name="connsiteX17" fmla="*/ 23219 w 106251"/>
                    <a:gd name="connsiteY17" fmla="*/ 71793 h 119221"/>
                    <a:gd name="connsiteX18" fmla="*/ 57329 w 106251"/>
                    <a:gd name="connsiteY18" fmla="*/ 27613 h 119221"/>
                    <a:gd name="connsiteX19" fmla="*/ 72597 w 106251"/>
                    <a:gd name="connsiteY19" fmla="*/ 41257 h 119221"/>
                    <a:gd name="connsiteX20" fmla="*/ 76658 w 106251"/>
                    <a:gd name="connsiteY20" fmla="*/ 30049 h 119221"/>
                    <a:gd name="connsiteX21" fmla="*/ 43523 w 106251"/>
                    <a:gd name="connsiteY21" fmla="*/ 86574 h 119221"/>
                    <a:gd name="connsiteX22" fmla="*/ 67887 w 106251"/>
                    <a:gd name="connsiteY22" fmla="*/ 48241 h 119221"/>
                    <a:gd name="connsiteX23" fmla="*/ 56679 w 106251"/>
                    <a:gd name="connsiteY23" fmla="*/ 34597 h 119221"/>
                    <a:gd name="connsiteX24" fmla="*/ 31503 w 106251"/>
                    <a:gd name="connsiteY24" fmla="*/ 71631 h 119221"/>
                    <a:gd name="connsiteX25" fmla="*/ 43523 w 106251"/>
                    <a:gd name="connsiteY25" fmla="*/ 86574 h 1192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06251" h="119221">
                      <a:moveTo>
                        <a:pt x="76496" y="30049"/>
                      </a:moveTo>
                      <a:lnTo>
                        <a:pt x="84130" y="30049"/>
                      </a:lnTo>
                      <a:lnTo>
                        <a:pt x="69836" y="75204"/>
                      </a:lnTo>
                      <a:cubicBezTo>
                        <a:pt x="67400" y="82026"/>
                        <a:pt x="67724" y="87711"/>
                        <a:pt x="72597" y="87711"/>
                      </a:cubicBezTo>
                      <a:cubicBezTo>
                        <a:pt x="85754" y="87711"/>
                        <a:pt x="96312" y="66920"/>
                        <a:pt x="97774" y="49053"/>
                      </a:cubicBezTo>
                      <a:cubicBezTo>
                        <a:pt x="99723" y="22740"/>
                        <a:pt x="85916" y="6660"/>
                        <a:pt x="60903" y="6660"/>
                      </a:cubicBezTo>
                      <a:cubicBezTo>
                        <a:pt x="31341" y="6660"/>
                        <a:pt x="10063" y="33785"/>
                        <a:pt x="8763" y="63184"/>
                      </a:cubicBezTo>
                      <a:cubicBezTo>
                        <a:pt x="7139" y="96807"/>
                        <a:pt x="21920" y="112238"/>
                        <a:pt x="53756" y="112238"/>
                      </a:cubicBezTo>
                      <a:cubicBezTo>
                        <a:pt x="70648" y="112238"/>
                        <a:pt x="88515" y="104279"/>
                        <a:pt x="95987" y="89985"/>
                      </a:cubicBezTo>
                      <a:lnTo>
                        <a:pt x="104596" y="89985"/>
                      </a:lnTo>
                      <a:cubicBezTo>
                        <a:pt x="96149" y="107365"/>
                        <a:pt x="78120" y="119222"/>
                        <a:pt x="53756" y="119222"/>
                      </a:cubicBezTo>
                      <a:cubicBezTo>
                        <a:pt x="14611" y="119222"/>
                        <a:pt x="-1795" y="100543"/>
                        <a:pt x="155" y="62047"/>
                      </a:cubicBezTo>
                      <a:cubicBezTo>
                        <a:pt x="1941" y="29237"/>
                        <a:pt x="26143" y="0"/>
                        <a:pt x="60740" y="0"/>
                      </a:cubicBezTo>
                      <a:cubicBezTo>
                        <a:pt x="93063" y="0"/>
                        <a:pt x="108169" y="19654"/>
                        <a:pt x="106057" y="49378"/>
                      </a:cubicBezTo>
                      <a:cubicBezTo>
                        <a:pt x="104108" y="74067"/>
                        <a:pt x="88515" y="94046"/>
                        <a:pt x="72760" y="94046"/>
                      </a:cubicBezTo>
                      <a:cubicBezTo>
                        <a:pt x="65450" y="94046"/>
                        <a:pt x="61715" y="90147"/>
                        <a:pt x="63339" y="80402"/>
                      </a:cubicBezTo>
                      <a:cubicBezTo>
                        <a:pt x="58304" y="89335"/>
                        <a:pt x="50994" y="93721"/>
                        <a:pt x="42223" y="93721"/>
                      </a:cubicBezTo>
                      <a:cubicBezTo>
                        <a:pt x="29392" y="93721"/>
                        <a:pt x="23219" y="84625"/>
                        <a:pt x="23219" y="71793"/>
                      </a:cubicBezTo>
                      <a:cubicBezTo>
                        <a:pt x="23219" y="51002"/>
                        <a:pt x="35076" y="27613"/>
                        <a:pt x="57329" y="27613"/>
                      </a:cubicBezTo>
                      <a:cubicBezTo>
                        <a:pt x="66587" y="27613"/>
                        <a:pt x="72760" y="32810"/>
                        <a:pt x="72597" y="41257"/>
                      </a:cubicBezTo>
                      <a:lnTo>
                        <a:pt x="76658" y="30049"/>
                      </a:lnTo>
                      <a:close/>
                      <a:moveTo>
                        <a:pt x="43523" y="86574"/>
                      </a:moveTo>
                      <a:cubicBezTo>
                        <a:pt x="58141" y="86574"/>
                        <a:pt x="67887" y="62535"/>
                        <a:pt x="67887" y="48241"/>
                      </a:cubicBezTo>
                      <a:cubicBezTo>
                        <a:pt x="67887" y="39632"/>
                        <a:pt x="63501" y="34597"/>
                        <a:pt x="56679" y="34597"/>
                      </a:cubicBezTo>
                      <a:cubicBezTo>
                        <a:pt x="40924" y="34597"/>
                        <a:pt x="31503" y="56850"/>
                        <a:pt x="31503" y="71631"/>
                      </a:cubicBezTo>
                      <a:cubicBezTo>
                        <a:pt x="31503" y="80564"/>
                        <a:pt x="35076" y="86574"/>
                        <a:pt x="43523" y="8657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8" name="자유형: 도형 187">
                  <a:extLst>
                    <a:ext uri="{FF2B5EF4-FFF2-40B4-BE49-F238E27FC236}">
                      <a16:creationId xmlns:a16="http://schemas.microsoft.com/office/drawing/2014/main" id="{BD2B871D-22A1-AFF3-3D28-B2A25EBED1F8}"/>
                    </a:ext>
                  </a:extLst>
                </p:cNvPr>
                <p:cNvSpPr/>
                <p:nvPr/>
              </p:nvSpPr>
              <p:spPr>
                <a:xfrm>
                  <a:off x="2637002" y="2948372"/>
                  <a:ext cx="62047" cy="78939"/>
                </a:xfrm>
                <a:custGeom>
                  <a:avLst/>
                  <a:gdLst>
                    <a:gd name="connsiteX0" fmla="*/ 53114 w 62047"/>
                    <a:gd name="connsiteY0" fmla="*/ 25501 h 78939"/>
                    <a:gd name="connsiteX1" fmla="*/ 31998 w 62047"/>
                    <a:gd name="connsiteY1" fmla="*/ 7797 h 78939"/>
                    <a:gd name="connsiteX2" fmla="*/ 8934 w 62047"/>
                    <a:gd name="connsiteY2" fmla="*/ 39470 h 78939"/>
                    <a:gd name="connsiteX3" fmla="*/ 31998 w 62047"/>
                    <a:gd name="connsiteY3" fmla="*/ 71306 h 78939"/>
                    <a:gd name="connsiteX4" fmla="*/ 52951 w 62047"/>
                    <a:gd name="connsiteY4" fmla="*/ 53276 h 78939"/>
                    <a:gd name="connsiteX5" fmla="*/ 62047 w 62047"/>
                    <a:gd name="connsiteY5" fmla="*/ 53276 h 78939"/>
                    <a:gd name="connsiteX6" fmla="*/ 32323 w 62047"/>
                    <a:gd name="connsiteY6" fmla="*/ 78940 h 78939"/>
                    <a:gd name="connsiteX7" fmla="*/ 0 w 62047"/>
                    <a:gd name="connsiteY7" fmla="*/ 39470 h 78939"/>
                    <a:gd name="connsiteX8" fmla="*/ 33135 w 62047"/>
                    <a:gd name="connsiteY8" fmla="*/ 0 h 78939"/>
                    <a:gd name="connsiteX9" fmla="*/ 62047 w 62047"/>
                    <a:gd name="connsiteY9" fmla="*/ 25339 h 78939"/>
                    <a:gd name="connsiteX10" fmla="*/ 53114 w 62047"/>
                    <a:gd name="connsiteY10" fmla="*/ 25339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2047" h="78939">
                      <a:moveTo>
                        <a:pt x="53114" y="25501"/>
                      </a:moveTo>
                      <a:cubicBezTo>
                        <a:pt x="52464" y="13644"/>
                        <a:pt x="44180" y="7797"/>
                        <a:pt x="31998" y="7797"/>
                      </a:cubicBezTo>
                      <a:cubicBezTo>
                        <a:pt x="19004" y="7797"/>
                        <a:pt x="8934" y="21765"/>
                        <a:pt x="8934" y="39470"/>
                      </a:cubicBezTo>
                      <a:cubicBezTo>
                        <a:pt x="8934" y="57175"/>
                        <a:pt x="19004" y="71306"/>
                        <a:pt x="31998" y="71306"/>
                      </a:cubicBezTo>
                      <a:cubicBezTo>
                        <a:pt x="43368" y="71306"/>
                        <a:pt x="51814" y="65296"/>
                        <a:pt x="52951" y="53276"/>
                      </a:cubicBezTo>
                      <a:lnTo>
                        <a:pt x="62047" y="53276"/>
                      </a:lnTo>
                      <a:cubicBezTo>
                        <a:pt x="59611" y="70331"/>
                        <a:pt x="48241" y="78940"/>
                        <a:pt x="32323" y="78940"/>
                      </a:cubicBezTo>
                      <a:cubicBezTo>
                        <a:pt x="10395" y="78940"/>
                        <a:pt x="0" y="60586"/>
                        <a:pt x="0" y="39470"/>
                      </a:cubicBezTo>
                      <a:cubicBezTo>
                        <a:pt x="0" y="18354"/>
                        <a:pt x="11045" y="0"/>
                        <a:pt x="33135" y="0"/>
                      </a:cubicBezTo>
                      <a:cubicBezTo>
                        <a:pt x="48566" y="0"/>
                        <a:pt x="61235" y="9421"/>
                        <a:pt x="62047" y="25339"/>
                      </a:cubicBezTo>
                      <a:lnTo>
                        <a:pt x="53114" y="25339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9" name="자유형: 도형 188">
                  <a:extLst>
                    <a:ext uri="{FF2B5EF4-FFF2-40B4-BE49-F238E27FC236}">
                      <a16:creationId xmlns:a16="http://schemas.microsoft.com/office/drawing/2014/main" id="{AAAD582F-4110-97CB-65CF-3C7A484A023E}"/>
                    </a:ext>
                  </a:extLst>
                </p:cNvPr>
                <p:cNvSpPr/>
                <p:nvPr/>
              </p:nvSpPr>
              <p:spPr>
                <a:xfrm>
                  <a:off x="2716429" y="2948535"/>
                  <a:ext cx="102491" cy="77478"/>
                </a:xfrm>
                <a:custGeom>
                  <a:avLst/>
                  <a:gdLst>
                    <a:gd name="connsiteX0" fmla="*/ 76828 w 102491"/>
                    <a:gd name="connsiteY0" fmla="*/ 162 h 77478"/>
                    <a:gd name="connsiteX1" fmla="*/ 102492 w 102491"/>
                    <a:gd name="connsiteY1" fmla="*/ 27288 h 77478"/>
                    <a:gd name="connsiteX2" fmla="*/ 102492 w 102491"/>
                    <a:gd name="connsiteY2" fmla="*/ 77478 h 77478"/>
                    <a:gd name="connsiteX3" fmla="*/ 93883 w 102491"/>
                    <a:gd name="connsiteY3" fmla="*/ 77478 h 77478"/>
                    <a:gd name="connsiteX4" fmla="*/ 93883 w 102491"/>
                    <a:gd name="connsiteY4" fmla="*/ 30049 h 77478"/>
                    <a:gd name="connsiteX5" fmla="*/ 75691 w 102491"/>
                    <a:gd name="connsiteY5" fmla="*/ 7634 h 77478"/>
                    <a:gd name="connsiteX6" fmla="*/ 55713 w 102491"/>
                    <a:gd name="connsiteY6" fmla="*/ 28750 h 77478"/>
                    <a:gd name="connsiteX7" fmla="*/ 55713 w 102491"/>
                    <a:gd name="connsiteY7" fmla="*/ 77316 h 77478"/>
                    <a:gd name="connsiteX8" fmla="*/ 47104 w 102491"/>
                    <a:gd name="connsiteY8" fmla="*/ 77316 h 77478"/>
                    <a:gd name="connsiteX9" fmla="*/ 47104 w 102491"/>
                    <a:gd name="connsiteY9" fmla="*/ 29887 h 77478"/>
                    <a:gd name="connsiteX10" fmla="*/ 29237 w 102491"/>
                    <a:gd name="connsiteY10" fmla="*/ 7472 h 77478"/>
                    <a:gd name="connsiteX11" fmla="*/ 8609 w 102491"/>
                    <a:gd name="connsiteY11" fmla="*/ 32810 h 77478"/>
                    <a:gd name="connsiteX12" fmla="*/ 8609 w 102491"/>
                    <a:gd name="connsiteY12" fmla="*/ 77316 h 77478"/>
                    <a:gd name="connsiteX13" fmla="*/ 0 w 102491"/>
                    <a:gd name="connsiteY13" fmla="*/ 77316 h 77478"/>
                    <a:gd name="connsiteX14" fmla="*/ 0 w 102491"/>
                    <a:gd name="connsiteY14" fmla="*/ 2436 h 77478"/>
                    <a:gd name="connsiteX15" fmla="*/ 9258 w 102491"/>
                    <a:gd name="connsiteY15" fmla="*/ 2436 h 77478"/>
                    <a:gd name="connsiteX16" fmla="*/ 8771 w 102491"/>
                    <a:gd name="connsiteY16" fmla="*/ 13806 h 77478"/>
                    <a:gd name="connsiteX17" fmla="*/ 31836 w 102491"/>
                    <a:gd name="connsiteY17" fmla="*/ 0 h 77478"/>
                    <a:gd name="connsiteX18" fmla="*/ 53926 w 102491"/>
                    <a:gd name="connsiteY18" fmla="*/ 15431 h 77478"/>
                    <a:gd name="connsiteX19" fmla="*/ 76828 w 102491"/>
                    <a:gd name="connsiteY19" fmla="*/ 0 h 774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02491" h="77478">
                      <a:moveTo>
                        <a:pt x="76828" y="162"/>
                      </a:moveTo>
                      <a:cubicBezTo>
                        <a:pt x="92746" y="162"/>
                        <a:pt x="102492" y="9421"/>
                        <a:pt x="102492" y="27288"/>
                      </a:cubicBezTo>
                      <a:lnTo>
                        <a:pt x="102492" y="77478"/>
                      </a:lnTo>
                      <a:lnTo>
                        <a:pt x="93883" y="77478"/>
                      </a:lnTo>
                      <a:lnTo>
                        <a:pt x="93883" y="30049"/>
                      </a:lnTo>
                      <a:cubicBezTo>
                        <a:pt x="93883" y="15268"/>
                        <a:pt x="88686" y="7634"/>
                        <a:pt x="75691" y="7634"/>
                      </a:cubicBezTo>
                      <a:cubicBezTo>
                        <a:pt x="66920" y="7634"/>
                        <a:pt x="57175" y="14943"/>
                        <a:pt x="55713" y="28750"/>
                      </a:cubicBezTo>
                      <a:lnTo>
                        <a:pt x="55713" y="77316"/>
                      </a:lnTo>
                      <a:lnTo>
                        <a:pt x="47104" y="77316"/>
                      </a:lnTo>
                      <a:lnTo>
                        <a:pt x="47104" y="29887"/>
                      </a:lnTo>
                      <a:cubicBezTo>
                        <a:pt x="47104" y="15106"/>
                        <a:pt x="41906" y="7472"/>
                        <a:pt x="29237" y="7472"/>
                      </a:cubicBezTo>
                      <a:cubicBezTo>
                        <a:pt x="19166" y="7472"/>
                        <a:pt x="8609" y="16568"/>
                        <a:pt x="8609" y="32810"/>
                      </a:cubicBezTo>
                      <a:lnTo>
                        <a:pt x="8609" y="77316"/>
                      </a:lnTo>
                      <a:lnTo>
                        <a:pt x="0" y="77316"/>
                      </a:lnTo>
                      <a:lnTo>
                        <a:pt x="0" y="2436"/>
                      </a:lnTo>
                      <a:lnTo>
                        <a:pt x="9258" y="2436"/>
                      </a:lnTo>
                      <a:lnTo>
                        <a:pt x="8771" y="13806"/>
                      </a:lnTo>
                      <a:cubicBezTo>
                        <a:pt x="12669" y="5847"/>
                        <a:pt x="21440" y="0"/>
                        <a:pt x="31836" y="0"/>
                      </a:cubicBezTo>
                      <a:cubicBezTo>
                        <a:pt x="42881" y="0"/>
                        <a:pt x="50028" y="4223"/>
                        <a:pt x="53926" y="15431"/>
                      </a:cubicBezTo>
                      <a:cubicBezTo>
                        <a:pt x="57824" y="6010"/>
                        <a:pt x="66433" y="0"/>
                        <a:pt x="76828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0" name="자유형: 도형 189">
                  <a:extLst>
                    <a:ext uri="{FF2B5EF4-FFF2-40B4-BE49-F238E27FC236}">
                      <a16:creationId xmlns:a16="http://schemas.microsoft.com/office/drawing/2014/main" id="{EE88EFA4-7BB2-486D-321A-C8037AD53FA5}"/>
                    </a:ext>
                  </a:extLst>
                </p:cNvPr>
                <p:cNvSpPr/>
                <p:nvPr/>
              </p:nvSpPr>
              <p:spPr>
                <a:xfrm>
                  <a:off x="2842148" y="2948372"/>
                  <a:ext cx="66595" cy="78939"/>
                </a:xfrm>
                <a:custGeom>
                  <a:avLst/>
                  <a:gdLst>
                    <a:gd name="connsiteX0" fmla="*/ 63834 w 66595"/>
                    <a:gd name="connsiteY0" fmla="*/ 41257 h 78939"/>
                    <a:gd name="connsiteX1" fmla="*/ 8934 w 66595"/>
                    <a:gd name="connsiteY1" fmla="*/ 41257 h 78939"/>
                    <a:gd name="connsiteX2" fmla="*/ 34922 w 66595"/>
                    <a:gd name="connsiteY2" fmla="*/ 71468 h 78939"/>
                    <a:gd name="connsiteX3" fmla="*/ 56200 w 66595"/>
                    <a:gd name="connsiteY3" fmla="*/ 53276 h 78939"/>
                    <a:gd name="connsiteX4" fmla="*/ 65621 w 66595"/>
                    <a:gd name="connsiteY4" fmla="*/ 53276 h 78939"/>
                    <a:gd name="connsiteX5" fmla="*/ 32323 w 66595"/>
                    <a:gd name="connsiteY5" fmla="*/ 78940 h 78939"/>
                    <a:gd name="connsiteX6" fmla="*/ 0 w 66595"/>
                    <a:gd name="connsiteY6" fmla="*/ 39470 h 78939"/>
                    <a:gd name="connsiteX7" fmla="*/ 32973 w 66595"/>
                    <a:gd name="connsiteY7" fmla="*/ 0 h 78939"/>
                    <a:gd name="connsiteX8" fmla="*/ 66595 w 66595"/>
                    <a:gd name="connsiteY8" fmla="*/ 38008 h 78939"/>
                    <a:gd name="connsiteX9" fmla="*/ 63834 w 66595"/>
                    <a:gd name="connsiteY9" fmla="*/ 41094 h 78939"/>
                    <a:gd name="connsiteX10" fmla="*/ 57662 w 66595"/>
                    <a:gd name="connsiteY10" fmla="*/ 33785 h 78939"/>
                    <a:gd name="connsiteX11" fmla="*/ 32973 w 66595"/>
                    <a:gd name="connsiteY11" fmla="*/ 7634 h 78939"/>
                    <a:gd name="connsiteX12" fmla="*/ 9096 w 66595"/>
                    <a:gd name="connsiteY12" fmla="*/ 33785 h 78939"/>
                    <a:gd name="connsiteX13" fmla="*/ 57662 w 66595"/>
                    <a:gd name="connsiteY13" fmla="*/ 33785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6595" h="78939">
                      <a:moveTo>
                        <a:pt x="63834" y="41257"/>
                      </a:moveTo>
                      <a:lnTo>
                        <a:pt x="8934" y="41257"/>
                      </a:lnTo>
                      <a:cubicBezTo>
                        <a:pt x="8934" y="58312"/>
                        <a:pt x="17055" y="71468"/>
                        <a:pt x="34922" y="71468"/>
                      </a:cubicBezTo>
                      <a:cubicBezTo>
                        <a:pt x="45155" y="71468"/>
                        <a:pt x="53439" y="63834"/>
                        <a:pt x="56200" y="53276"/>
                      </a:cubicBezTo>
                      <a:lnTo>
                        <a:pt x="65621" y="53276"/>
                      </a:lnTo>
                      <a:cubicBezTo>
                        <a:pt x="61235" y="71143"/>
                        <a:pt x="50190" y="78940"/>
                        <a:pt x="32323" y="78940"/>
                      </a:cubicBezTo>
                      <a:cubicBezTo>
                        <a:pt x="10071" y="78940"/>
                        <a:pt x="0" y="60586"/>
                        <a:pt x="0" y="39470"/>
                      </a:cubicBezTo>
                      <a:cubicBezTo>
                        <a:pt x="0" y="18354"/>
                        <a:pt x="10883" y="0"/>
                        <a:pt x="32973" y="0"/>
                      </a:cubicBezTo>
                      <a:cubicBezTo>
                        <a:pt x="56687" y="0"/>
                        <a:pt x="66271" y="15756"/>
                        <a:pt x="66595" y="38008"/>
                      </a:cubicBezTo>
                      <a:cubicBezTo>
                        <a:pt x="66595" y="40120"/>
                        <a:pt x="65783" y="41094"/>
                        <a:pt x="63834" y="41094"/>
                      </a:cubicBezTo>
                      <a:close/>
                      <a:moveTo>
                        <a:pt x="57662" y="33785"/>
                      </a:moveTo>
                      <a:cubicBezTo>
                        <a:pt x="56850" y="18192"/>
                        <a:pt x="48079" y="7634"/>
                        <a:pt x="32973" y="7634"/>
                      </a:cubicBezTo>
                      <a:cubicBezTo>
                        <a:pt x="19004" y="7634"/>
                        <a:pt x="10395" y="19491"/>
                        <a:pt x="9096" y="33785"/>
                      </a:cubicBezTo>
                      <a:lnTo>
                        <a:pt x="57662" y="3378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1" name="자유형: 도형 190">
                  <a:extLst>
                    <a:ext uri="{FF2B5EF4-FFF2-40B4-BE49-F238E27FC236}">
                      <a16:creationId xmlns:a16="http://schemas.microsoft.com/office/drawing/2014/main" id="{BED48C74-7EB4-76AD-665A-B57EDB70CBC6}"/>
                    </a:ext>
                  </a:extLst>
                </p:cNvPr>
                <p:cNvSpPr/>
                <p:nvPr/>
              </p:nvSpPr>
              <p:spPr>
                <a:xfrm>
                  <a:off x="2924174" y="2948697"/>
                  <a:ext cx="58474" cy="78939"/>
                </a:xfrm>
                <a:custGeom>
                  <a:avLst/>
                  <a:gdLst>
                    <a:gd name="connsiteX0" fmla="*/ 28912 w 58474"/>
                    <a:gd name="connsiteY0" fmla="*/ 0 h 78939"/>
                    <a:gd name="connsiteX1" fmla="*/ 55713 w 58474"/>
                    <a:gd name="connsiteY1" fmla="*/ 20303 h 78939"/>
                    <a:gd name="connsiteX2" fmla="*/ 46454 w 58474"/>
                    <a:gd name="connsiteY2" fmla="*/ 20303 h 78939"/>
                    <a:gd name="connsiteX3" fmla="*/ 28263 w 58474"/>
                    <a:gd name="connsiteY3" fmla="*/ 7472 h 78939"/>
                    <a:gd name="connsiteX4" fmla="*/ 11370 w 58474"/>
                    <a:gd name="connsiteY4" fmla="*/ 20303 h 78939"/>
                    <a:gd name="connsiteX5" fmla="*/ 44668 w 58474"/>
                    <a:gd name="connsiteY5" fmla="*/ 37521 h 78939"/>
                    <a:gd name="connsiteX6" fmla="*/ 58474 w 58474"/>
                    <a:gd name="connsiteY6" fmla="*/ 54576 h 78939"/>
                    <a:gd name="connsiteX7" fmla="*/ 27450 w 58474"/>
                    <a:gd name="connsiteY7" fmla="*/ 78940 h 78939"/>
                    <a:gd name="connsiteX8" fmla="*/ 0 w 58474"/>
                    <a:gd name="connsiteY8" fmla="*/ 56850 h 78939"/>
                    <a:gd name="connsiteX9" fmla="*/ 9258 w 58474"/>
                    <a:gd name="connsiteY9" fmla="*/ 56850 h 78939"/>
                    <a:gd name="connsiteX10" fmla="*/ 29562 w 58474"/>
                    <a:gd name="connsiteY10" fmla="*/ 71306 h 78939"/>
                    <a:gd name="connsiteX11" fmla="*/ 49378 w 58474"/>
                    <a:gd name="connsiteY11" fmla="*/ 55875 h 78939"/>
                    <a:gd name="connsiteX12" fmla="*/ 25501 w 58474"/>
                    <a:gd name="connsiteY12" fmla="*/ 40444 h 78939"/>
                    <a:gd name="connsiteX13" fmla="*/ 2761 w 58474"/>
                    <a:gd name="connsiteY13" fmla="*/ 20791 h 78939"/>
                    <a:gd name="connsiteX14" fmla="*/ 29075 w 58474"/>
                    <a:gd name="connsiteY14" fmla="*/ 0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474" h="78939">
                      <a:moveTo>
                        <a:pt x="28912" y="0"/>
                      </a:moveTo>
                      <a:cubicBezTo>
                        <a:pt x="42881" y="0"/>
                        <a:pt x="54251" y="4873"/>
                        <a:pt x="55713" y="20303"/>
                      </a:cubicBezTo>
                      <a:lnTo>
                        <a:pt x="46454" y="20303"/>
                      </a:lnTo>
                      <a:cubicBezTo>
                        <a:pt x="45805" y="10558"/>
                        <a:pt x="37196" y="7472"/>
                        <a:pt x="28263" y="7472"/>
                      </a:cubicBezTo>
                      <a:cubicBezTo>
                        <a:pt x="20141" y="7472"/>
                        <a:pt x="11370" y="10720"/>
                        <a:pt x="11370" y="20303"/>
                      </a:cubicBezTo>
                      <a:cubicBezTo>
                        <a:pt x="11370" y="32486"/>
                        <a:pt x="25014" y="30049"/>
                        <a:pt x="44668" y="37521"/>
                      </a:cubicBezTo>
                      <a:cubicBezTo>
                        <a:pt x="54901" y="40769"/>
                        <a:pt x="58474" y="46292"/>
                        <a:pt x="58474" y="54576"/>
                      </a:cubicBezTo>
                      <a:cubicBezTo>
                        <a:pt x="58474" y="71631"/>
                        <a:pt x="44505" y="78940"/>
                        <a:pt x="27450" y="78940"/>
                      </a:cubicBezTo>
                      <a:cubicBezTo>
                        <a:pt x="14944" y="78940"/>
                        <a:pt x="650" y="73255"/>
                        <a:pt x="0" y="56850"/>
                      </a:cubicBezTo>
                      <a:lnTo>
                        <a:pt x="9258" y="56850"/>
                      </a:lnTo>
                      <a:cubicBezTo>
                        <a:pt x="9908" y="68382"/>
                        <a:pt x="19979" y="71306"/>
                        <a:pt x="29562" y="71306"/>
                      </a:cubicBezTo>
                      <a:cubicBezTo>
                        <a:pt x="39145" y="71306"/>
                        <a:pt x="49541" y="67083"/>
                        <a:pt x="49378" y="55875"/>
                      </a:cubicBezTo>
                      <a:cubicBezTo>
                        <a:pt x="49378" y="44180"/>
                        <a:pt x="37034" y="43206"/>
                        <a:pt x="25501" y="40444"/>
                      </a:cubicBezTo>
                      <a:cubicBezTo>
                        <a:pt x="13806" y="37683"/>
                        <a:pt x="2761" y="35084"/>
                        <a:pt x="2761" y="20791"/>
                      </a:cubicBezTo>
                      <a:cubicBezTo>
                        <a:pt x="2761" y="5198"/>
                        <a:pt x="16405" y="0"/>
                        <a:pt x="29075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2" name="자유형: 도형 191">
                  <a:extLst>
                    <a:ext uri="{FF2B5EF4-FFF2-40B4-BE49-F238E27FC236}">
                      <a16:creationId xmlns:a16="http://schemas.microsoft.com/office/drawing/2014/main" id="{E8ED0208-A343-BE37-D5EE-BCB2E03F6F2A}"/>
                    </a:ext>
                  </a:extLst>
                </p:cNvPr>
                <p:cNvSpPr/>
                <p:nvPr/>
              </p:nvSpPr>
              <p:spPr>
                <a:xfrm>
                  <a:off x="3003114" y="2948697"/>
                  <a:ext cx="35734" cy="77153"/>
                </a:xfrm>
                <a:custGeom>
                  <a:avLst/>
                  <a:gdLst>
                    <a:gd name="connsiteX0" fmla="*/ 8771 w 35734"/>
                    <a:gd name="connsiteY0" fmla="*/ 32486 h 77153"/>
                    <a:gd name="connsiteX1" fmla="*/ 8771 w 35734"/>
                    <a:gd name="connsiteY1" fmla="*/ 77153 h 77153"/>
                    <a:gd name="connsiteX2" fmla="*/ 0 w 35734"/>
                    <a:gd name="connsiteY2" fmla="*/ 77153 h 77153"/>
                    <a:gd name="connsiteX3" fmla="*/ 0 w 35734"/>
                    <a:gd name="connsiteY3" fmla="*/ 2274 h 77153"/>
                    <a:gd name="connsiteX4" fmla="*/ 9258 w 35734"/>
                    <a:gd name="connsiteY4" fmla="*/ 2274 h 77153"/>
                    <a:gd name="connsiteX5" fmla="*/ 8771 w 35734"/>
                    <a:gd name="connsiteY5" fmla="*/ 13157 h 77153"/>
                    <a:gd name="connsiteX6" fmla="*/ 29887 w 35734"/>
                    <a:gd name="connsiteY6" fmla="*/ 0 h 77153"/>
                    <a:gd name="connsiteX7" fmla="*/ 35734 w 35734"/>
                    <a:gd name="connsiteY7" fmla="*/ 487 h 77153"/>
                    <a:gd name="connsiteX8" fmla="*/ 35734 w 35734"/>
                    <a:gd name="connsiteY8" fmla="*/ 10071 h 77153"/>
                    <a:gd name="connsiteX9" fmla="*/ 30374 w 35734"/>
                    <a:gd name="connsiteY9" fmla="*/ 9421 h 77153"/>
                    <a:gd name="connsiteX10" fmla="*/ 8934 w 35734"/>
                    <a:gd name="connsiteY10" fmla="*/ 32486 h 771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5734" h="77153">
                      <a:moveTo>
                        <a:pt x="8771" y="32486"/>
                      </a:moveTo>
                      <a:lnTo>
                        <a:pt x="8771" y="77153"/>
                      </a:lnTo>
                      <a:lnTo>
                        <a:pt x="0" y="77153"/>
                      </a:lnTo>
                      <a:lnTo>
                        <a:pt x="0" y="2274"/>
                      </a:lnTo>
                      <a:lnTo>
                        <a:pt x="9258" y="2274"/>
                      </a:lnTo>
                      <a:lnTo>
                        <a:pt x="8771" y="13157"/>
                      </a:lnTo>
                      <a:cubicBezTo>
                        <a:pt x="13969" y="3573"/>
                        <a:pt x="22415" y="0"/>
                        <a:pt x="29887" y="0"/>
                      </a:cubicBezTo>
                      <a:cubicBezTo>
                        <a:pt x="32161" y="0"/>
                        <a:pt x="34922" y="0"/>
                        <a:pt x="35734" y="487"/>
                      </a:cubicBezTo>
                      <a:lnTo>
                        <a:pt x="35734" y="10071"/>
                      </a:lnTo>
                      <a:cubicBezTo>
                        <a:pt x="35734" y="10071"/>
                        <a:pt x="33298" y="9421"/>
                        <a:pt x="30374" y="9421"/>
                      </a:cubicBezTo>
                      <a:cubicBezTo>
                        <a:pt x="19979" y="9421"/>
                        <a:pt x="8934" y="16243"/>
                        <a:pt x="8934" y="3248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3" name="자유형: 도형 192">
                  <a:extLst>
                    <a:ext uri="{FF2B5EF4-FFF2-40B4-BE49-F238E27FC236}">
                      <a16:creationId xmlns:a16="http://schemas.microsoft.com/office/drawing/2014/main" id="{2E121CFC-E2C1-F987-8308-9BDDB33601CF}"/>
                    </a:ext>
                  </a:extLst>
                </p:cNvPr>
                <p:cNvSpPr/>
                <p:nvPr/>
              </p:nvSpPr>
              <p:spPr>
                <a:xfrm>
                  <a:off x="3042746" y="2948697"/>
                  <a:ext cx="67732" cy="78939"/>
                </a:xfrm>
                <a:custGeom>
                  <a:avLst/>
                  <a:gdLst>
                    <a:gd name="connsiteX0" fmla="*/ 67732 w 67732"/>
                    <a:gd name="connsiteY0" fmla="*/ 39470 h 78939"/>
                    <a:gd name="connsiteX1" fmla="*/ 33298 w 67732"/>
                    <a:gd name="connsiteY1" fmla="*/ 78940 h 78939"/>
                    <a:gd name="connsiteX2" fmla="*/ 0 w 67732"/>
                    <a:gd name="connsiteY2" fmla="*/ 39470 h 78939"/>
                    <a:gd name="connsiteX3" fmla="*/ 33298 w 67732"/>
                    <a:gd name="connsiteY3" fmla="*/ 0 h 78939"/>
                    <a:gd name="connsiteX4" fmla="*/ 67732 w 67732"/>
                    <a:gd name="connsiteY4" fmla="*/ 39470 h 78939"/>
                    <a:gd name="connsiteX5" fmla="*/ 33298 w 67732"/>
                    <a:gd name="connsiteY5" fmla="*/ 7634 h 78939"/>
                    <a:gd name="connsiteX6" fmla="*/ 8446 w 67732"/>
                    <a:gd name="connsiteY6" fmla="*/ 39470 h 78939"/>
                    <a:gd name="connsiteX7" fmla="*/ 33298 w 67732"/>
                    <a:gd name="connsiteY7" fmla="*/ 71143 h 78939"/>
                    <a:gd name="connsiteX8" fmla="*/ 58961 w 67732"/>
                    <a:gd name="connsiteY8" fmla="*/ 39470 h 78939"/>
                    <a:gd name="connsiteX9" fmla="*/ 33298 w 67732"/>
                    <a:gd name="connsiteY9" fmla="*/ 7634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7732" h="78939">
                      <a:moveTo>
                        <a:pt x="67732" y="39470"/>
                      </a:moveTo>
                      <a:cubicBezTo>
                        <a:pt x="67732" y="59773"/>
                        <a:pt x="56850" y="78940"/>
                        <a:pt x="33298" y="78940"/>
                      </a:cubicBezTo>
                      <a:cubicBezTo>
                        <a:pt x="9746" y="78940"/>
                        <a:pt x="0" y="59773"/>
                        <a:pt x="0" y="39470"/>
                      </a:cubicBezTo>
                      <a:cubicBezTo>
                        <a:pt x="0" y="19166"/>
                        <a:pt x="10233" y="0"/>
                        <a:pt x="33298" y="0"/>
                      </a:cubicBezTo>
                      <a:cubicBezTo>
                        <a:pt x="56362" y="0"/>
                        <a:pt x="67732" y="19166"/>
                        <a:pt x="67732" y="39470"/>
                      </a:cubicBezTo>
                      <a:close/>
                      <a:moveTo>
                        <a:pt x="33298" y="7634"/>
                      </a:moveTo>
                      <a:cubicBezTo>
                        <a:pt x="15431" y="7634"/>
                        <a:pt x="8446" y="25176"/>
                        <a:pt x="8446" y="39470"/>
                      </a:cubicBezTo>
                      <a:cubicBezTo>
                        <a:pt x="8446" y="53764"/>
                        <a:pt x="15431" y="71143"/>
                        <a:pt x="33298" y="71143"/>
                      </a:cubicBezTo>
                      <a:cubicBezTo>
                        <a:pt x="51165" y="71143"/>
                        <a:pt x="58961" y="53926"/>
                        <a:pt x="58961" y="39470"/>
                      </a:cubicBezTo>
                      <a:cubicBezTo>
                        <a:pt x="58961" y="25014"/>
                        <a:pt x="51165" y="7634"/>
                        <a:pt x="33298" y="763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4" name="자유형: 도형 193">
                  <a:extLst>
                    <a:ext uri="{FF2B5EF4-FFF2-40B4-BE49-F238E27FC236}">
                      <a16:creationId xmlns:a16="http://schemas.microsoft.com/office/drawing/2014/main" id="{824562C3-79EF-F910-0F3E-8F6C6C63699E}"/>
                    </a:ext>
                  </a:extLst>
                </p:cNvPr>
                <p:cNvSpPr/>
                <p:nvPr/>
              </p:nvSpPr>
              <p:spPr>
                <a:xfrm>
                  <a:off x="3126234" y="2914912"/>
                  <a:ext cx="65945" cy="113374"/>
                </a:xfrm>
                <a:custGeom>
                  <a:avLst/>
                  <a:gdLst>
                    <a:gd name="connsiteX0" fmla="*/ 9421 w 65945"/>
                    <a:gd name="connsiteY0" fmla="*/ 110938 h 113374"/>
                    <a:gd name="connsiteX1" fmla="*/ 0 w 65945"/>
                    <a:gd name="connsiteY1" fmla="*/ 110938 h 113374"/>
                    <a:gd name="connsiteX2" fmla="*/ 975 w 65945"/>
                    <a:gd name="connsiteY2" fmla="*/ 99893 h 113374"/>
                    <a:gd name="connsiteX3" fmla="*/ 975 w 65945"/>
                    <a:gd name="connsiteY3" fmla="*/ 0 h 113374"/>
                    <a:gd name="connsiteX4" fmla="*/ 9746 w 65945"/>
                    <a:gd name="connsiteY4" fmla="*/ 0 h 113374"/>
                    <a:gd name="connsiteX5" fmla="*/ 9746 w 65945"/>
                    <a:gd name="connsiteY5" fmla="*/ 49703 h 113374"/>
                    <a:gd name="connsiteX6" fmla="*/ 33785 w 65945"/>
                    <a:gd name="connsiteY6" fmla="*/ 34272 h 113374"/>
                    <a:gd name="connsiteX7" fmla="*/ 65946 w 65945"/>
                    <a:gd name="connsiteY7" fmla="*/ 73092 h 113374"/>
                    <a:gd name="connsiteX8" fmla="*/ 33785 w 65945"/>
                    <a:gd name="connsiteY8" fmla="*/ 113375 h 113374"/>
                    <a:gd name="connsiteX9" fmla="*/ 9908 w 65945"/>
                    <a:gd name="connsiteY9" fmla="*/ 100868 h 113374"/>
                    <a:gd name="connsiteX10" fmla="*/ 9258 w 65945"/>
                    <a:gd name="connsiteY10" fmla="*/ 111101 h 113374"/>
                    <a:gd name="connsiteX11" fmla="*/ 9746 w 65945"/>
                    <a:gd name="connsiteY11" fmla="*/ 72118 h 113374"/>
                    <a:gd name="connsiteX12" fmla="*/ 34597 w 65945"/>
                    <a:gd name="connsiteY12" fmla="*/ 105416 h 113374"/>
                    <a:gd name="connsiteX13" fmla="*/ 57175 w 65945"/>
                    <a:gd name="connsiteY13" fmla="*/ 72443 h 113374"/>
                    <a:gd name="connsiteX14" fmla="*/ 33460 w 65945"/>
                    <a:gd name="connsiteY14" fmla="*/ 41581 h 113374"/>
                    <a:gd name="connsiteX15" fmla="*/ 9746 w 65945"/>
                    <a:gd name="connsiteY15" fmla="*/ 71955 h 1133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65945" h="113374">
                      <a:moveTo>
                        <a:pt x="9421" y="110938"/>
                      </a:moveTo>
                      <a:lnTo>
                        <a:pt x="0" y="110938"/>
                      </a:lnTo>
                      <a:cubicBezTo>
                        <a:pt x="650" y="109151"/>
                        <a:pt x="975" y="103304"/>
                        <a:pt x="975" y="99893"/>
                      </a:cubicBezTo>
                      <a:lnTo>
                        <a:pt x="975" y="0"/>
                      </a:lnTo>
                      <a:lnTo>
                        <a:pt x="9746" y="0"/>
                      </a:lnTo>
                      <a:lnTo>
                        <a:pt x="9746" y="49703"/>
                      </a:lnTo>
                      <a:cubicBezTo>
                        <a:pt x="13644" y="40120"/>
                        <a:pt x="23552" y="34272"/>
                        <a:pt x="33785" y="34272"/>
                      </a:cubicBezTo>
                      <a:cubicBezTo>
                        <a:pt x="51652" y="34272"/>
                        <a:pt x="65946" y="45967"/>
                        <a:pt x="65946" y="73092"/>
                      </a:cubicBezTo>
                      <a:cubicBezTo>
                        <a:pt x="65946" y="100218"/>
                        <a:pt x="52952" y="113375"/>
                        <a:pt x="33785" y="113375"/>
                      </a:cubicBezTo>
                      <a:cubicBezTo>
                        <a:pt x="22415" y="113375"/>
                        <a:pt x="14456" y="108827"/>
                        <a:pt x="9908" y="100868"/>
                      </a:cubicBezTo>
                      <a:lnTo>
                        <a:pt x="9258" y="111101"/>
                      </a:lnTo>
                      <a:close/>
                      <a:moveTo>
                        <a:pt x="9746" y="72118"/>
                      </a:moveTo>
                      <a:cubicBezTo>
                        <a:pt x="9746" y="95020"/>
                        <a:pt x="16893" y="105416"/>
                        <a:pt x="34597" y="105416"/>
                      </a:cubicBezTo>
                      <a:cubicBezTo>
                        <a:pt x="48404" y="105416"/>
                        <a:pt x="57175" y="92909"/>
                        <a:pt x="57175" y="72443"/>
                      </a:cubicBezTo>
                      <a:cubicBezTo>
                        <a:pt x="57175" y="50353"/>
                        <a:pt x="46292" y="41581"/>
                        <a:pt x="33460" y="41581"/>
                      </a:cubicBezTo>
                      <a:cubicBezTo>
                        <a:pt x="21441" y="41581"/>
                        <a:pt x="9746" y="51814"/>
                        <a:pt x="9746" y="71955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5" name="자유형: 도형 194">
                  <a:extLst>
                    <a:ext uri="{FF2B5EF4-FFF2-40B4-BE49-F238E27FC236}">
                      <a16:creationId xmlns:a16="http://schemas.microsoft.com/office/drawing/2014/main" id="{5DE3B3C8-E60A-365A-B769-B32877D00D5D}"/>
                    </a:ext>
                  </a:extLst>
                </p:cNvPr>
                <p:cNvSpPr/>
                <p:nvPr/>
              </p:nvSpPr>
              <p:spPr>
                <a:xfrm>
                  <a:off x="3205174" y="2948697"/>
                  <a:ext cx="67732" cy="78939"/>
                </a:xfrm>
                <a:custGeom>
                  <a:avLst/>
                  <a:gdLst>
                    <a:gd name="connsiteX0" fmla="*/ 67732 w 67732"/>
                    <a:gd name="connsiteY0" fmla="*/ 39470 h 78939"/>
                    <a:gd name="connsiteX1" fmla="*/ 33298 w 67732"/>
                    <a:gd name="connsiteY1" fmla="*/ 78940 h 78939"/>
                    <a:gd name="connsiteX2" fmla="*/ 0 w 67732"/>
                    <a:gd name="connsiteY2" fmla="*/ 39470 h 78939"/>
                    <a:gd name="connsiteX3" fmla="*/ 33298 w 67732"/>
                    <a:gd name="connsiteY3" fmla="*/ 0 h 78939"/>
                    <a:gd name="connsiteX4" fmla="*/ 67732 w 67732"/>
                    <a:gd name="connsiteY4" fmla="*/ 39470 h 78939"/>
                    <a:gd name="connsiteX5" fmla="*/ 33298 w 67732"/>
                    <a:gd name="connsiteY5" fmla="*/ 7634 h 78939"/>
                    <a:gd name="connsiteX6" fmla="*/ 8446 w 67732"/>
                    <a:gd name="connsiteY6" fmla="*/ 39470 h 78939"/>
                    <a:gd name="connsiteX7" fmla="*/ 33298 w 67732"/>
                    <a:gd name="connsiteY7" fmla="*/ 71143 h 78939"/>
                    <a:gd name="connsiteX8" fmla="*/ 58961 w 67732"/>
                    <a:gd name="connsiteY8" fmla="*/ 39470 h 78939"/>
                    <a:gd name="connsiteX9" fmla="*/ 33298 w 67732"/>
                    <a:gd name="connsiteY9" fmla="*/ 7634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7732" h="78939">
                      <a:moveTo>
                        <a:pt x="67732" y="39470"/>
                      </a:moveTo>
                      <a:cubicBezTo>
                        <a:pt x="67732" y="59773"/>
                        <a:pt x="56850" y="78940"/>
                        <a:pt x="33298" y="78940"/>
                      </a:cubicBezTo>
                      <a:cubicBezTo>
                        <a:pt x="9746" y="78940"/>
                        <a:pt x="0" y="59773"/>
                        <a:pt x="0" y="39470"/>
                      </a:cubicBezTo>
                      <a:cubicBezTo>
                        <a:pt x="0" y="19166"/>
                        <a:pt x="10233" y="0"/>
                        <a:pt x="33298" y="0"/>
                      </a:cubicBezTo>
                      <a:cubicBezTo>
                        <a:pt x="56362" y="0"/>
                        <a:pt x="67732" y="19166"/>
                        <a:pt x="67732" y="39470"/>
                      </a:cubicBezTo>
                      <a:close/>
                      <a:moveTo>
                        <a:pt x="33298" y="7634"/>
                      </a:moveTo>
                      <a:cubicBezTo>
                        <a:pt x="15431" y="7634"/>
                        <a:pt x="8446" y="25176"/>
                        <a:pt x="8446" y="39470"/>
                      </a:cubicBezTo>
                      <a:cubicBezTo>
                        <a:pt x="8446" y="53764"/>
                        <a:pt x="15431" y="71143"/>
                        <a:pt x="33298" y="71143"/>
                      </a:cubicBezTo>
                      <a:cubicBezTo>
                        <a:pt x="51165" y="71143"/>
                        <a:pt x="58961" y="53926"/>
                        <a:pt x="58961" y="39470"/>
                      </a:cubicBezTo>
                      <a:cubicBezTo>
                        <a:pt x="58961" y="25014"/>
                        <a:pt x="51165" y="7634"/>
                        <a:pt x="33298" y="763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6" name="자유형: 도형 195">
                  <a:extLst>
                    <a:ext uri="{FF2B5EF4-FFF2-40B4-BE49-F238E27FC236}">
                      <a16:creationId xmlns:a16="http://schemas.microsoft.com/office/drawing/2014/main" id="{B8B5B622-3506-A95F-BBC3-036042B9AC3B}"/>
                    </a:ext>
                  </a:extLst>
                </p:cNvPr>
                <p:cNvSpPr/>
                <p:nvPr/>
              </p:nvSpPr>
              <p:spPr>
                <a:xfrm>
                  <a:off x="3282977" y="2929206"/>
                  <a:ext cx="41418" cy="98756"/>
                </a:xfrm>
                <a:custGeom>
                  <a:avLst/>
                  <a:gdLst>
                    <a:gd name="connsiteX0" fmla="*/ 23552 w 41418"/>
                    <a:gd name="connsiteY0" fmla="*/ 0 h 98756"/>
                    <a:gd name="connsiteX1" fmla="*/ 23552 w 41418"/>
                    <a:gd name="connsiteY1" fmla="*/ 21765 h 98756"/>
                    <a:gd name="connsiteX2" fmla="*/ 40444 w 41418"/>
                    <a:gd name="connsiteY2" fmla="*/ 21765 h 98756"/>
                    <a:gd name="connsiteX3" fmla="*/ 40444 w 41418"/>
                    <a:gd name="connsiteY3" fmla="*/ 29562 h 98756"/>
                    <a:gd name="connsiteX4" fmla="*/ 23552 w 41418"/>
                    <a:gd name="connsiteY4" fmla="*/ 29562 h 98756"/>
                    <a:gd name="connsiteX5" fmla="*/ 23552 w 41418"/>
                    <a:gd name="connsiteY5" fmla="*/ 80077 h 98756"/>
                    <a:gd name="connsiteX6" fmla="*/ 33785 w 41418"/>
                    <a:gd name="connsiteY6" fmla="*/ 91609 h 98756"/>
                    <a:gd name="connsiteX7" fmla="*/ 41419 w 41418"/>
                    <a:gd name="connsiteY7" fmla="*/ 90635 h 98756"/>
                    <a:gd name="connsiteX8" fmla="*/ 41419 w 41418"/>
                    <a:gd name="connsiteY8" fmla="*/ 97619 h 98756"/>
                    <a:gd name="connsiteX9" fmla="*/ 32810 w 41418"/>
                    <a:gd name="connsiteY9" fmla="*/ 98756 h 98756"/>
                    <a:gd name="connsiteX10" fmla="*/ 14781 w 41418"/>
                    <a:gd name="connsiteY10" fmla="*/ 78940 h 98756"/>
                    <a:gd name="connsiteX11" fmla="*/ 14781 w 41418"/>
                    <a:gd name="connsiteY11" fmla="*/ 29724 h 98756"/>
                    <a:gd name="connsiteX12" fmla="*/ 0 w 41418"/>
                    <a:gd name="connsiteY12" fmla="*/ 29724 h 98756"/>
                    <a:gd name="connsiteX13" fmla="*/ 0 w 41418"/>
                    <a:gd name="connsiteY13" fmla="*/ 21928 h 98756"/>
                    <a:gd name="connsiteX14" fmla="*/ 14781 w 41418"/>
                    <a:gd name="connsiteY14" fmla="*/ 21928 h 98756"/>
                    <a:gd name="connsiteX15" fmla="*/ 14781 w 41418"/>
                    <a:gd name="connsiteY15" fmla="*/ 162 h 98756"/>
                    <a:gd name="connsiteX16" fmla="*/ 23552 w 41418"/>
                    <a:gd name="connsiteY16" fmla="*/ 162 h 98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41418" h="98756">
                      <a:moveTo>
                        <a:pt x="23552" y="0"/>
                      </a:moveTo>
                      <a:lnTo>
                        <a:pt x="23552" y="21765"/>
                      </a:lnTo>
                      <a:lnTo>
                        <a:pt x="40444" y="21765"/>
                      </a:lnTo>
                      <a:lnTo>
                        <a:pt x="40444" y="29562"/>
                      </a:lnTo>
                      <a:lnTo>
                        <a:pt x="23552" y="29562"/>
                      </a:lnTo>
                      <a:lnTo>
                        <a:pt x="23552" y="80077"/>
                      </a:lnTo>
                      <a:cubicBezTo>
                        <a:pt x="23552" y="89823"/>
                        <a:pt x="28100" y="91609"/>
                        <a:pt x="33785" y="91609"/>
                      </a:cubicBezTo>
                      <a:cubicBezTo>
                        <a:pt x="37521" y="91609"/>
                        <a:pt x="40282" y="90960"/>
                        <a:pt x="41419" y="90635"/>
                      </a:cubicBezTo>
                      <a:lnTo>
                        <a:pt x="41419" y="97619"/>
                      </a:lnTo>
                      <a:cubicBezTo>
                        <a:pt x="39145" y="98269"/>
                        <a:pt x="36059" y="98756"/>
                        <a:pt x="32810" y="98756"/>
                      </a:cubicBezTo>
                      <a:cubicBezTo>
                        <a:pt x="22253" y="98756"/>
                        <a:pt x="14781" y="95020"/>
                        <a:pt x="14781" y="78940"/>
                      </a:cubicBezTo>
                      <a:lnTo>
                        <a:pt x="14781" y="29724"/>
                      </a:lnTo>
                      <a:lnTo>
                        <a:pt x="0" y="29724"/>
                      </a:lnTo>
                      <a:lnTo>
                        <a:pt x="0" y="21928"/>
                      </a:lnTo>
                      <a:lnTo>
                        <a:pt x="14781" y="21928"/>
                      </a:lnTo>
                      <a:lnTo>
                        <a:pt x="14781" y="162"/>
                      </a:lnTo>
                      <a:lnTo>
                        <a:pt x="23552" y="16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7" name="자유형: 도형 196">
                  <a:extLst>
                    <a:ext uri="{FF2B5EF4-FFF2-40B4-BE49-F238E27FC236}">
                      <a16:creationId xmlns:a16="http://schemas.microsoft.com/office/drawing/2014/main" id="{3A8B0410-854C-015F-6340-A8C3A8DB30DA}"/>
                    </a:ext>
                  </a:extLst>
                </p:cNvPr>
                <p:cNvSpPr/>
                <p:nvPr/>
              </p:nvSpPr>
              <p:spPr>
                <a:xfrm>
                  <a:off x="3341126" y="2917349"/>
                  <a:ext cx="10070" cy="108501"/>
                </a:xfrm>
                <a:custGeom>
                  <a:avLst/>
                  <a:gdLst>
                    <a:gd name="connsiteX0" fmla="*/ 10070 w 10070"/>
                    <a:gd name="connsiteY0" fmla="*/ 0 h 108501"/>
                    <a:gd name="connsiteX1" fmla="*/ 10070 w 10070"/>
                    <a:gd name="connsiteY1" fmla="*/ 10720 h 108501"/>
                    <a:gd name="connsiteX2" fmla="*/ 0 w 10070"/>
                    <a:gd name="connsiteY2" fmla="*/ 10720 h 108501"/>
                    <a:gd name="connsiteX3" fmla="*/ 0 w 10070"/>
                    <a:gd name="connsiteY3" fmla="*/ 0 h 108501"/>
                    <a:gd name="connsiteX4" fmla="*/ 10070 w 10070"/>
                    <a:gd name="connsiteY4" fmla="*/ 0 h 108501"/>
                    <a:gd name="connsiteX5" fmla="*/ 650 w 10070"/>
                    <a:gd name="connsiteY5" fmla="*/ 32486 h 108501"/>
                    <a:gd name="connsiteX6" fmla="*/ 9583 w 10070"/>
                    <a:gd name="connsiteY6" fmla="*/ 32486 h 108501"/>
                    <a:gd name="connsiteX7" fmla="*/ 9583 w 10070"/>
                    <a:gd name="connsiteY7" fmla="*/ 108502 h 108501"/>
                    <a:gd name="connsiteX8" fmla="*/ 650 w 10070"/>
                    <a:gd name="connsiteY8" fmla="*/ 108502 h 108501"/>
                    <a:gd name="connsiteX9" fmla="*/ 650 w 10070"/>
                    <a:gd name="connsiteY9" fmla="*/ 32486 h 108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70" h="108501">
                      <a:moveTo>
                        <a:pt x="10070" y="0"/>
                      </a:moveTo>
                      <a:lnTo>
                        <a:pt x="10070" y="10720"/>
                      </a:lnTo>
                      <a:lnTo>
                        <a:pt x="0" y="10720"/>
                      </a:lnTo>
                      <a:lnTo>
                        <a:pt x="0" y="0"/>
                      </a:lnTo>
                      <a:lnTo>
                        <a:pt x="10070" y="0"/>
                      </a:lnTo>
                      <a:close/>
                      <a:moveTo>
                        <a:pt x="650" y="32486"/>
                      </a:moveTo>
                      <a:lnTo>
                        <a:pt x="9583" y="32486"/>
                      </a:lnTo>
                      <a:lnTo>
                        <a:pt x="9583" y="108502"/>
                      </a:lnTo>
                      <a:lnTo>
                        <a:pt x="650" y="108502"/>
                      </a:lnTo>
                      <a:lnTo>
                        <a:pt x="650" y="32486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8" name="자유형: 도형 197">
                  <a:extLst>
                    <a:ext uri="{FF2B5EF4-FFF2-40B4-BE49-F238E27FC236}">
                      <a16:creationId xmlns:a16="http://schemas.microsoft.com/office/drawing/2014/main" id="{CFE286F8-237F-631A-12EC-4D01D6082998}"/>
                    </a:ext>
                  </a:extLst>
                </p:cNvPr>
                <p:cNvSpPr/>
                <p:nvPr/>
              </p:nvSpPr>
              <p:spPr>
                <a:xfrm>
                  <a:off x="3369064" y="2948372"/>
                  <a:ext cx="62047" cy="78939"/>
                </a:xfrm>
                <a:custGeom>
                  <a:avLst/>
                  <a:gdLst>
                    <a:gd name="connsiteX0" fmla="*/ 53114 w 62047"/>
                    <a:gd name="connsiteY0" fmla="*/ 25501 h 78939"/>
                    <a:gd name="connsiteX1" fmla="*/ 31998 w 62047"/>
                    <a:gd name="connsiteY1" fmla="*/ 7797 h 78939"/>
                    <a:gd name="connsiteX2" fmla="*/ 8934 w 62047"/>
                    <a:gd name="connsiteY2" fmla="*/ 39470 h 78939"/>
                    <a:gd name="connsiteX3" fmla="*/ 31998 w 62047"/>
                    <a:gd name="connsiteY3" fmla="*/ 71306 h 78939"/>
                    <a:gd name="connsiteX4" fmla="*/ 52952 w 62047"/>
                    <a:gd name="connsiteY4" fmla="*/ 53276 h 78939"/>
                    <a:gd name="connsiteX5" fmla="*/ 62048 w 62047"/>
                    <a:gd name="connsiteY5" fmla="*/ 53276 h 78939"/>
                    <a:gd name="connsiteX6" fmla="*/ 32323 w 62047"/>
                    <a:gd name="connsiteY6" fmla="*/ 78940 h 78939"/>
                    <a:gd name="connsiteX7" fmla="*/ 0 w 62047"/>
                    <a:gd name="connsiteY7" fmla="*/ 39470 h 78939"/>
                    <a:gd name="connsiteX8" fmla="*/ 32973 w 62047"/>
                    <a:gd name="connsiteY8" fmla="*/ 0 h 78939"/>
                    <a:gd name="connsiteX9" fmla="*/ 61885 w 62047"/>
                    <a:gd name="connsiteY9" fmla="*/ 25339 h 78939"/>
                    <a:gd name="connsiteX10" fmla="*/ 52952 w 62047"/>
                    <a:gd name="connsiteY10" fmla="*/ 25339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2047" h="78939">
                      <a:moveTo>
                        <a:pt x="53114" y="25501"/>
                      </a:moveTo>
                      <a:cubicBezTo>
                        <a:pt x="52464" y="13644"/>
                        <a:pt x="44180" y="7797"/>
                        <a:pt x="31998" y="7797"/>
                      </a:cubicBezTo>
                      <a:cubicBezTo>
                        <a:pt x="19004" y="7797"/>
                        <a:pt x="8934" y="21765"/>
                        <a:pt x="8934" y="39470"/>
                      </a:cubicBezTo>
                      <a:cubicBezTo>
                        <a:pt x="8934" y="57175"/>
                        <a:pt x="19004" y="71306"/>
                        <a:pt x="31998" y="71306"/>
                      </a:cubicBezTo>
                      <a:cubicBezTo>
                        <a:pt x="43368" y="71306"/>
                        <a:pt x="51652" y="65296"/>
                        <a:pt x="52952" y="53276"/>
                      </a:cubicBezTo>
                      <a:lnTo>
                        <a:pt x="62048" y="53276"/>
                      </a:lnTo>
                      <a:cubicBezTo>
                        <a:pt x="59611" y="70331"/>
                        <a:pt x="48241" y="78940"/>
                        <a:pt x="32323" y="78940"/>
                      </a:cubicBezTo>
                      <a:cubicBezTo>
                        <a:pt x="10396" y="78940"/>
                        <a:pt x="0" y="60586"/>
                        <a:pt x="0" y="39470"/>
                      </a:cubicBezTo>
                      <a:cubicBezTo>
                        <a:pt x="0" y="18354"/>
                        <a:pt x="11045" y="0"/>
                        <a:pt x="32973" y="0"/>
                      </a:cubicBezTo>
                      <a:cubicBezTo>
                        <a:pt x="48566" y="0"/>
                        <a:pt x="61073" y="9421"/>
                        <a:pt x="61885" y="25339"/>
                      </a:cubicBezTo>
                      <a:lnTo>
                        <a:pt x="52952" y="25339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9" name="자유형: 도형 198">
                  <a:extLst>
                    <a:ext uri="{FF2B5EF4-FFF2-40B4-BE49-F238E27FC236}">
                      <a16:creationId xmlns:a16="http://schemas.microsoft.com/office/drawing/2014/main" id="{0076C432-74EC-64ED-3931-BC59101BB863}"/>
                    </a:ext>
                  </a:extLst>
                </p:cNvPr>
                <p:cNvSpPr/>
                <p:nvPr/>
              </p:nvSpPr>
              <p:spPr>
                <a:xfrm>
                  <a:off x="3443943" y="2948697"/>
                  <a:ext cx="58474" cy="78939"/>
                </a:xfrm>
                <a:custGeom>
                  <a:avLst/>
                  <a:gdLst>
                    <a:gd name="connsiteX0" fmla="*/ 28912 w 58474"/>
                    <a:gd name="connsiteY0" fmla="*/ 0 h 78939"/>
                    <a:gd name="connsiteX1" fmla="*/ 55713 w 58474"/>
                    <a:gd name="connsiteY1" fmla="*/ 20303 h 78939"/>
                    <a:gd name="connsiteX2" fmla="*/ 46454 w 58474"/>
                    <a:gd name="connsiteY2" fmla="*/ 20303 h 78939"/>
                    <a:gd name="connsiteX3" fmla="*/ 28263 w 58474"/>
                    <a:gd name="connsiteY3" fmla="*/ 7472 h 78939"/>
                    <a:gd name="connsiteX4" fmla="*/ 11370 w 58474"/>
                    <a:gd name="connsiteY4" fmla="*/ 20303 h 78939"/>
                    <a:gd name="connsiteX5" fmla="*/ 44668 w 58474"/>
                    <a:gd name="connsiteY5" fmla="*/ 37521 h 78939"/>
                    <a:gd name="connsiteX6" fmla="*/ 58474 w 58474"/>
                    <a:gd name="connsiteY6" fmla="*/ 54576 h 78939"/>
                    <a:gd name="connsiteX7" fmla="*/ 27450 w 58474"/>
                    <a:gd name="connsiteY7" fmla="*/ 78940 h 78939"/>
                    <a:gd name="connsiteX8" fmla="*/ 0 w 58474"/>
                    <a:gd name="connsiteY8" fmla="*/ 56850 h 78939"/>
                    <a:gd name="connsiteX9" fmla="*/ 9258 w 58474"/>
                    <a:gd name="connsiteY9" fmla="*/ 56850 h 78939"/>
                    <a:gd name="connsiteX10" fmla="*/ 29562 w 58474"/>
                    <a:gd name="connsiteY10" fmla="*/ 71306 h 78939"/>
                    <a:gd name="connsiteX11" fmla="*/ 49378 w 58474"/>
                    <a:gd name="connsiteY11" fmla="*/ 55875 h 78939"/>
                    <a:gd name="connsiteX12" fmla="*/ 25501 w 58474"/>
                    <a:gd name="connsiteY12" fmla="*/ 40444 h 78939"/>
                    <a:gd name="connsiteX13" fmla="*/ 2599 w 58474"/>
                    <a:gd name="connsiteY13" fmla="*/ 20791 h 78939"/>
                    <a:gd name="connsiteX14" fmla="*/ 28912 w 58474"/>
                    <a:gd name="connsiteY14" fmla="*/ 0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474" h="78939">
                      <a:moveTo>
                        <a:pt x="28912" y="0"/>
                      </a:moveTo>
                      <a:cubicBezTo>
                        <a:pt x="42881" y="0"/>
                        <a:pt x="54251" y="4873"/>
                        <a:pt x="55713" y="20303"/>
                      </a:cubicBezTo>
                      <a:lnTo>
                        <a:pt x="46454" y="20303"/>
                      </a:lnTo>
                      <a:cubicBezTo>
                        <a:pt x="45805" y="10558"/>
                        <a:pt x="37196" y="7472"/>
                        <a:pt x="28263" y="7472"/>
                      </a:cubicBezTo>
                      <a:cubicBezTo>
                        <a:pt x="20141" y="7472"/>
                        <a:pt x="11370" y="10720"/>
                        <a:pt x="11370" y="20303"/>
                      </a:cubicBezTo>
                      <a:cubicBezTo>
                        <a:pt x="11370" y="32486"/>
                        <a:pt x="25014" y="30049"/>
                        <a:pt x="44668" y="37521"/>
                      </a:cubicBezTo>
                      <a:cubicBezTo>
                        <a:pt x="54901" y="40769"/>
                        <a:pt x="58474" y="46292"/>
                        <a:pt x="58474" y="54576"/>
                      </a:cubicBezTo>
                      <a:cubicBezTo>
                        <a:pt x="58474" y="71631"/>
                        <a:pt x="44505" y="78940"/>
                        <a:pt x="27450" y="78940"/>
                      </a:cubicBezTo>
                      <a:cubicBezTo>
                        <a:pt x="14944" y="78940"/>
                        <a:pt x="650" y="73255"/>
                        <a:pt x="0" y="56850"/>
                      </a:cubicBezTo>
                      <a:lnTo>
                        <a:pt x="9258" y="56850"/>
                      </a:lnTo>
                      <a:cubicBezTo>
                        <a:pt x="9908" y="68382"/>
                        <a:pt x="19979" y="71306"/>
                        <a:pt x="29562" y="71306"/>
                      </a:cubicBezTo>
                      <a:cubicBezTo>
                        <a:pt x="39145" y="71306"/>
                        <a:pt x="49541" y="67083"/>
                        <a:pt x="49378" y="55875"/>
                      </a:cubicBezTo>
                      <a:cubicBezTo>
                        <a:pt x="49378" y="44180"/>
                        <a:pt x="37034" y="43206"/>
                        <a:pt x="25501" y="40444"/>
                      </a:cubicBezTo>
                      <a:cubicBezTo>
                        <a:pt x="13806" y="37683"/>
                        <a:pt x="2599" y="35084"/>
                        <a:pt x="2599" y="20791"/>
                      </a:cubicBezTo>
                      <a:cubicBezTo>
                        <a:pt x="2599" y="5198"/>
                        <a:pt x="16243" y="0"/>
                        <a:pt x="28912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0" name="자유형: 도형 199">
                  <a:extLst>
                    <a:ext uri="{FF2B5EF4-FFF2-40B4-BE49-F238E27FC236}">
                      <a16:creationId xmlns:a16="http://schemas.microsoft.com/office/drawing/2014/main" id="{038A1A0E-8B5A-83E6-6562-D383786B75F3}"/>
                    </a:ext>
                  </a:extLst>
                </p:cNvPr>
                <p:cNvSpPr/>
                <p:nvPr/>
              </p:nvSpPr>
              <p:spPr>
                <a:xfrm>
                  <a:off x="3524832" y="3013668"/>
                  <a:ext cx="12506" cy="13156"/>
                </a:xfrm>
                <a:custGeom>
                  <a:avLst/>
                  <a:gdLst>
                    <a:gd name="connsiteX0" fmla="*/ 12507 w 12506"/>
                    <a:gd name="connsiteY0" fmla="*/ 13157 h 13156"/>
                    <a:gd name="connsiteX1" fmla="*/ 0 w 12506"/>
                    <a:gd name="connsiteY1" fmla="*/ 13157 h 13156"/>
                    <a:gd name="connsiteX2" fmla="*/ 0 w 12506"/>
                    <a:gd name="connsiteY2" fmla="*/ 0 h 13156"/>
                    <a:gd name="connsiteX3" fmla="*/ 12507 w 12506"/>
                    <a:gd name="connsiteY3" fmla="*/ 0 h 13156"/>
                    <a:gd name="connsiteX4" fmla="*/ 12507 w 12506"/>
                    <a:gd name="connsiteY4" fmla="*/ 13157 h 13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506" h="13156">
                      <a:moveTo>
                        <a:pt x="12507" y="13157"/>
                      </a:moveTo>
                      <a:lnTo>
                        <a:pt x="0" y="13157"/>
                      </a:lnTo>
                      <a:lnTo>
                        <a:pt x="0" y="0"/>
                      </a:lnTo>
                      <a:lnTo>
                        <a:pt x="12507" y="0"/>
                      </a:lnTo>
                      <a:lnTo>
                        <a:pt x="12507" y="13157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1" name="자유형: 도형 200">
                  <a:extLst>
                    <a:ext uri="{FF2B5EF4-FFF2-40B4-BE49-F238E27FC236}">
                      <a16:creationId xmlns:a16="http://schemas.microsoft.com/office/drawing/2014/main" id="{745A5909-9946-1F44-F6B8-22EB617FA7A0}"/>
                    </a:ext>
                  </a:extLst>
                </p:cNvPr>
                <p:cNvSpPr/>
                <p:nvPr/>
              </p:nvSpPr>
              <p:spPr>
                <a:xfrm>
                  <a:off x="3560079" y="2948697"/>
                  <a:ext cx="58149" cy="78939"/>
                </a:xfrm>
                <a:custGeom>
                  <a:avLst/>
                  <a:gdLst>
                    <a:gd name="connsiteX0" fmla="*/ 48728 w 58149"/>
                    <a:gd name="connsiteY0" fmla="*/ 24851 h 78939"/>
                    <a:gd name="connsiteX1" fmla="*/ 30536 w 58149"/>
                    <a:gd name="connsiteY1" fmla="*/ 7472 h 78939"/>
                    <a:gd name="connsiteX2" fmla="*/ 12832 w 58149"/>
                    <a:gd name="connsiteY2" fmla="*/ 21116 h 78939"/>
                    <a:gd name="connsiteX3" fmla="*/ 2761 w 58149"/>
                    <a:gd name="connsiteY3" fmla="*/ 21116 h 78939"/>
                    <a:gd name="connsiteX4" fmla="*/ 30699 w 58149"/>
                    <a:gd name="connsiteY4" fmla="*/ 0 h 78939"/>
                    <a:gd name="connsiteX5" fmla="*/ 57175 w 58149"/>
                    <a:gd name="connsiteY5" fmla="*/ 25339 h 78939"/>
                    <a:gd name="connsiteX6" fmla="*/ 57175 w 58149"/>
                    <a:gd name="connsiteY6" fmla="*/ 66108 h 78939"/>
                    <a:gd name="connsiteX7" fmla="*/ 58149 w 58149"/>
                    <a:gd name="connsiteY7" fmla="*/ 77153 h 78939"/>
                    <a:gd name="connsiteX8" fmla="*/ 49053 w 58149"/>
                    <a:gd name="connsiteY8" fmla="*/ 77153 h 78939"/>
                    <a:gd name="connsiteX9" fmla="*/ 48403 w 58149"/>
                    <a:gd name="connsiteY9" fmla="*/ 67083 h 78939"/>
                    <a:gd name="connsiteX10" fmla="*/ 24526 w 58149"/>
                    <a:gd name="connsiteY10" fmla="*/ 78940 h 78939"/>
                    <a:gd name="connsiteX11" fmla="*/ 0 w 58149"/>
                    <a:gd name="connsiteY11" fmla="*/ 56525 h 78939"/>
                    <a:gd name="connsiteX12" fmla="*/ 14618 w 58149"/>
                    <a:gd name="connsiteY12" fmla="*/ 35084 h 78939"/>
                    <a:gd name="connsiteX13" fmla="*/ 48728 w 58149"/>
                    <a:gd name="connsiteY13" fmla="*/ 31511 h 78939"/>
                    <a:gd name="connsiteX14" fmla="*/ 48728 w 58149"/>
                    <a:gd name="connsiteY14" fmla="*/ 24851 h 78939"/>
                    <a:gd name="connsiteX15" fmla="*/ 26313 w 58149"/>
                    <a:gd name="connsiteY15" fmla="*/ 71306 h 78939"/>
                    <a:gd name="connsiteX16" fmla="*/ 49216 w 58149"/>
                    <a:gd name="connsiteY16" fmla="*/ 38495 h 78939"/>
                    <a:gd name="connsiteX17" fmla="*/ 8934 w 58149"/>
                    <a:gd name="connsiteY17" fmla="*/ 56687 h 78939"/>
                    <a:gd name="connsiteX18" fmla="*/ 26313 w 58149"/>
                    <a:gd name="connsiteY18" fmla="*/ 71306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8149" h="78939">
                      <a:moveTo>
                        <a:pt x="48728" y="24851"/>
                      </a:moveTo>
                      <a:cubicBezTo>
                        <a:pt x="47916" y="11695"/>
                        <a:pt x="40607" y="7472"/>
                        <a:pt x="30536" y="7472"/>
                      </a:cubicBezTo>
                      <a:cubicBezTo>
                        <a:pt x="21440" y="7472"/>
                        <a:pt x="13644" y="10558"/>
                        <a:pt x="12832" y="21116"/>
                      </a:cubicBezTo>
                      <a:lnTo>
                        <a:pt x="2761" y="21116"/>
                      </a:lnTo>
                      <a:cubicBezTo>
                        <a:pt x="3573" y="6660"/>
                        <a:pt x="16568" y="0"/>
                        <a:pt x="30699" y="0"/>
                      </a:cubicBezTo>
                      <a:cubicBezTo>
                        <a:pt x="47429" y="0"/>
                        <a:pt x="57499" y="7634"/>
                        <a:pt x="57175" y="25339"/>
                      </a:cubicBezTo>
                      <a:lnTo>
                        <a:pt x="57175" y="66108"/>
                      </a:lnTo>
                      <a:cubicBezTo>
                        <a:pt x="57175" y="69682"/>
                        <a:pt x="57662" y="75529"/>
                        <a:pt x="58149" y="77153"/>
                      </a:cubicBezTo>
                      <a:lnTo>
                        <a:pt x="49053" y="77153"/>
                      </a:lnTo>
                      <a:lnTo>
                        <a:pt x="48403" y="67083"/>
                      </a:lnTo>
                      <a:cubicBezTo>
                        <a:pt x="45155" y="73742"/>
                        <a:pt x="35247" y="78940"/>
                        <a:pt x="24526" y="78940"/>
                      </a:cubicBezTo>
                      <a:cubicBezTo>
                        <a:pt x="10233" y="78940"/>
                        <a:pt x="0" y="71793"/>
                        <a:pt x="0" y="56525"/>
                      </a:cubicBezTo>
                      <a:cubicBezTo>
                        <a:pt x="0" y="46129"/>
                        <a:pt x="5360" y="38820"/>
                        <a:pt x="14618" y="35084"/>
                      </a:cubicBezTo>
                      <a:cubicBezTo>
                        <a:pt x="24364" y="30536"/>
                        <a:pt x="38170" y="31511"/>
                        <a:pt x="48728" y="31511"/>
                      </a:cubicBezTo>
                      <a:lnTo>
                        <a:pt x="48728" y="24851"/>
                      </a:lnTo>
                      <a:close/>
                      <a:moveTo>
                        <a:pt x="26313" y="71306"/>
                      </a:moveTo>
                      <a:cubicBezTo>
                        <a:pt x="44668" y="71306"/>
                        <a:pt x="49216" y="55388"/>
                        <a:pt x="49216" y="38495"/>
                      </a:cubicBezTo>
                      <a:cubicBezTo>
                        <a:pt x="35084" y="38495"/>
                        <a:pt x="8934" y="36546"/>
                        <a:pt x="8934" y="56687"/>
                      </a:cubicBezTo>
                      <a:cubicBezTo>
                        <a:pt x="8934" y="67570"/>
                        <a:pt x="17542" y="71306"/>
                        <a:pt x="26313" y="7130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2" name="자유형: 도형 201">
                  <a:extLst>
                    <a:ext uri="{FF2B5EF4-FFF2-40B4-BE49-F238E27FC236}">
                      <a16:creationId xmlns:a16="http://schemas.microsoft.com/office/drawing/2014/main" id="{0A5D9CF8-EF47-FAB9-1765-638E92C1FACA}"/>
                    </a:ext>
                  </a:extLst>
                </p:cNvPr>
                <p:cNvSpPr/>
                <p:nvPr/>
              </p:nvSpPr>
              <p:spPr>
                <a:xfrm>
                  <a:off x="3640805" y="2917349"/>
                  <a:ext cx="10070" cy="108501"/>
                </a:xfrm>
                <a:custGeom>
                  <a:avLst/>
                  <a:gdLst>
                    <a:gd name="connsiteX0" fmla="*/ 10070 w 10070"/>
                    <a:gd name="connsiteY0" fmla="*/ 0 h 108501"/>
                    <a:gd name="connsiteX1" fmla="*/ 10070 w 10070"/>
                    <a:gd name="connsiteY1" fmla="*/ 10720 h 108501"/>
                    <a:gd name="connsiteX2" fmla="*/ 0 w 10070"/>
                    <a:gd name="connsiteY2" fmla="*/ 10720 h 108501"/>
                    <a:gd name="connsiteX3" fmla="*/ 0 w 10070"/>
                    <a:gd name="connsiteY3" fmla="*/ 0 h 108501"/>
                    <a:gd name="connsiteX4" fmla="*/ 10070 w 10070"/>
                    <a:gd name="connsiteY4" fmla="*/ 0 h 108501"/>
                    <a:gd name="connsiteX5" fmla="*/ 650 w 10070"/>
                    <a:gd name="connsiteY5" fmla="*/ 32486 h 108501"/>
                    <a:gd name="connsiteX6" fmla="*/ 9583 w 10070"/>
                    <a:gd name="connsiteY6" fmla="*/ 32486 h 108501"/>
                    <a:gd name="connsiteX7" fmla="*/ 9583 w 10070"/>
                    <a:gd name="connsiteY7" fmla="*/ 108502 h 108501"/>
                    <a:gd name="connsiteX8" fmla="*/ 650 w 10070"/>
                    <a:gd name="connsiteY8" fmla="*/ 108502 h 108501"/>
                    <a:gd name="connsiteX9" fmla="*/ 650 w 10070"/>
                    <a:gd name="connsiteY9" fmla="*/ 32486 h 108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70" h="108501">
                      <a:moveTo>
                        <a:pt x="10070" y="0"/>
                      </a:moveTo>
                      <a:lnTo>
                        <a:pt x="10070" y="10720"/>
                      </a:lnTo>
                      <a:lnTo>
                        <a:pt x="0" y="10720"/>
                      </a:lnTo>
                      <a:lnTo>
                        <a:pt x="0" y="0"/>
                      </a:lnTo>
                      <a:lnTo>
                        <a:pt x="10070" y="0"/>
                      </a:lnTo>
                      <a:close/>
                      <a:moveTo>
                        <a:pt x="650" y="32486"/>
                      </a:moveTo>
                      <a:lnTo>
                        <a:pt x="9583" y="32486"/>
                      </a:lnTo>
                      <a:lnTo>
                        <a:pt x="9583" y="108502"/>
                      </a:lnTo>
                      <a:lnTo>
                        <a:pt x="650" y="108502"/>
                      </a:lnTo>
                      <a:lnTo>
                        <a:pt x="650" y="32486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3" name="자유형: 도형 202">
                  <a:extLst>
                    <a:ext uri="{FF2B5EF4-FFF2-40B4-BE49-F238E27FC236}">
                      <a16:creationId xmlns:a16="http://schemas.microsoft.com/office/drawing/2014/main" id="{5BF6EB5C-2D60-EAC1-AA02-CB9CC2605D51}"/>
                    </a:ext>
                  </a:extLst>
                </p:cNvPr>
                <p:cNvSpPr/>
                <p:nvPr/>
              </p:nvSpPr>
              <p:spPr>
                <a:xfrm>
                  <a:off x="3772209" y="2904030"/>
                  <a:ext cx="9258" cy="138875"/>
                </a:xfrm>
                <a:custGeom>
                  <a:avLst/>
                  <a:gdLst>
                    <a:gd name="connsiteX0" fmla="*/ 0 w 9258"/>
                    <a:gd name="connsiteY0" fmla="*/ 138876 h 138875"/>
                    <a:gd name="connsiteX1" fmla="*/ 0 w 9258"/>
                    <a:gd name="connsiteY1" fmla="*/ 0 h 138875"/>
                    <a:gd name="connsiteX2" fmla="*/ 9258 w 9258"/>
                    <a:gd name="connsiteY2" fmla="*/ 0 h 138875"/>
                    <a:gd name="connsiteX3" fmla="*/ 9258 w 9258"/>
                    <a:gd name="connsiteY3" fmla="*/ 138876 h 138875"/>
                    <a:gd name="connsiteX4" fmla="*/ 0 w 9258"/>
                    <a:gd name="connsiteY4" fmla="*/ 138876 h 138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258" h="138875">
                      <a:moveTo>
                        <a:pt x="0" y="138876"/>
                      </a:moveTo>
                      <a:lnTo>
                        <a:pt x="0" y="0"/>
                      </a:lnTo>
                      <a:lnTo>
                        <a:pt x="9258" y="0"/>
                      </a:lnTo>
                      <a:lnTo>
                        <a:pt x="9258" y="138876"/>
                      </a:lnTo>
                      <a:lnTo>
                        <a:pt x="0" y="138876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4" name="자유형: 도형 203">
                  <a:extLst>
                    <a:ext uri="{FF2B5EF4-FFF2-40B4-BE49-F238E27FC236}">
                      <a16:creationId xmlns:a16="http://schemas.microsoft.com/office/drawing/2014/main" id="{D15D29FF-0FBC-9581-32F1-DC5F654F9A98}"/>
                    </a:ext>
                  </a:extLst>
                </p:cNvPr>
                <p:cNvSpPr/>
                <p:nvPr/>
              </p:nvSpPr>
              <p:spPr>
                <a:xfrm>
                  <a:off x="3900202" y="2948535"/>
                  <a:ext cx="102491" cy="77478"/>
                </a:xfrm>
                <a:custGeom>
                  <a:avLst/>
                  <a:gdLst>
                    <a:gd name="connsiteX0" fmla="*/ 76828 w 102491"/>
                    <a:gd name="connsiteY0" fmla="*/ 162 h 77478"/>
                    <a:gd name="connsiteX1" fmla="*/ 102492 w 102491"/>
                    <a:gd name="connsiteY1" fmla="*/ 27288 h 77478"/>
                    <a:gd name="connsiteX2" fmla="*/ 102492 w 102491"/>
                    <a:gd name="connsiteY2" fmla="*/ 77478 h 77478"/>
                    <a:gd name="connsiteX3" fmla="*/ 93883 w 102491"/>
                    <a:gd name="connsiteY3" fmla="*/ 77478 h 77478"/>
                    <a:gd name="connsiteX4" fmla="*/ 93883 w 102491"/>
                    <a:gd name="connsiteY4" fmla="*/ 30049 h 77478"/>
                    <a:gd name="connsiteX5" fmla="*/ 75691 w 102491"/>
                    <a:gd name="connsiteY5" fmla="*/ 7634 h 77478"/>
                    <a:gd name="connsiteX6" fmla="*/ 55713 w 102491"/>
                    <a:gd name="connsiteY6" fmla="*/ 28750 h 77478"/>
                    <a:gd name="connsiteX7" fmla="*/ 55713 w 102491"/>
                    <a:gd name="connsiteY7" fmla="*/ 77316 h 77478"/>
                    <a:gd name="connsiteX8" fmla="*/ 47104 w 102491"/>
                    <a:gd name="connsiteY8" fmla="*/ 77316 h 77478"/>
                    <a:gd name="connsiteX9" fmla="*/ 47104 w 102491"/>
                    <a:gd name="connsiteY9" fmla="*/ 29887 h 77478"/>
                    <a:gd name="connsiteX10" fmla="*/ 29237 w 102491"/>
                    <a:gd name="connsiteY10" fmla="*/ 7472 h 77478"/>
                    <a:gd name="connsiteX11" fmla="*/ 8609 w 102491"/>
                    <a:gd name="connsiteY11" fmla="*/ 32810 h 77478"/>
                    <a:gd name="connsiteX12" fmla="*/ 8609 w 102491"/>
                    <a:gd name="connsiteY12" fmla="*/ 77316 h 77478"/>
                    <a:gd name="connsiteX13" fmla="*/ 0 w 102491"/>
                    <a:gd name="connsiteY13" fmla="*/ 77316 h 77478"/>
                    <a:gd name="connsiteX14" fmla="*/ 0 w 102491"/>
                    <a:gd name="connsiteY14" fmla="*/ 2436 h 77478"/>
                    <a:gd name="connsiteX15" fmla="*/ 9258 w 102491"/>
                    <a:gd name="connsiteY15" fmla="*/ 2436 h 77478"/>
                    <a:gd name="connsiteX16" fmla="*/ 8771 w 102491"/>
                    <a:gd name="connsiteY16" fmla="*/ 13806 h 77478"/>
                    <a:gd name="connsiteX17" fmla="*/ 31836 w 102491"/>
                    <a:gd name="connsiteY17" fmla="*/ 0 h 77478"/>
                    <a:gd name="connsiteX18" fmla="*/ 53926 w 102491"/>
                    <a:gd name="connsiteY18" fmla="*/ 15431 h 77478"/>
                    <a:gd name="connsiteX19" fmla="*/ 76828 w 102491"/>
                    <a:gd name="connsiteY19" fmla="*/ 0 h 774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02491" h="77478">
                      <a:moveTo>
                        <a:pt x="76828" y="162"/>
                      </a:moveTo>
                      <a:cubicBezTo>
                        <a:pt x="92746" y="162"/>
                        <a:pt x="102492" y="9421"/>
                        <a:pt x="102492" y="27288"/>
                      </a:cubicBezTo>
                      <a:lnTo>
                        <a:pt x="102492" y="77478"/>
                      </a:lnTo>
                      <a:lnTo>
                        <a:pt x="93883" y="77478"/>
                      </a:lnTo>
                      <a:lnTo>
                        <a:pt x="93883" y="30049"/>
                      </a:lnTo>
                      <a:cubicBezTo>
                        <a:pt x="93883" y="15268"/>
                        <a:pt x="88685" y="7634"/>
                        <a:pt x="75691" y="7634"/>
                      </a:cubicBezTo>
                      <a:cubicBezTo>
                        <a:pt x="66920" y="7634"/>
                        <a:pt x="57174" y="14943"/>
                        <a:pt x="55713" y="28750"/>
                      </a:cubicBezTo>
                      <a:lnTo>
                        <a:pt x="55713" y="77316"/>
                      </a:lnTo>
                      <a:lnTo>
                        <a:pt x="47104" y="77316"/>
                      </a:lnTo>
                      <a:lnTo>
                        <a:pt x="47104" y="29887"/>
                      </a:lnTo>
                      <a:cubicBezTo>
                        <a:pt x="47104" y="15106"/>
                        <a:pt x="41906" y="7472"/>
                        <a:pt x="29237" y="7472"/>
                      </a:cubicBezTo>
                      <a:cubicBezTo>
                        <a:pt x="19166" y="7472"/>
                        <a:pt x="8609" y="16568"/>
                        <a:pt x="8609" y="32810"/>
                      </a:cubicBezTo>
                      <a:lnTo>
                        <a:pt x="8609" y="77316"/>
                      </a:lnTo>
                      <a:lnTo>
                        <a:pt x="0" y="77316"/>
                      </a:lnTo>
                      <a:lnTo>
                        <a:pt x="0" y="2436"/>
                      </a:lnTo>
                      <a:lnTo>
                        <a:pt x="9258" y="2436"/>
                      </a:lnTo>
                      <a:lnTo>
                        <a:pt x="8771" y="13806"/>
                      </a:lnTo>
                      <a:cubicBezTo>
                        <a:pt x="12669" y="5847"/>
                        <a:pt x="21440" y="0"/>
                        <a:pt x="31836" y="0"/>
                      </a:cubicBezTo>
                      <a:cubicBezTo>
                        <a:pt x="42881" y="0"/>
                        <a:pt x="50028" y="4223"/>
                        <a:pt x="53926" y="15431"/>
                      </a:cubicBezTo>
                      <a:cubicBezTo>
                        <a:pt x="57824" y="6010"/>
                        <a:pt x="66433" y="0"/>
                        <a:pt x="76828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5" name="자유형: 도형 204">
                  <a:extLst>
                    <a:ext uri="{FF2B5EF4-FFF2-40B4-BE49-F238E27FC236}">
                      <a16:creationId xmlns:a16="http://schemas.microsoft.com/office/drawing/2014/main" id="{50FC24DC-4DC7-C2BF-1A87-9A8383D327B3}"/>
                    </a:ext>
                  </a:extLst>
                </p:cNvPr>
                <p:cNvSpPr/>
                <p:nvPr/>
              </p:nvSpPr>
              <p:spPr>
                <a:xfrm>
                  <a:off x="4024135" y="2948697"/>
                  <a:ext cx="58149" cy="78939"/>
                </a:xfrm>
                <a:custGeom>
                  <a:avLst/>
                  <a:gdLst>
                    <a:gd name="connsiteX0" fmla="*/ 48728 w 58149"/>
                    <a:gd name="connsiteY0" fmla="*/ 24851 h 78939"/>
                    <a:gd name="connsiteX1" fmla="*/ 30536 w 58149"/>
                    <a:gd name="connsiteY1" fmla="*/ 7472 h 78939"/>
                    <a:gd name="connsiteX2" fmla="*/ 12832 w 58149"/>
                    <a:gd name="connsiteY2" fmla="*/ 21116 h 78939"/>
                    <a:gd name="connsiteX3" fmla="*/ 2761 w 58149"/>
                    <a:gd name="connsiteY3" fmla="*/ 21116 h 78939"/>
                    <a:gd name="connsiteX4" fmla="*/ 30699 w 58149"/>
                    <a:gd name="connsiteY4" fmla="*/ 0 h 78939"/>
                    <a:gd name="connsiteX5" fmla="*/ 57175 w 58149"/>
                    <a:gd name="connsiteY5" fmla="*/ 25339 h 78939"/>
                    <a:gd name="connsiteX6" fmla="*/ 57175 w 58149"/>
                    <a:gd name="connsiteY6" fmla="*/ 66108 h 78939"/>
                    <a:gd name="connsiteX7" fmla="*/ 58149 w 58149"/>
                    <a:gd name="connsiteY7" fmla="*/ 77153 h 78939"/>
                    <a:gd name="connsiteX8" fmla="*/ 49053 w 58149"/>
                    <a:gd name="connsiteY8" fmla="*/ 77153 h 78939"/>
                    <a:gd name="connsiteX9" fmla="*/ 48404 w 58149"/>
                    <a:gd name="connsiteY9" fmla="*/ 67083 h 78939"/>
                    <a:gd name="connsiteX10" fmla="*/ 24527 w 58149"/>
                    <a:gd name="connsiteY10" fmla="*/ 78940 h 78939"/>
                    <a:gd name="connsiteX11" fmla="*/ 0 w 58149"/>
                    <a:gd name="connsiteY11" fmla="*/ 56525 h 78939"/>
                    <a:gd name="connsiteX12" fmla="*/ 14619 w 58149"/>
                    <a:gd name="connsiteY12" fmla="*/ 35084 h 78939"/>
                    <a:gd name="connsiteX13" fmla="*/ 48728 w 58149"/>
                    <a:gd name="connsiteY13" fmla="*/ 31511 h 78939"/>
                    <a:gd name="connsiteX14" fmla="*/ 48728 w 58149"/>
                    <a:gd name="connsiteY14" fmla="*/ 24851 h 78939"/>
                    <a:gd name="connsiteX15" fmla="*/ 26313 w 58149"/>
                    <a:gd name="connsiteY15" fmla="*/ 71306 h 78939"/>
                    <a:gd name="connsiteX16" fmla="*/ 49053 w 58149"/>
                    <a:gd name="connsiteY16" fmla="*/ 38495 h 78939"/>
                    <a:gd name="connsiteX17" fmla="*/ 8771 w 58149"/>
                    <a:gd name="connsiteY17" fmla="*/ 56687 h 78939"/>
                    <a:gd name="connsiteX18" fmla="*/ 26151 w 58149"/>
                    <a:gd name="connsiteY18" fmla="*/ 71306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8149" h="78939">
                      <a:moveTo>
                        <a:pt x="48728" y="24851"/>
                      </a:moveTo>
                      <a:cubicBezTo>
                        <a:pt x="47916" y="11695"/>
                        <a:pt x="40607" y="7472"/>
                        <a:pt x="30536" y="7472"/>
                      </a:cubicBezTo>
                      <a:cubicBezTo>
                        <a:pt x="21441" y="7472"/>
                        <a:pt x="13644" y="10558"/>
                        <a:pt x="12832" y="21116"/>
                      </a:cubicBezTo>
                      <a:lnTo>
                        <a:pt x="2761" y="21116"/>
                      </a:lnTo>
                      <a:cubicBezTo>
                        <a:pt x="3573" y="6660"/>
                        <a:pt x="16568" y="0"/>
                        <a:pt x="30699" y="0"/>
                      </a:cubicBezTo>
                      <a:cubicBezTo>
                        <a:pt x="47429" y="0"/>
                        <a:pt x="57500" y="7634"/>
                        <a:pt x="57175" y="25339"/>
                      </a:cubicBezTo>
                      <a:lnTo>
                        <a:pt x="57175" y="66108"/>
                      </a:lnTo>
                      <a:cubicBezTo>
                        <a:pt x="57175" y="69682"/>
                        <a:pt x="57662" y="75529"/>
                        <a:pt x="58149" y="77153"/>
                      </a:cubicBezTo>
                      <a:lnTo>
                        <a:pt x="49053" y="77153"/>
                      </a:lnTo>
                      <a:lnTo>
                        <a:pt x="48404" y="67083"/>
                      </a:lnTo>
                      <a:cubicBezTo>
                        <a:pt x="45155" y="73742"/>
                        <a:pt x="35247" y="78940"/>
                        <a:pt x="24527" y="78940"/>
                      </a:cubicBezTo>
                      <a:cubicBezTo>
                        <a:pt x="10233" y="78940"/>
                        <a:pt x="0" y="71793"/>
                        <a:pt x="0" y="56525"/>
                      </a:cubicBezTo>
                      <a:cubicBezTo>
                        <a:pt x="0" y="46129"/>
                        <a:pt x="5360" y="38820"/>
                        <a:pt x="14619" y="35084"/>
                      </a:cubicBezTo>
                      <a:cubicBezTo>
                        <a:pt x="24364" y="30536"/>
                        <a:pt x="38171" y="31511"/>
                        <a:pt x="48728" y="31511"/>
                      </a:cubicBezTo>
                      <a:lnTo>
                        <a:pt x="48728" y="24851"/>
                      </a:lnTo>
                      <a:close/>
                      <a:moveTo>
                        <a:pt x="26313" y="71306"/>
                      </a:moveTo>
                      <a:cubicBezTo>
                        <a:pt x="44505" y="71306"/>
                        <a:pt x="49053" y="55388"/>
                        <a:pt x="49053" y="38495"/>
                      </a:cubicBezTo>
                      <a:cubicBezTo>
                        <a:pt x="34922" y="38495"/>
                        <a:pt x="8771" y="36546"/>
                        <a:pt x="8771" y="56687"/>
                      </a:cubicBezTo>
                      <a:cubicBezTo>
                        <a:pt x="8771" y="67570"/>
                        <a:pt x="17380" y="71306"/>
                        <a:pt x="26151" y="7130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6" name="자유형: 도형 205">
                  <a:extLst>
                    <a:ext uri="{FF2B5EF4-FFF2-40B4-BE49-F238E27FC236}">
                      <a16:creationId xmlns:a16="http://schemas.microsoft.com/office/drawing/2014/main" id="{5DC9803A-C420-6C0F-28F0-C68F51116FE3}"/>
                    </a:ext>
                  </a:extLst>
                </p:cNvPr>
                <p:cNvSpPr/>
                <p:nvPr/>
              </p:nvSpPr>
              <p:spPr>
                <a:xfrm>
                  <a:off x="4104699" y="2948697"/>
                  <a:ext cx="35734" cy="77153"/>
                </a:xfrm>
                <a:custGeom>
                  <a:avLst/>
                  <a:gdLst>
                    <a:gd name="connsiteX0" fmla="*/ 8771 w 35734"/>
                    <a:gd name="connsiteY0" fmla="*/ 32486 h 77153"/>
                    <a:gd name="connsiteX1" fmla="*/ 8771 w 35734"/>
                    <a:gd name="connsiteY1" fmla="*/ 77153 h 77153"/>
                    <a:gd name="connsiteX2" fmla="*/ 0 w 35734"/>
                    <a:gd name="connsiteY2" fmla="*/ 77153 h 77153"/>
                    <a:gd name="connsiteX3" fmla="*/ 0 w 35734"/>
                    <a:gd name="connsiteY3" fmla="*/ 2274 h 77153"/>
                    <a:gd name="connsiteX4" fmla="*/ 9258 w 35734"/>
                    <a:gd name="connsiteY4" fmla="*/ 2274 h 77153"/>
                    <a:gd name="connsiteX5" fmla="*/ 8771 w 35734"/>
                    <a:gd name="connsiteY5" fmla="*/ 13157 h 77153"/>
                    <a:gd name="connsiteX6" fmla="*/ 29887 w 35734"/>
                    <a:gd name="connsiteY6" fmla="*/ 0 h 77153"/>
                    <a:gd name="connsiteX7" fmla="*/ 35734 w 35734"/>
                    <a:gd name="connsiteY7" fmla="*/ 487 h 77153"/>
                    <a:gd name="connsiteX8" fmla="*/ 35734 w 35734"/>
                    <a:gd name="connsiteY8" fmla="*/ 10071 h 77153"/>
                    <a:gd name="connsiteX9" fmla="*/ 30374 w 35734"/>
                    <a:gd name="connsiteY9" fmla="*/ 9421 h 77153"/>
                    <a:gd name="connsiteX10" fmla="*/ 8934 w 35734"/>
                    <a:gd name="connsiteY10" fmla="*/ 32486 h 771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5734" h="77153">
                      <a:moveTo>
                        <a:pt x="8771" y="32486"/>
                      </a:moveTo>
                      <a:lnTo>
                        <a:pt x="8771" y="77153"/>
                      </a:lnTo>
                      <a:lnTo>
                        <a:pt x="0" y="77153"/>
                      </a:lnTo>
                      <a:lnTo>
                        <a:pt x="0" y="2274"/>
                      </a:lnTo>
                      <a:lnTo>
                        <a:pt x="9258" y="2274"/>
                      </a:lnTo>
                      <a:lnTo>
                        <a:pt x="8771" y="13157"/>
                      </a:lnTo>
                      <a:cubicBezTo>
                        <a:pt x="13969" y="3573"/>
                        <a:pt x="22415" y="0"/>
                        <a:pt x="29887" y="0"/>
                      </a:cubicBezTo>
                      <a:cubicBezTo>
                        <a:pt x="32161" y="0"/>
                        <a:pt x="34922" y="0"/>
                        <a:pt x="35734" y="487"/>
                      </a:cubicBezTo>
                      <a:lnTo>
                        <a:pt x="35734" y="10071"/>
                      </a:lnTo>
                      <a:cubicBezTo>
                        <a:pt x="35734" y="10071"/>
                        <a:pt x="33298" y="9421"/>
                        <a:pt x="30374" y="9421"/>
                      </a:cubicBezTo>
                      <a:cubicBezTo>
                        <a:pt x="19979" y="9421"/>
                        <a:pt x="8934" y="16243"/>
                        <a:pt x="8934" y="3248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7" name="자유형: 도형 206">
                  <a:extLst>
                    <a:ext uri="{FF2B5EF4-FFF2-40B4-BE49-F238E27FC236}">
                      <a16:creationId xmlns:a16="http://schemas.microsoft.com/office/drawing/2014/main" id="{318B418F-5DDF-3CA9-C949-02760DAF58A9}"/>
                    </a:ext>
                  </a:extLst>
                </p:cNvPr>
                <p:cNvSpPr/>
                <p:nvPr/>
              </p:nvSpPr>
              <p:spPr>
                <a:xfrm>
                  <a:off x="4155701" y="2914912"/>
                  <a:ext cx="58149" cy="110938"/>
                </a:xfrm>
                <a:custGeom>
                  <a:avLst/>
                  <a:gdLst>
                    <a:gd name="connsiteX0" fmla="*/ 8609 w 58149"/>
                    <a:gd name="connsiteY0" fmla="*/ 0 h 110938"/>
                    <a:gd name="connsiteX1" fmla="*/ 8609 w 58149"/>
                    <a:gd name="connsiteY1" fmla="*/ 67083 h 110938"/>
                    <a:gd name="connsiteX2" fmla="*/ 42556 w 58149"/>
                    <a:gd name="connsiteY2" fmla="*/ 36709 h 110938"/>
                    <a:gd name="connsiteX3" fmla="*/ 55063 w 58149"/>
                    <a:gd name="connsiteY3" fmla="*/ 36709 h 110938"/>
                    <a:gd name="connsiteX4" fmla="*/ 18192 w 58149"/>
                    <a:gd name="connsiteY4" fmla="*/ 68382 h 110938"/>
                    <a:gd name="connsiteX5" fmla="*/ 58149 w 58149"/>
                    <a:gd name="connsiteY5" fmla="*/ 110938 h 110938"/>
                    <a:gd name="connsiteX6" fmla="*/ 45967 w 58149"/>
                    <a:gd name="connsiteY6" fmla="*/ 110938 h 110938"/>
                    <a:gd name="connsiteX7" fmla="*/ 8771 w 58149"/>
                    <a:gd name="connsiteY7" fmla="*/ 69682 h 110938"/>
                    <a:gd name="connsiteX8" fmla="*/ 8771 w 58149"/>
                    <a:gd name="connsiteY8" fmla="*/ 110938 h 110938"/>
                    <a:gd name="connsiteX9" fmla="*/ 0 w 58149"/>
                    <a:gd name="connsiteY9" fmla="*/ 110938 h 110938"/>
                    <a:gd name="connsiteX10" fmla="*/ 0 w 58149"/>
                    <a:gd name="connsiteY10" fmla="*/ 0 h 110938"/>
                    <a:gd name="connsiteX11" fmla="*/ 8771 w 58149"/>
                    <a:gd name="connsiteY11" fmla="*/ 0 h 110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58149" h="110938">
                      <a:moveTo>
                        <a:pt x="8609" y="0"/>
                      </a:moveTo>
                      <a:lnTo>
                        <a:pt x="8609" y="67083"/>
                      </a:lnTo>
                      <a:lnTo>
                        <a:pt x="42556" y="36709"/>
                      </a:lnTo>
                      <a:lnTo>
                        <a:pt x="55063" y="36709"/>
                      </a:lnTo>
                      <a:lnTo>
                        <a:pt x="18192" y="68382"/>
                      </a:lnTo>
                      <a:lnTo>
                        <a:pt x="58149" y="110938"/>
                      </a:lnTo>
                      <a:lnTo>
                        <a:pt x="45967" y="110938"/>
                      </a:lnTo>
                      <a:lnTo>
                        <a:pt x="8771" y="69682"/>
                      </a:lnTo>
                      <a:lnTo>
                        <a:pt x="8771" y="110938"/>
                      </a:lnTo>
                      <a:lnTo>
                        <a:pt x="0" y="110938"/>
                      </a:lnTo>
                      <a:lnTo>
                        <a:pt x="0" y="0"/>
                      </a:lnTo>
                      <a:lnTo>
                        <a:pt x="8771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8" name="자유형: 도형 207">
                  <a:extLst>
                    <a:ext uri="{FF2B5EF4-FFF2-40B4-BE49-F238E27FC236}">
                      <a16:creationId xmlns:a16="http://schemas.microsoft.com/office/drawing/2014/main" id="{5620C1CD-311A-EA7F-7BCE-D3DAE30D04CA}"/>
                    </a:ext>
                  </a:extLst>
                </p:cNvPr>
                <p:cNvSpPr/>
                <p:nvPr/>
              </p:nvSpPr>
              <p:spPr>
                <a:xfrm>
                  <a:off x="4220672" y="2948372"/>
                  <a:ext cx="66595" cy="78939"/>
                </a:xfrm>
                <a:custGeom>
                  <a:avLst/>
                  <a:gdLst>
                    <a:gd name="connsiteX0" fmla="*/ 63834 w 66595"/>
                    <a:gd name="connsiteY0" fmla="*/ 41257 h 78939"/>
                    <a:gd name="connsiteX1" fmla="*/ 8934 w 66595"/>
                    <a:gd name="connsiteY1" fmla="*/ 41257 h 78939"/>
                    <a:gd name="connsiteX2" fmla="*/ 34922 w 66595"/>
                    <a:gd name="connsiteY2" fmla="*/ 71468 h 78939"/>
                    <a:gd name="connsiteX3" fmla="*/ 56200 w 66595"/>
                    <a:gd name="connsiteY3" fmla="*/ 53276 h 78939"/>
                    <a:gd name="connsiteX4" fmla="*/ 65621 w 66595"/>
                    <a:gd name="connsiteY4" fmla="*/ 53276 h 78939"/>
                    <a:gd name="connsiteX5" fmla="*/ 32323 w 66595"/>
                    <a:gd name="connsiteY5" fmla="*/ 78940 h 78939"/>
                    <a:gd name="connsiteX6" fmla="*/ 0 w 66595"/>
                    <a:gd name="connsiteY6" fmla="*/ 39470 h 78939"/>
                    <a:gd name="connsiteX7" fmla="*/ 32973 w 66595"/>
                    <a:gd name="connsiteY7" fmla="*/ 0 h 78939"/>
                    <a:gd name="connsiteX8" fmla="*/ 66595 w 66595"/>
                    <a:gd name="connsiteY8" fmla="*/ 38008 h 78939"/>
                    <a:gd name="connsiteX9" fmla="*/ 63834 w 66595"/>
                    <a:gd name="connsiteY9" fmla="*/ 41094 h 78939"/>
                    <a:gd name="connsiteX10" fmla="*/ 57662 w 66595"/>
                    <a:gd name="connsiteY10" fmla="*/ 33785 h 78939"/>
                    <a:gd name="connsiteX11" fmla="*/ 32973 w 66595"/>
                    <a:gd name="connsiteY11" fmla="*/ 7634 h 78939"/>
                    <a:gd name="connsiteX12" fmla="*/ 9096 w 66595"/>
                    <a:gd name="connsiteY12" fmla="*/ 33785 h 78939"/>
                    <a:gd name="connsiteX13" fmla="*/ 57662 w 66595"/>
                    <a:gd name="connsiteY13" fmla="*/ 33785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6595" h="78939">
                      <a:moveTo>
                        <a:pt x="63834" y="41257"/>
                      </a:moveTo>
                      <a:lnTo>
                        <a:pt x="8934" y="41257"/>
                      </a:lnTo>
                      <a:cubicBezTo>
                        <a:pt x="8934" y="58312"/>
                        <a:pt x="17055" y="71468"/>
                        <a:pt x="34922" y="71468"/>
                      </a:cubicBezTo>
                      <a:cubicBezTo>
                        <a:pt x="45155" y="71468"/>
                        <a:pt x="53439" y="63834"/>
                        <a:pt x="56200" y="53276"/>
                      </a:cubicBezTo>
                      <a:lnTo>
                        <a:pt x="65621" y="53276"/>
                      </a:lnTo>
                      <a:cubicBezTo>
                        <a:pt x="61235" y="71143"/>
                        <a:pt x="50190" y="78940"/>
                        <a:pt x="32323" y="78940"/>
                      </a:cubicBezTo>
                      <a:cubicBezTo>
                        <a:pt x="10070" y="78940"/>
                        <a:pt x="0" y="60586"/>
                        <a:pt x="0" y="39470"/>
                      </a:cubicBezTo>
                      <a:cubicBezTo>
                        <a:pt x="0" y="18354"/>
                        <a:pt x="10883" y="0"/>
                        <a:pt x="32973" y="0"/>
                      </a:cubicBezTo>
                      <a:cubicBezTo>
                        <a:pt x="56687" y="0"/>
                        <a:pt x="66271" y="15756"/>
                        <a:pt x="66595" y="38008"/>
                      </a:cubicBezTo>
                      <a:cubicBezTo>
                        <a:pt x="66595" y="40120"/>
                        <a:pt x="65783" y="41094"/>
                        <a:pt x="63834" y="41094"/>
                      </a:cubicBezTo>
                      <a:close/>
                      <a:moveTo>
                        <a:pt x="57662" y="33785"/>
                      </a:moveTo>
                      <a:cubicBezTo>
                        <a:pt x="56850" y="18192"/>
                        <a:pt x="48079" y="7634"/>
                        <a:pt x="32973" y="7634"/>
                      </a:cubicBezTo>
                      <a:cubicBezTo>
                        <a:pt x="19004" y="7634"/>
                        <a:pt x="10395" y="19491"/>
                        <a:pt x="9096" y="33785"/>
                      </a:cubicBezTo>
                      <a:lnTo>
                        <a:pt x="57662" y="3378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9" name="자유형: 도형 208">
                  <a:extLst>
                    <a:ext uri="{FF2B5EF4-FFF2-40B4-BE49-F238E27FC236}">
                      <a16:creationId xmlns:a16="http://schemas.microsoft.com/office/drawing/2014/main" id="{E0B1A094-2341-D329-B45B-F333F1BE2BC7}"/>
                    </a:ext>
                  </a:extLst>
                </p:cNvPr>
                <p:cNvSpPr/>
                <p:nvPr/>
              </p:nvSpPr>
              <p:spPr>
                <a:xfrm>
                  <a:off x="4299612" y="2929206"/>
                  <a:ext cx="41419" cy="98756"/>
                </a:xfrm>
                <a:custGeom>
                  <a:avLst/>
                  <a:gdLst>
                    <a:gd name="connsiteX0" fmla="*/ 23552 w 41419"/>
                    <a:gd name="connsiteY0" fmla="*/ 0 h 98756"/>
                    <a:gd name="connsiteX1" fmla="*/ 23552 w 41419"/>
                    <a:gd name="connsiteY1" fmla="*/ 21765 h 98756"/>
                    <a:gd name="connsiteX2" fmla="*/ 40445 w 41419"/>
                    <a:gd name="connsiteY2" fmla="*/ 21765 h 98756"/>
                    <a:gd name="connsiteX3" fmla="*/ 40445 w 41419"/>
                    <a:gd name="connsiteY3" fmla="*/ 29562 h 98756"/>
                    <a:gd name="connsiteX4" fmla="*/ 23552 w 41419"/>
                    <a:gd name="connsiteY4" fmla="*/ 29562 h 98756"/>
                    <a:gd name="connsiteX5" fmla="*/ 23552 w 41419"/>
                    <a:gd name="connsiteY5" fmla="*/ 80077 h 98756"/>
                    <a:gd name="connsiteX6" fmla="*/ 33785 w 41419"/>
                    <a:gd name="connsiteY6" fmla="*/ 91609 h 98756"/>
                    <a:gd name="connsiteX7" fmla="*/ 41419 w 41419"/>
                    <a:gd name="connsiteY7" fmla="*/ 90635 h 98756"/>
                    <a:gd name="connsiteX8" fmla="*/ 41419 w 41419"/>
                    <a:gd name="connsiteY8" fmla="*/ 97619 h 98756"/>
                    <a:gd name="connsiteX9" fmla="*/ 32810 w 41419"/>
                    <a:gd name="connsiteY9" fmla="*/ 98756 h 98756"/>
                    <a:gd name="connsiteX10" fmla="*/ 14781 w 41419"/>
                    <a:gd name="connsiteY10" fmla="*/ 78940 h 98756"/>
                    <a:gd name="connsiteX11" fmla="*/ 14781 w 41419"/>
                    <a:gd name="connsiteY11" fmla="*/ 29724 h 98756"/>
                    <a:gd name="connsiteX12" fmla="*/ 0 w 41419"/>
                    <a:gd name="connsiteY12" fmla="*/ 29724 h 98756"/>
                    <a:gd name="connsiteX13" fmla="*/ 0 w 41419"/>
                    <a:gd name="connsiteY13" fmla="*/ 21928 h 98756"/>
                    <a:gd name="connsiteX14" fmla="*/ 14781 w 41419"/>
                    <a:gd name="connsiteY14" fmla="*/ 21928 h 98756"/>
                    <a:gd name="connsiteX15" fmla="*/ 14781 w 41419"/>
                    <a:gd name="connsiteY15" fmla="*/ 162 h 98756"/>
                    <a:gd name="connsiteX16" fmla="*/ 23552 w 41419"/>
                    <a:gd name="connsiteY16" fmla="*/ 162 h 98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41419" h="98756">
                      <a:moveTo>
                        <a:pt x="23552" y="0"/>
                      </a:moveTo>
                      <a:lnTo>
                        <a:pt x="23552" y="21765"/>
                      </a:lnTo>
                      <a:lnTo>
                        <a:pt x="40445" y="21765"/>
                      </a:lnTo>
                      <a:lnTo>
                        <a:pt x="40445" y="29562"/>
                      </a:lnTo>
                      <a:lnTo>
                        <a:pt x="23552" y="29562"/>
                      </a:lnTo>
                      <a:lnTo>
                        <a:pt x="23552" y="80077"/>
                      </a:lnTo>
                      <a:cubicBezTo>
                        <a:pt x="23552" y="89823"/>
                        <a:pt x="28100" y="91609"/>
                        <a:pt x="33785" y="91609"/>
                      </a:cubicBezTo>
                      <a:cubicBezTo>
                        <a:pt x="37521" y="91609"/>
                        <a:pt x="40282" y="90960"/>
                        <a:pt x="41419" y="90635"/>
                      </a:cubicBezTo>
                      <a:lnTo>
                        <a:pt x="41419" y="97619"/>
                      </a:lnTo>
                      <a:cubicBezTo>
                        <a:pt x="39145" y="98269"/>
                        <a:pt x="36059" y="98756"/>
                        <a:pt x="32810" y="98756"/>
                      </a:cubicBezTo>
                      <a:cubicBezTo>
                        <a:pt x="22253" y="98756"/>
                        <a:pt x="14781" y="95020"/>
                        <a:pt x="14781" y="78940"/>
                      </a:cubicBezTo>
                      <a:lnTo>
                        <a:pt x="14781" y="29724"/>
                      </a:lnTo>
                      <a:lnTo>
                        <a:pt x="0" y="29724"/>
                      </a:lnTo>
                      <a:lnTo>
                        <a:pt x="0" y="21928"/>
                      </a:lnTo>
                      <a:lnTo>
                        <a:pt x="14781" y="21928"/>
                      </a:lnTo>
                      <a:lnTo>
                        <a:pt x="14781" y="162"/>
                      </a:lnTo>
                      <a:lnTo>
                        <a:pt x="23552" y="16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0" name="자유형: 도형 209">
                  <a:extLst>
                    <a:ext uri="{FF2B5EF4-FFF2-40B4-BE49-F238E27FC236}">
                      <a16:creationId xmlns:a16="http://schemas.microsoft.com/office/drawing/2014/main" id="{87DD42E6-4AE0-CD02-4C9A-7823507989C8}"/>
                    </a:ext>
                  </a:extLst>
                </p:cNvPr>
                <p:cNvSpPr/>
                <p:nvPr/>
              </p:nvSpPr>
              <p:spPr>
                <a:xfrm>
                  <a:off x="4357761" y="2917349"/>
                  <a:ext cx="10070" cy="108501"/>
                </a:xfrm>
                <a:custGeom>
                  <a:avLst/>
                  <a:gdLst>
                    <a:gd name="connsiteX0" fmla="*/ 10070 w 10070"/>
                    <a:gd name="connsiteY0" fmla="*/ 0 h 108501"/>
                    <a:gd name="connsiteX1" fmla="*/ 10070 w 10070"/>
                    <a:gd name="connsiteY1" fmla="*/ 10720 h 108501"/>
                    <a:gd name="connsiteX2" fmla="*/ 0 w 10070"/>
                    <a:gd name="connsiteY2" fmla="*/ 10720 h 108501"/>
                    <a:gd name="connsiteX3" fmla="*/ 0 w 10070"/>
                    <a:gd name="connsiteY3" fmla="*/ 0 h 108501"/>
                    <a:gd name="connsiteX4" fmla="*/ 10070 w 10070"/>
                    <a:gd name="connsiteY4" fmla="*/ 0 h 108501"/>
                    <a:gd name="connsiteX5" fmla="*/ 650 w 10070"/>
                    <a:gd name="connsiteY5" fmla="*/ 32486 h 108501"/>
                    <a:gd name="connsiteX6" fmla="*/ 9583 w 10070"/>
                    <a:gd name="connsiteY6" fmla="*/ 32486 h 108501"/>
                    <a:gd name="connsiteX7" fmla="*/ 9583 w 10070"/>
                    <a:gd name="connsiteY7" fmla="*/ 108502 h 108501"/>
                    <a:gd name="connsiteX8" fmla="*/ 650 w 10070"/>
                    <a:gd name="connsiteY8" fmla="*/ 108502 h 108501"/>
                    <a:gd name="connsiteX9" fmla="*/ 650 w 10070"/>
                    <a:gd name="connsiteY9" fmla="*/ 32486 h 108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70" h="108501">
                      <a:moveTo>
                        <a:pt x="10070" y="0"/>
                      </a:moveTo>
                      <a:lnTo>
                        <a:pt x="10070" y="10720"/>
                      </a:lnTo>
                      <a:lnTo>
                        <a:pt x="0" y="10720"/>
                      </a:lnTo>
                      <a:lnTo>
                        <a:pt x="0" y="0"/>
                      </a:lnTo>
                      <a:lnTo>
                        <a:pt x="10070" y="0"/>
                      </a:lnTo>
                      <a:close/>
                      <a:moveTo>
                        <a:pt x="650" y="32486"/>
                      </a:moveTo>
                      <a:lnTo>
                        <a:pt x="9583" y="32486"/>
                      </a:lnTo>
                      <a:lnTo>
                        <a:pt x="9583" y="108502"/>
                      </a:lnTo>
                      <a:lnTo>
                        <a:pt x="650" y="108502"/>
                      </a:lnTo>
                      <a:lnTo>
                        <a:pt x="650" y="32486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1" name="자유형: 도형 210">
                  <a:extLst>
                    <a:ext uri="{FF2B5EF4-FFF2-40B4-BE49-F238E27FC236}">
                      <a16:creationId xmlns:a16="http://schemas.microsoft.com/office/drawing/2014/main" id="{30C9F11B-1785-B866-BA32-0AFFEB7666DF}"/>
                    </a:ext>
                  </a:extLst>
                </p:cNvPr>
                <p:cNvSpPr/>
                <p:nvPr/>
              </p:nvSpPr>
              <p:spPr>
                <a:xfrm>
                  <a:off x="4391709" y="2948535"/>
                  <a:ext cx="57824" cy="77315"/>
                </a:xfrm>
                <a:custGeom>
                  <a:avLst/>
                  <a:gdLst>
                    <a:gd name="connsiteX0" fmla="*/ 9421 w 57824"/>
                    <a:gd name="connsiteY0" fmla="*/ 2436 h 77315"/>
                    <a:gd name="connsiteX1" fmla="*/ 8934 w 57824"/>
                    <a:gd name="connsiteY1" fmla="*/ 13806 h 77315"/>
                    <a:gd name="connsiteX2" fmla="*/ 31998 w 57824"/>
                    <a:gd name="connsiteY2" fmla="*/ 0 h 77315"/>
                    <a:gd name="connsiteX3" fmla="*/ 57824 w 57824"/>
                    <a:gd name="connsiteY3" fmla="*/ 27125 h 77315"/>
                    <a:gd name="connsiteX4" fmla="*/ 57824 w 57824"/>
                    <a:gd name="connsiteY4" fmla="*/ 77316 h 77315"/>
                    <a:gd name="connsiteX5" fmla="*/ 49216 w 57824"/>
                    <a:gd name="connsiteY5" fmla="*/ 77316 h 77315"/>
                    <a:gd name="connsiteX6" fmla="*/ 49216 w 57824"/>
                    <a:gd name="connsiteY6" fmla="*/ 29887 h 77315"/>
                    <a:gd name="connsiteX7" fmla="*/ 29887 w 57824"/>
                    <a:gd name="connsiteY7" fmla="*/ 7472 h 77315"/>
                    <a:gd name="connsiteX8" fmla="*/ 8609 w 57824"/>
                    <a:gd name="connsiteY8" fmla="*/ 32810 h 77315"/>
                    <a:gd name="connsiteX9" fmla="*/ 8609 w 57824"/>
                    <a:gd name="connsiteY9" fmla="*/ 77316 h 77315"/>
                    <a:gd name="connsiteX10" fmla="*/ 0 w 57824"/>
                    <a:gd name="connsiteY10" fmla="*/ 77316 h 77315"/>
                    <a:gd name="connsiteX11" fmla="*/ 0 w 57824"/>
                    <a:gd name="connsiteY11" fmla="*/ 2436 h 77315"/>
                    <a:gd name="connsiteX12" fmla="*/ 9258 w 57824"/>
                    <a:gd name="connsiteY12" fmla="*/ 2436 h 773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7824" h="77315">
                      <a:moveTo>
                        <a:pt x="9421" y="2436"/>
                      </a:moveTo>
                      <a:lnTo>
                        <a:pt x="8934" y="13806"/>
                      </a:lnTo>
                      <a:cubicBezTo>
                        <a:pt x="12832" y="5847"/>
                        <a:pt x="21603" y="0"/>
                        <a:pt x="31998" y="0"/>
                      </a:cubicBezTo>
                      <a:cubicBezTo>
                        <a:pt x="48403" y="0"/>
                        <a:pt x="57824" y="9258"/>
                        <a:pt x="57824" y="27125"/>
                      </a:cubicBezTo>
                      <a:lnTo>
                        <a:pt x="57824" y="77316"/>
                      </a:lnTo>
                      <a:lnTo>
                        <a:pt x="49216" y="77316"/>
                      </a:lnTo>
                      <a:lnTo>
                        <a:pt x="49216" y="29887"/>
                      </a:lnTo>
                      <a:cubicBezTo>
                        <a:pt x="49216" y="15106"/>
                        <a:pt x="43043" y="7472"/>
                        <a:pt x="29887" y="7472"/>
                      </a:cubicBezTo>
                      <a:cubicBezTo>
                        <a:pt x="19654" y="7472"/>
                        <a:pt x="8609" y="16568"/>
                        <a:pt x="8609" y="32810"/>
                      </a:cubicBezTo>
                      <a:lnTo>
                        <a:pt x="8609" y="77316"/>
                      </a:lnTo>
                      <a:lnTo>
                        <a:pt x="0" y="77316"/>
                      </a:lnTo>
                      <a:lnTo>
                        <a:pt x="0" y="2436"/>
                      </a:lnTo>
                      <a:lnTo>
                        <a:pt x="9258" y="2436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2" name="자유형: 도형 211">
                  <a:extLst>
                    <a:ext uri="{FF2B5EF4-FFF2-40B4-BE49-F238E27FC236}">
                      <a16:creationId xmlns:a16="http://schemas.microsoft.com/office/drawing/2014/main" id="{1F735E97-C97B-135F-197D-EDCF8290FBB7}"/>
                    </a:ext>
                  </a:extLst>
                </p:cNvPr>
                <p:cNvSpPr/>
                <p:nvPr/>
              </p:nvSpPr>
              <p:spPr>
                <a:xfrm>
                  <a:off x="4468699" y="2947885"/>
                  <a:ext cx="64483" cy="106227"/>
                </a:xfrm>
                <a:custGeom>
                  <a:avLst/>
                  <a:gdLst>
                    <a:gd name="connsiteX0" fmla="*/ 56200 w 64483"/>
                    <a:gd name="connsiteY0" fmla="*/ 65783 h 106227"/>
                    <a:gd name="connsiteX1" fmla="*/ 31186 w 64483"/>
                    <a:gd name="connsiteY1" fmla="*/ 79752 h 106227"/>
                    <a:gd name="connsiteX2" fmla="*/ 0 w 64483"/>
                    <a:gd name="connsiteY2" fmla="*/ 40120 h 106227"/>
                    <a:gd name="connsiteX3" fmla="*/ 31348 w 64483"/>
                    <a:gd name="connsiteY3" fmla="*/ 0 h 106227"/>
                    <a:gd name="connsiteX4" fmla="*/ 56362 w 64483"/>
                    <a:gd name="connsiteY4" fmla="*/ 14294 h 106227"/>
                    <a:gd name="connsiteX5" fmla="*/ 55875 w 64483"/>
                    <a:gd name="connsiteY5" fmla="*/ 2436 h 106227"/>
                    <a:gd name="connsiteX6" fmla="*/ 64484 w 64483"/>
                    <a:gd name="connsiteY6" fmla="*/ 2436 h 106227"/>
                    <a:gd name="connsiteX7" fmla="*/ 64484 w 64483"/>
                    <a:gd name="connsiteY7" fmla="*/ 77316 h 106227"/>
                    <a:gd name="connsiteX8" fmla="*/ 31673 w 64483"/>
                    <a:gd name="connsiteY8" fmla="*/ 106228 h 106227"/>
                    <a:gd name="connsiteX9" fmla="*/ 1787 w 64483"/>
                    <a:gd name="connsiteY9" fmla="*/ 84950 h 106227"/>
                    <a:gd name="connsiteX10" fmla="*/ 12182 w 64483"/>
                    <a:gd name="connsiteY10" fmla="*/ 84950 h 106227"/>
                    <a:gd name="connsiteX11" fmla="*/ 32486 w 64483"/>
                    <a:gd name="connsiteY11" fmla="*/ 98756 h 106227"/>
                    <a:gd name="connsiteX12" fmla="*/ 55550 w 64483"/>
                    <a:gd name="connsiteY12" fmla="*/ 75529 h 106227"/>
                    <a:gd name="connsiteX13" fmla="*/ 56038 w 64483"/>
                    <a:gd name="connsiteY13" fmla="*/ 65621 h 106227"/>
                    <a:gd name="connsiteX14" fmla="*/ 56687 w 64483"/>
                    <a:gd name="connsiteY14" fmla="*/ 41419 h 106227"/>
                    <a:gd name="connsiteX15" fmla="*/ 31511 w 64483"/>
                    <a:gd name="connsiteY15" fmla="*/ 7959 h 106227"/>
                    <a:gd name="connsiteX16" fmla="*/ 8933 w 64483"/>
                    <a:gd name="connsiteY16" fmla="*/ 41094 h 106227"/>
                    <a:gd name="connsiteX17" fmla="*/ 32648 w 64483"/>
                    <a:gd name="connsiteY17" fmla="*/ 71955 h 106227"/>
                    <a:gd name="connsiteX18" fmla="*/ 56687 w 64483"/>
                    <a:gd name="connsiteY18" fmla="*/ 41581 h 106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64483" h="106227">
                      <a:moveTo>
                        <a:pt x="56200" y="65783"/>
                      </a:moveTo>
                      <a:cubicBezTo>
                        <a:pt x="50352" y="76341"/>
                        <a:pt x="39795" y="79752"/>
                        <a:pt x="31186" y="79752"/>
                      </a:cubicBezTo>
                      <a:cubicBezTo>
                        <a:pt x="8771" y="79752"/>
                        <a:pt x="0" y="61073"/>
                        <a:pt x="0" y="40120"/>
                      </a:cubicBezTo>
                      <a:cubicBezTo>
                        <a:pt x="0" y="18029"/>
                        <a:pt x="9421" y="0"/>
                        <a:pt x="31348" y="0"/>
                      </a:cubicBezTo>
                      <a:cubicBezTo>
                        <a:pt x="43043" y="0"/>
                        <a:pt x="51165" y="4548"/>
                        <a:pt x="56362" y="14294"/>
                      </a:cubicBezTo>
                      <a:lnTo>
                        <a:pt x="55875" y="2436"/>
                      </a:lnTo>
                      <a:lnTo>
                        <a:pt x="64484" y="2436"/>
                      </a:lnTo>
                      <a:lnTo>
                        <a:pt x="64484" y="77316"/>
                      </a:lnTo>
                      <a:cubicBezTo>
                        <a:pt x="64484" y="97294"/>
                        <a:pt x="51977" y="106228"/>
                        <a:pt x="31673" y="106228"/>
                      </a:cubicBezTo>
                      <a:cubicBezTo>
                        <a:pt x="14456" y="106228"/>
                        <a:pt x="3249" y="98756"/>
                        <a:pt x="1787" y="84950"/>
                      </a:cubicBezTo>
                      <a:lnTo>
                        <a:pt x="12182" y="84950"/>
                      </a:lnTo>
                      <a:cubicBezTo>
                        <a:pt x="12832" y="94208"/>
                        <a:pt x="23714" y="98756"/>
                        <a:pt x="32486" y="98756"/>
                      </a:cubicBezTo>
                      <a:cubicBezTo>
                        <a:pt x="46779" y="98756"/>
                        <a:pt x="55550" y="92259"/>
                        <a:pt x="55550" y="75529"/>
                      </a:cubicBezTo>
                      <a:lnTo>
                        <a:pt x="56038" y="65621"/>
                      </a:lnTo>
                      <a:close/>
                      <a:moveTo>
                        <a:pt x="56687" y="41419"/>
                      </a:moveTo>
                      <a:cubicBezTo>
                        <a:pt x="56687" y="23714"/>
                        <a:pt x="50352" y="7959"/>
                        <a:pt x="31511" y="7959"/>
                      </a:cubicBezTo>
                      <a:cubicBezTo>
                        <a:pt x="14618" y="7959"/>
                        <a:pt x="8933" y="26476"/>
                        <a:pt x="8933" y="41094"/>
                      </a:cubicBezTo>
                      <a:cubicBezTo>
                        <a:pt x="8933" y="56525"/>
                        <a:pt x="16080" y="71955"/>
                        <a:pt x="32648" y="71955"/>
                      </a:cubicBezTo>
                      <a:cubicBezTo>
                        <a:pt x="49216" y="71955"/>
                        <a:pt x="56687" y="57337"/>
                        <a:pt x="56687" y="41581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3" name="자유형: 도형 212">
                  <a:extLst>
                    <a:ext uri="{FF2B5EF4-FFF2-40B4-BE49-F238E27FC236}">
                      <a16:creationId xmlns:a16="http://schemas.microsoft.com/office/drawing/2014/main" id="{C93FA9EE-AD08-C337-CB04-BAB062C2DF52}"/>
                    </a:ext>
                  </a:extLst>
                </p:cNvPr>
                <p:cNvSpPr/>
                <p:nvPr/>
              </p:nvSpPr>
              <p:spPr>
                <a:xfrm>
                  <a:off x="4554956" y="2911339"/>
                  <a:ext cx="106251" cy="119221"/>
                </a:xfrm>
                <a:custGeom>
                  <a:avLst/>
                  <a:gdLst>
                    <a:gd name="connsiteX0" fmla="*/ 76496 w 106251"/>
                    <a:gd name="connsiteY0" fmla="*/ 30049 h 119221"/>
                    <a:gd name="connsiteX1" fmla="*/ 84130 w 106251"/>
                    <a:gd name="connsiteY1" fmla="*/ 30049 h 119221"/>
                    <a:gd name="connsiteX2" fmla="*/ 69836 w 106251"/>
                    <a:gd name="connsiteY2" fmla="*/ 75204 h 119221"/>
                    <a:gd name="connsiteX3" fmla="*/ 72597 w 106251"/>
                    <a:gd name="connsiteY3" fmla="*/ 87711 h 119221"/>
                    <a:gd name="connsiteX4" fmla="*/ 97774 w 106251"/>
                    <a:gd name="connsiteY4" fmla="*/ 49053 h 119221"/>
                    <a:gd name="connsiteX5" fmla="*/ 60903 w 106251"/>
                    <a:gd name="connsiteY5" fmla="*/ 6660 h 119221"/>
                    <a:gd name="connsiteX6" fmla="*/ 8763 w 106251"/>
                    <a:gd name="connsiteY6" fmla="*/ 63184 h 119221"/>
                    <a:gd name="connsiteX7" fmla="*/ 53756 w 106251"/>
                    <a:gd name="connsiteY7" fmla="*/ 112238 h 119221"/>
                    <a:gd name="connsiteX8" fmla="*/ 95987 w 106251"/>
                    <a:gd name="connsiteY8" fmla="*/ 89985 h 119221"/>
                    <a:gd name="connsiteX9" fmla="*/ 104596 w 106251"/>
                    <a:gd name="connsiteY9" fmla="*/ 89985 h 119221"/>
                    <a:gd name="connsiteX10" fmla="*/ 53756 w 106251"/>
                    <a:gd name="connsiteY10" fmla="*/ 119222 h 119221"/>
                    <a:gd name="connsiteX11" fmla="*/ 155 w 106251"/>
                    <a:gd name="connsiteY11" fmla="*/ 62047 h 119221"/>
                    <a:gd name="connsiteX12" fmla="*/ 60740 w 106251"/>
                    <a:gd name="connsiteY12" fmla="*/ 0 h 119221"/>
                    <a:gd name="connsiteX13" fmla="*/ 106058 w 106251"/>
                    <a:gd name="connsiteY13" fmla="*/ 49378 h 119221"/>
                    <a:gd name="connsiteX14" fmla="*/ 72760 w 106251"/>
                    <a:gd name="connsiteY14" fmla="*/ 94046 h 119221"/>
                    <a:gd name="connsiteX15" fmla="*/ 63339 w 106251"/>
                    <a:gd name="connsiteY15" fmla="*/ 80402 h 119221"/>
                    <a:gd name="connsiteX16" fmla="*/ 42223 w 106251"/>
                    <a:gd name="connsiteY16" fmla="*/ 93721 h 119221"/>
                    <a:gd name="connsiteX17" fmla="*/ 23219 w 106251"/>
                    <a:gd name="connsiteY17" fmla="*/ 71793 h 119221"/>
                    <a:gd name="connsiteX18" fmla="*/ 57329 w 106251"/>
                    <a:gd name="connsiteY18" fmla="*/ 27613 h 119221"/>
                    <a:gd name="connsiteX19" fmla="*/ 72597 w 106251"/>
                    <a:gd name="connsiteY19" fmla="*/ 41257 h 119221"/>
                    <a:gd name="connsiteX20" fmla="*/ 76658 w 106251"/>
                    <a:gd name="connsiteY20" fmla="*/ 30049 h 119221"/>
                    <a:gd name="connsiteX21" fmla="*/ 43523 w 106251"/>
                    <a:gd name="connsiteY21" fmla="*/ 86574 h 119221"/>
                    <a:gd name="connsiteX22" fmla="*/ 67887 w 106251"/>
                    <a:gd name="connsiteY22" fmla="*/ 48241 h 119221"/>
                    <a:gd name="connsiteX23" fmla="*/ 56679 w 106251"/>
                    <a:gd name="connsiteY23" fmla="*/ 34597 h 119221"/>
                    <a:gd name="connsiteX24" fmla="*/ 31503 w 106251"/>
                    <a:gd name="connsiteY24" fmla="*/ 71631 h 119221"/>
                    <a:gd name="connsiteX25" fmla="*/ 43523 w 106251"/>
                    <a:gd name="connsiteY25" fmla="*/ 86574 h 1192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06251" h="119221">
                      <a:moveTo>
                        <a:pt x="76496" y="30049"/>
                      </a:moveTo>
                      <a:lnTo>
                        <a:pt x="84130" y="30049"/>
                      </a:lnTo>
                      <a:lnTo>
                        <a:pt x="69836" y="75204"/>
                      </a:lnTo>
                      <a:cubicBezTo>
                        <a:pt x="67400" y="82026"/>
                        <a:pt x="67725" y="87711"/>
                        <a:pt x="72597" y="87711"/>
                      </a:cubicBezTo>
                      <a:cubicBezTo>
                        <a:pt x="85754" y="87711"/>
                        <a:pt x="96312" y="66920"/>
                        <a:pt x="97774" y="49053"/>
                      </a:cubicBezTo>
                      <a:cubicBezTo>
                        <a:pt x="99723" y="22740"/>
                        <a:pt x="85916" y="6660"/>
                        <a:pt x="60903" y="6660"/>
                      </a:cubicBezTo>
                      <a:cubicBezTo>
                        <a:pt x="31341" y="6660"/>
                        <a:pt x="10063" y="33785"/>
                        <a:pt x="8763" y="63184"/>
                      </a:cubicBezTo>
                      <a:cubicBezTo>
                        <a:pt x="7139" y="96807"/>
                        <a:pt x="21920" y="112238"/>
                        <a:pt x="53756" y="112238"/>
                      </a:cubicBezTo>
                      <a:cubicBezTo>
                        <a:pt x="70648" y="112238"/>
                        <a:pt x="88515" y="104279"/>
                        <a:pt x="95987" y="89985"/>
                      </a:cubicBezTo>
                      <a:lnTo>
                        <a:pt x="104596" y="89985"/>
                      </a:lnTo>
                      <a:cubicBezTo>
                        <a:pt x="96149" y="107365"/>
                        <a:pt x="78120" y="119222"/>
                        <a:pt x="53756" y="119222"/>
                      </a:cubicBezTo>
                      <a:cubicBezTo>
                        <a:pt x="14611" y="119222"/>
                        <a:pt x="-1794" y="100543"/>
                        <a:pt x="155" y="62047"/>
                      </a:cubicBezTo>
                      <a:cubicBezTo>
                        <a:pt x="1941" y="29237"/>
                        <a:pt x="26143" y="0"/>
                        <a:pt x="60740" y="0"/>
                      </a:cubicBezTo>
                      <a:cubicBezTo>
                        <a:pt x="93063" y="0"/>
                        <a:pt x="108169" y="19654"/>
                        <a:pt x="106058" y="49378"/>
                      </a:cubicBezTo>
                      <a:cubicBezTo>
                        <a:pt x="104108" y="74067"/>
                        <a:pt x="88515" y="94046"/>
                        <a:pt x="72760" y="94046"/>
                      </a:cubicBezTo>
                      <a:cubicBezTo>
                        <a:pt x="65451" y="94046"/>
                        <a:pt x="61715" y="90147"/>
                        <a:pt x="63339" y="80402"/>
                      </a:cubicBezTo>
                      <a:cubicBezTo>
                        <a:pt x="58304" y="89335"/>
                        <a:pt x="50995" y="93721"/>
                        <a:pt x="42223" y="93721"/>
                      </a:cubicBezTo>
                      <a:cubicBezTo>
                        <a:pt x="29392" y="93721"/>
                        <a:pt x="23219" y="84625"/>
                        <a:pt x="23219" y="71793"/>
                      </a:cubicBezTo>
                      <a:cubicBezTo>
                        <a:pt x="23219" y="51002"/>
                        <a:pt x="35077" y="27613"/>
                        <a:pt x="57329" y="27613"/>
                      </a:cubicBezTo>
                      <a:cubicBezTo>
                        <a:pt x="66587" y="27613"/>
                        <a:pt x="72760" y="32810"/>
                        <a:pt x="72597" y="41257"/>
                      </a:cubicBezTo>
                      <a:lnTo>
                        <a:pt x="76658" y="30049"/>
                      </a:lnTo>
                      <a:close/>
                      <a:moveTo>
                        <a:pt x="43523" y="86574"/>
                      </a:moveTo>
                      <a:cubicBezTo>
                        <a:pt x="58141" y="86574"/>
                        <a:pt x="67887" y="62535"/>
                        <a:pt x="67887" y="48241"/>
                      </a:cubicBezTo>
                      <a:cubicBezTo>
                        <a:pt x="67887" y="39632"/>
                        <a:pt x="63502" y="34597"/>
                        <a:pt x="56679" y="34597"/>
                      </a:cubicBezTo>
                      <a:cubicBezTo>
                        <a:pt x="40924" y="34597"/>
                        <a:pt x="31503" y="56850"/>
                        <a:pt x="31503" y="71631"/>
                      </a:cubicBezTo>
                      <a:cubicBezTo>
                        <a:pt x="31503" y="80564"/>
                        <a:pt x="35077" y="86574"/>
                        <a:pt x="43523" y="8657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4" name="자유형: 도형 213">
                  <a:extLst>
                    <a:ext uri="{FF2B5EF4-FFF2-40B4-BE49-F238E27FC236}">
                      <a16:creationId xmlns:a16="http://schemas.microsoft.com/office/drawing/2014/main" id="{7A1B8CE9-9F38-EA0A-38A9-1613D10B6DEA}"/>
                    </a:ext>
                  </a:extLst>
                </p:cNvPr>
                <p:cNvSpPr/>
                <p:nvPr/>
              </p:nvSpPr>
              <p:spPr>
                <a:xfrm>
                  <a:off x="4679043" y="2948372"/>
                  <a:ext cx="62047" cy="78939"/>
                </a:xfrm>
                <a:custGeom>
                  <a:avLst/>
                  <a:gdLst>
                    <a:gd name="connsiteX0" fmla="*/ 53114 w 62047"/>
                    <a:gd name="connsiteY0" fmla="*/ 25501 h 78939"/>
                    <a:gd name="connsiteX1" fmla="*/ 31998 w 62047"/>
                    <a:gd name="connsiteY1" fmla="*/ 7797 h 78939"/>
                    <a:gd name="connsiteX2" fmla="*/ 8934 w 62047"/>
                    <a:gd name="connsiteY2" fmla="*/ 39470 h 78939"/>
                    <a:gd name="connsiteX3" fmla="*/ 31998 w 62047"/>
                    <a:gd name="connsiteY3" fmla="*/ 71306 h 78939"/>
                    <a:gd name="connsiteX4" fmla="*/ 52951 w 62047"/>
                    <a:gd name="connsiteY4" fmla="*/ 53276 h 78939"/>
                    <a:gd name="connsiteX5" fmla="*/ 62047 w 62047"/>
                    <a:gd name="connsiteY5" fmla="*/ 53276 h 78939"/>
                    <a:gd name="connsiteX6" fmla="*/ 32323 w 62047"/>
                    <a:gd name="connsiteY6" fmla="*/ 78940 h 78939"/>
                    <a:gd name="connsiteX7" fmla="*/ 0 w 62047"/>
                    <a:gd name="connsiteY7" fmla="*/ 39470 h 78939"/>
                    <a:gd name="connsiteX8" fmla="*/ 32973 w 62047"/>
                    <a:gd name="connsiteY8" fmla="*/ 0 h 78939"/>
                    <a:gd name="connsiteX9" fmla="*/ 61885 w 62047"/>
                    <a:gd name="connsiteY9" fmla="*/ 25339 h 78939"/>
                    <a:gd name="connsiteX10" fmla="*/ 52951 w 62047"/>
                    <a:gd name="connsiteY10" fmla="*/ 25339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2047" h="78939">
                      <a:moveTo>
                        <a:pt x="53114" y="25501"/>
                      </a:moveTo>
                      <a:cubicBezTo>
                        <a:pt x="52464" y="13644"/>
                        <a:pt x="44180" y="7797"/>
                        <a:pt x="31998" y="7797"/>
                      </a:cubicBezTo>
                      <a:cubicBezTo>
                        <a:pt x="19004" y="7797"/>
                        <a:pt x="8934" y="21765"/>
                        <a:pt x="8934" y="39470"/>
                      </a:cubicBezTo>
                      <a:cubicBezTo>
                        <a:pt x="8934" y="57175"/>
                        <a:pt x="19004" y="71306"/>
                        <a:pt x="31998" y="71306"/>
                      </a:cubicBezTo>
                      <a:cubicBezTo>
                        <a:pt x="43368" y="71306"/>
                        <a:pt x="51652" y="65296"/>
                        <a:pt x="52951" y="53276"/>
                      </a:cubicBezTo>
                      <a:lnTo>
                        <a:pt x="62047" y="53276"/>
                      </a:lnTo>
                      <a:cubicBezTo>
                        <a:pt x="59611" y="70331"/>
                        <a:pt x="48241" y="78940"/>
                        <a:pt x="32323" y="78940"/>
                      </a:cubicBezTo>
                      <a:cubicBezTo>
                        <a:pt x="10395" y="78940"/>
                        <a:pt x="0" y="60586"/>
                        <a:pt x="0" y="39470"/>
                      </a:cubicBezTo>
                      <a:cubicBezTo>
                        <a:pt x="0" y="18354"/>
                        <a:pt x="11045" y="0"/>
                        <a:pt x="32973" y="0"/>
                      </a:cubicBezTo>
                      <a:cubicBezTo>
                        <a:pt x="48403" y="0"/>
                        <a:pt x="61073" y="9421"/>
                        <a:pt x="61885" y="25339"/>
                      </a:cubicBezTo>
                      <a:lnTo>
                        <a:pt x="52951" y="25339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5" name="자유형: 도형 214">
                  <a:extLst>
                    <a:ext uri="{FF2B5EF4-FFF2-40B4-BE49-F238E27FC236}">
                      <a16:creationId xmlns:a16="http://schemas.microsoft.com/office/drawing/2014/main" id="{9222B786-9A84-33EF-4542-6A8D7DB7B66D}"/>
                    </a:ext>
                  </a:extLst>
                </p:cNvPr>
                <p:cNvSpPr/>
                <p:nvPr/>
              </p:nvSpPr>
              <p:spPr>
                <a:xfrm>
                  <a:off x="4758470" y="2948535"/>
                  <a:ext cx="102491" cy="77478"/>
                </a:xfrm>
                <a:custGeom>
                  <a:avLst/>
                  <a:gdLst>
                    <a:gd name="connsiteX0" fmla="*/ 76828 w 102491"/>
                    <a:gd name="connsiteY0" fmla="*/ 162 h 77478"/>
                    <a:gd name="connsiteX1" fmla="*/ 102492 w 102491"/>
                    <a:gd name="connsiteY1" fmla="*/ 27288 h 77478"/>
                    <a:gd name="connsiteX2" fmla="*/ 102492 w 102491"/>
                    <a:gd name="connsiteY2" fmla="*/ 77478 h 77478"/>
                    <a:gd name="connsiteX3" fmla="*/ 93883 w 102491"/>
                    <a:gd name="connsiteY3" fmla="*/ 77478 h 77478"/>
                    <a:gd name="connsiteX4" fmla="*/ 93883 w 102491"/>
                    <a:gd name="connsiteY4" fmla="*/ 30049 h 77478"/>
                    <a:gd name="connsiteX5" fmla="*/ 75691 w 102491"/>
                    <a:gd name="connsiteY5" fmla="*/ 7634 h 77478"/>
                    <a:gd name="connsiteX6" fmla="*/ 55713 w 102491"/>
                    <a:gd name="connsiteY6" fmla="*/ 28750 h 77478"/>
                    <a:gd name="connsiteX7" fmla="*/ 55713 w 102491"/>
                    <a:gd name="connsiteY7" fmla="*/ 77316 h 77478"/>
                    <a:gd name="connsiteX8" fmla="*/ 47104 w 102491"/>
                    <a:gd name="connsiteY8" fmla="*/ 77316 h 77478"/>
                    <a:gd name="connsiteX9" fmla="*/ 47104 w 102491"/>
                    <a:gd name="connsiteY9" fmla="*/ 29887 h 77478"/>
                    <a:gd name="connsiteX10" fmla="*/ 29237 w 102491"/>
                    <a:gd name="connsiteY10" fmla="*/ 7472 h 77478"/>
                    <a:gd name="connsiteX11" fmla="*/ 8609 w 102491"/>
                    <a:gd name="connsiteY11" fmla="*/ 32810 h 77478"/>
                    <a:gd name="connsiteX12" fmla="*/ 8609 w 102491"/>
                    <a:gd name="connsiteY12" fmla="*/ 77316 h 77478"/>
                    <a:gd name="connsiteX13" fmla="*/ 0 w 102491"/>
                    <a:gd name="connsiteY13" fmla="*/ 77316 h 77478"/>
                    <a:gd name="connsiteX14" fmla="*/ 0 w 102491"/>
                    <a:gd name="connsiteY14" fmla="*/ 2436 h 77478"/>
                    <a:gd name="connsiteX15" fmla="*/ 9258 w 102491"/>
                    <a:gd name="connsiteY15" fmla="*/ 2436 h 77478"/>
                    <a:gd name="connsiteX16" fmla="*/ 8771 w 102491"/>
                    <a:gd name="connsiteY16" fmla="*/ 13806 h 77478"/>
                    <a:gd name="connsiteX17" fmla="*/ 31836 w 102491"/>
                    <a:gd name="connsiteY17" fmla="*/ 0 h 77478"/>
                    <a:gd name="connsiteX18" fmla="*/ 53926 w 102491"/>
                    <a:gd name="connsiteY18" fmla="*/ 15431 h 77478"/>
                    <a:gd name="connsiteX19" fmla="*/ 76828 w 102491"/>
                    <a:gd name="connsiteY19" fmla="*/ 0 h 774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02491" h="77478">
                      <a:moveTo>
                        <a:pt x="76828" y="162"/>
                      </a:moveTo>
                      <a:cubicBezTo>
                        <a:pt x="92746" y="162"/>
                        <a:pt x="102492" y="9421"/>
                        <a:pt x="102492" y="27288"/>
                      </a:cubicBezTo>
                      <a:lnTo>
                        <a:pt x="102492" y="77478"/>
                      </a:lnTo>
                      <a:lnTo>
                        <a:pt x="93883" y="77478"/>
                      </a:lnTo>
                      <a:lnTo>
                        <a:pt x="93883" y="30049"/>
                      </a:lnTo>
                      <a:cubicBezTo>
                        <a:pt x="93883" y="15268"/>
                        <a:pt x="88685" y="7634"/>
                        <a:pt x="75691" y="7634"/>
                      </a:cubicBezTo>
                      <a:cubicBezTo>
                        <a:pt x="66920" y="7634"/>
                        <a:pt x="57175" y="14943"/>
                        <a:pt x="55713" y="28750"/>
                      </a:cubicBezTo>
                      <a:lnTo>
                        <a:pt x="55713" y="77316"/>
                      </a:lnTo>
                      <a:lnTo>
                        <a:pt x="47104" y="77316"/>
                      </a:lnTo>
                      <a:lnTo>
                        <a:pt x="47104" y="29887"/>
                      </a:lnTo>
                      <a:cubicBezTo>
                        <a:pt x="47104" y="15106"/>
                        <a:pt x="41906" y="7472"/>
                        <a:pt x="29237" y="7472"/>
                      </a:cubicBezTo>
                      <a:cubicBezTo>
                        <a:pt x="19166" y="7472"/>
                        <a:pt x="8609" y="16568"/>
                        <a:pt x="8609" y="32810"/>
                      </a:cubicBezTo>
                      <a:lnTo>
                        <a:pt x="8609" y="77316"/>
                      </a:lnTo>
                      <a:lnTo>
                        <a:pt x="0" y="77316"/>
                      </a:lnTo>
                      <a:lnTo>
                        <a:pt x="0" y="2436"/>
                      </a:lnTo>
                      <a:lnTo>
                        <a:pt x="9258" y="2436"/>
                      </a:lnTo>
                      <a:lnTo>
                        <a:pt x="8771" y="13806"/>
                      </a:lnTo>
                      <a:cubicBezTo>
                        <a:pt x="12669" y="5847"/>
                        <a:pt x="21440" y="0"/>
                        <a:pt x="31836" y="0"/>
                      </a:cubicBezTo>
                      <a:cubicBezTo>
                        <a:pt x="42881" y="0"/>
                        <a:pt x="50028" y="4223"/>
                        <a:pt x="53926" y="15431"/>
                      </a:cubicBezTo>
                      <a:cubicBezTo>
                        <a:pt x="57824" y="6010"/>
                        <a:pt x="66433" y="0"/>
                        <a:pt x="76828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6" name="자유형: 도형 215">
                  <a:extLst>
                    <a:ext uri="{FF2B5EF4-FFF2-40B4-BE49-F238E27FC236}">
                      <a16:creationId xmlns:a16="http://schemas.microsoft.com/office/drawing/2014/main" id="{A55A75C5-E93F-ADB8-1B63-4E50E16AA56A}"/>
                    </a:ext>
                  </a:extLst>
                </p:cNvPr>
                <p:cNvSpPr/>
                <p:nvPr/>
              </p:nvSpPr>
              <p:spPr>
                <a:xfrm>
                  <a:off x="4884190" y="2948372"/>
                  <a:ext cx="66595" cy="78939"/>
                </a:xfrm>
                <a:custGeom>
                  <a:avLst/>
                  <a:gdLst>
                    <a:gd name="connsiteX0" fmla="*/ 63834 w 66595"/>
                    <a:gd name="connsiteY0" fmla="*/ 41257 h 78939"/>
                    <a:gd name="connsiteX1" fmla="*/ 8933 w 66595"/>
                    <a:gd name="connsiteY1" fmla="*/ 41257 h 78939"/>
                    <a:gd name="connsiteX2" fmla="*/ 34922 w 66595"/>
                    <a:gd name="connsiteY2" fmla="*/ 71468 h 78939"/>
                    <a:gd name="connsiteX3" fmla="*/ 56200 w 66595"/>
                    <a:gd name="connsiteY3" fmla="*/ 53276 h 78939"/>
                    <a:gd name="connsiteX4" fmla="*/ 65621 w 66595"/>
                    <a:gd name="connsiteY4" fmla="*/ 53276 h 78939"/>
                    <a:gd name="connsiteX5" fmla="*/ 32323 w 66595"/>
                    <a:gd name="connsiteY5" fmla="*/ 78940 h 78939"/>
                    <a:gd name="connsiteX6" fmla="*/ 0 w 66595"/>
                    <a:gd name="connsiteY6" fmla="*/ 39470 h 78939"/>
                    <a:gd name="connsiteX7" fmla="*/ 32973 w 66595"/>
                    <a:gd name="connsiteY7" fmla="*/ 0 h 78939"/>
                    <a:gd name="connsiteX8" fmla="*/ 66595 w 66595"/>
                    <a:gd name="connsiteY8" fmla="*/ 38008 h 78939"/>
                    <a:gd name="connsiteX9" fmla="*/ 63834 w 66595"/>
                    <a:gd name="connsiteY9" fmla="*/ 41094 h 78939"/>
                    <a:gd name="connsiteX10" fmla="*/ 57662 w 66595"/>
                    <a:gd name="connsiteY10" fmla="*/ 33785 h 78939"/>
                    <a:gd name="connsiteX11" fmla="*/ 32973 w 66595"/>
                    <a:gd name="connsiteY11" fmla="*/ 7634 h 78939"/>
                    <a:gd name="connsiteX12" fmla="*/ 9096 w 66595"/>
                    <a:gd name="connsiteY12" fmla="*/ 33785 h 78939"/>
                    <a:gd name="connsiteX13" fmla="*/ 57662 w 66595"/>
                    <a:gd name="connsiteY13" fmla="*/ 33785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6595" h="78939">
                      <a:moveTo>
                        <a:pt x="63834" y="41257"/>
                      </a:moveTo>
                      <a:lnTo>
                        <a:pt x="8933" y="41257"/>
                      </a:lnTo>
                      <a:cubicBezTo>
                        <a:pt x="8933" y="58312"/>
                        <a:pt x="17055" y="71468"/>
                        <a:pt x="34922" y="71468"/>
                      </a:cubicBezTo>
                      <a:cubicBezTo>
                        <a:pt x="45155" y="71468"/>
                        <a:pt x="53439" y="63834"/>
                        <a:pt x="56200" y="53276"/>
                      </a:cubicBezTo>
                      <a:lnTo>
                        <a:pt x="65621" y="53276"/>
                      </a:lnTo>
                      <a:cubicBezTo>
                        <a:pt x="61235" y="71143"/>
                        <a:pt x="50190" y="78940"/>
                        <a:pt x="32323" y="78940"/>
                      </a:cubicBezTo>
                      <a:cubicBezTo>
                        <a:pt x="10070" y="78940"/>
                        <a:pt x="0" y="60586"/>
                        <a:pt x="0" y="39470"/>
                      </a:cubicBezTo>
                      <a:cubicBezTo>
                        <a:pt x="0" y="18354"/>
                        <a:pt x="10883" y="0"/>
                        <a:pt x="32973" y="0"/>
                      </a:cubicBezTo>
                      <a:cubicBezTo>
                        <a:pt x="56687" y="0"/>
                        <a:pt x="66270" y="15756"/>
                        <a:pt x="66595" y="38008"/>
                      </a:cubicBezTo>
                      <a:cubicBezTo>
                        <a:pt x="66595" y="40120"/>
                        <a:pt x="65783" y="41094"/>
                        <a:pt x="63834" y="41094"/>
                      </a:cubicBezTo>
                      <a:close/>
                      <a:moveTo>
                        <a:pt x="57662" y="33785"/>
                      </a:moveTo>
                      <a:cubicBezTo>
                        <a:pt x="56850" y="18192"/>
                        <a:pt x="48078" y="7634"/>
                        <a:pt x="32973" y="7634"/>
                      </a:cubicBezTo>
                      <a:cubicBezTo>
                        <a:pt x="19004" y="7634"/>
                        <a:pt x="10395" y="19491"/>
                        <a:pt x="9096" y="33785"/>
                      </a:cubicBezTo>
                      <a:lnTo>
                        <a:pt x="57662" y="3378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7" name="자유형: 도형 216">
                  <a:extLst>
                    <a:ext uri="{FF2B5EF4-FFF2-40B4-BE49-F238E27FC236}">
                      <a16:creationId xmlns:a16="http://schemas.microsoft.com/office/drawing/2014/main" id="{AE7805FE-5C61-5C89-7B3E-F60F9EF3C31C}"/>
                    </a:ext>
                  </a:extLst>
                </p:cNvPr>
                <p:cNvSpPr/>
                <p:nvPr/>
              </p:nvSpPr>
              <p:spPr>
                <a:xfrm>
                  <a:off x="4966215" y="2948697"/>
                  <a:ext cx="58473" cy="78939"/>
                </a:xfrm>
                <a:custGeom>
                  <a:avLst/>
                  <a:gdLst>
                    <a:gd name="connsiteX0" fmla="*/ 28912 w 58473"/>
                    <a:gd name="connsiteY0" fmla="*/ 0 h 78939"/>
                    <a:gd name="connsiteX1" fmla="*/ 55713 w 58473"/>
                    <a:gd name="connsiteY1" fmla="*/ 20303 h 78939"/>
                    <a:gd name="connsiteX2" fmla="*/ 46454 w 58473"/>
                    <a:gd name="connsiteY2" fmla="*/ 20303 h 78939"/>
                    <a:gd name="connsiteX3" fmla="*/ 28263 w 58473"/>
                    <a:gd name="connsiteY3" fmla="*/ 7472 h 78939"/>
                    <a:gd name="connsiteX4" fmla="*/ 11370 w 58473"/>
                    <a:gd name="connsiteY4" fmla="*/ 20303 h 78939"/>
                    <a:gd name="connsiteX5" fmla="*/ 44668 w 58473"/>
                    <a:gd name="connsiteY5" fmla="*/ 37521 h 78939"/>
                    <a:gd name="connsiteX6" fmla="*/ 58474 w 58473"/>
                    <a:gd name="connsiteY6" fmla="*/ 54576 h 78939"/>
                    <a:gd name="connsiteX7" fmla="*/ 27450 w 58473"/>
                    <a:gd name="connsiteY7" fmla="*/ 78940 h 78939"/>
                    <a:gd name="connsiteX8" fmla="*/ 0 w 58473"/>
                    <a:gd name="connsiteY8" fmla="*/ 56850 h 78939"/>
                    <a:gd name="connsiteX9" fmla="*/ 9258 w 58473"/>
                    <a:gd name="connsiteY9" fmla="*/ 56850 h 78939"/>
                    <a:gd name="connsiteX10" fmla="*/ 29562 w 58473"/>
                    <a:gd name="connsiteY10" fmla="*/ 71306 h 78939"/>
                    <a:gd name="connsiteX11" fmla="*/ 49378 w 58473"/>
                    <a:gd name="connsiteY11" fmla="*/ 55875 h 78939"/>
                    <a:gd name="connsiteX12" fmla="*/ 25501 w 58473"/>
                    <a:gd name="connsiteY12" fmla="*/ 40444 h 78939"/>
                    <a:gd name="connsiteX13" fmla="*/ 2761 w 58473"/>
                    <a:gd name="connsiteY13" fmla="*/ 20791 h 78939"/>
                    <a:gd name="connsiteX14" fmla="*/ 29075 w 58473"/>
                    <a:gd name="connsiteY14" fmla="*/ 0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473" h="78939">
                      <a:moveTo>
                        <a:pt x="28912" y="0"/>
                      </a:moveTo>
                      <a:cubicBezTo>
                        <a:pt x="42881" y="0"/>
                        <a:pt x="54251" y="4873"/>
                        <a:pt x="55713" y="20303"/>
                      </a:cubicBezTo>
                      <a:lnTo>
                        <a:pt x="46454" y="20303"/>
                      </a:lnTo>
                      <a:cubicBezTo>
                        <a:pt x="45804" y="10558"/>
                        <a:pt x="37196" y="7472"/>
                        <a:pt x="28263" y="7472"/>
                      </a:cubicBezTo>
                      <a:cubicBezTo>
                        <a:pt x="20141" y="7472"/>
                        <a:pt x="11370" y="10720"/>
                        <a:pt x="11370" y="20303"/>
                      </a:cubicBezTo>
                      <a:cubicBezTo>
                        <a:pt x="11370" y="32486"/>
                        <a:pt x="25014" y="30049"/>
                        <a:pt x="44668" y="37521"/>
                      </a:cubicBezTo>
                      <a:cubicBezTo>
                        <a:pt x="54901" y="40769"/>
                        <a:pt x="58474" y="46292"/>
                        <a:pt x="58474" y="54576"/>
                      </a:cubicBezTo>
                      <a:cubicBezTo>
                        <a:pt x="58474" y="71631"/>
                        <a:pt x="44505" y="78940"/>
                        <a:pt x="27450" y="78940"/>
                      </a:cubicBezTo>
                      <a:cubicBezTo>
                        <a:pt x="14943" y="78940"/>
                        <a:pt x="650" y="73255"/>
                        <a:pt x="0" y="56850"/>
                      </a:cubicBezTo>
                      <a:lnTo>
                        <a:pt x="9258" y="56850"/>
                      </a:lnTo>
                      <a:cubicBezTo>
                        <a:pt x="9908" y="68382"/>
                        <a:pt x="19979" y="71306"/>
                        <a:pt x="29562" y="71306"/>
                      </a:cubicBezTo>
                      <a:cubicBezTo>
                        <a:pt x="39145" y="71306"/>
                        <a:pt x="49541" y="67083"/>
                        <a:pt x="49378" y="55875"/>
                      </a:cubicBezTo>
                      <a:cubicBezTo>
                        <a:pt x="49378" y="44180"/>
                        <a:pt x="37034" y="43206"/>
                        <a:pt x="25501" y="40444"/>
                      </a:cubicBezTo>
                      <a:cubicBezTo>
                        <a:pt x="13806" y="37683"/>
                        <a:pt x="2761" y="35084"/>
                        <a:pt x="2761" y="20791"/>
                      </a:cubicBezTo>
                      <a:cubicBezTo>
                        <a:pt x="2761" y="5198"/>
                        <a:pt x="16405" y="0"/>
                        <a:pt x="29075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8" name="자유형: 도형 217">
                  <a:extLst>
                    <a:ext uri="{FF2B5EF4-FFF2-40B4-BE49-F238E27FC236}">
                      <a16:creationId xmlns:a16="http://schemas.microsoft.com/office/drawing/2014/main" id="{1828A62A-2808-CB61-E270-3090206C377A}"/>
                    </a:ext>
                  </a:extLst>
                </p:cNvPr>
                <p:cNvSpPr/>
                <p:nvPr/>
              </p:nvSpPr>
              <p:spPr>
                <a:xfrm>
                  <a:off x="5045155" y="2948697"/>
                  <a:ext cx="35734" cy="77153"/>
                </a:xfrm>
                <a:custGeom>
                  <a:avLst/>
                  <a:gdLst>
                    <a:gd name="connsiteX0" fmla="*/ 8771 w 35734"/>
                    <a:gd name="connsiteY0" fmla="*/ 32486 h 77153"/>
                    <a:gd name="connsiteX1" fmla="*/ 8771 w 35734"/>
                    <a:gd name="connsiteY1" fmla="*/ 77153 h 77153"/>
                    <a:gd name="connsiteX2" fmla="*/ 0 w 35734"/>
                    <a:gd name="connsiteY2" fmla="*/ 77153 h 77153"/>
                    <a:gd name="connsiteX3" fmla="*/ 0 w 35734"/>
                    <a:gd name="connsiteY3" fmla="*/ 2274 h 77153"/>
                    <a:gd name="connsiteX4" fmla="*/ 9258 w 35734"/>
                    <a:gd name="connsiteY4" fmla="*/ 2274 h 77153"/>
                    <a:gd name="connsiteX5" fmla="*/ 8771 w 35734"/>
                    <a:gd name="connsiteY5" fmla="*/ 13157 h 77153"/>
                    <a:gd name="connsiteX6" fmla="*/ 29887 w 35734"/>
                    <a:gd name="connsiteY6" fmla="*/ 0 h 77153"/>
                    <a:gd name="connsiteX7" fmla="*/ 35734 w 35734"/>
                    <a:gd name="connsiteY7" fmla="*/ 487 h 77153"/>
                    <a:gd name="connsiteX8" fmla="*/ 35734 w 35734"/>
                    <a:gd name="connsiteY8" fmla="*/ 10071 h 77153"/>
                    <a:gd name="connsiteX9" fmla="*/ 30374 w 35734"/>
                    <a:gd name="connsiteY9" fmla="*/ 9421 h 77153"/>
                    <a:gd name="connsiteX10" fmla="*/ 8934 w 35734"/>
                    <a:gd name="connsiteY10" fmla="*/ 32486 h 771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5734" h="77153">
                      <a:moveTo>
                        <a:pt x="8771" y="32486"/>
                      </a:moveTo>
                      <a:lnTo>
                        <a:pt x="8771" y="77153"/>
                      </a:lnTo>
                      <a:lnTo>
                        <a:pt x="0" y="77153"/>
                      </a:lnTo>
                      <a:lnTo>
                        <a:pt x="0" y="2274"/>
                      </a:lnTo>
                      <a:lnTo>
                        <a:pt x="9258" y="2274"/>
                      </a:lnTo>
                      <a:lnTo>
                        <a:pt x="8771" y="13157"/>
                      </a:lnTo>
                      <a:cubicBezTo>
                        <a:pt x="13969" y="3573"/>
                        <a:pt x="22415" y="0"/>
                        <a:pt x="29887" y="0"/>
                      </a:cubicBezTo>
                      <a:cubicBezTo>
                        <a:pt x="32161" y="0"/>
                        <a:pt x="34922" y="0"/>
                        <a:pt x="35734" y="487"/>
                      </a:cubicBezTo>
                      <a:lnTo>
                        <a:pt x="35734" y="10071"/>
                      </a:lnTo>
                      <a:cubicBezTo>
                        <a:pt x="35734" y="10071"/>
                        <a:pt x="33298" y="9421"/>
                        <a:pt x="30374" y="9421"/>
                      </a:cubicBezTo>
                      <a:cubicBezTo>
                        <a:pt x="19979" y="9421"/>
                        <a:pt x="8934" y="16243"/>
                        <a:pt x="8934" y="3248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9" name="자유형: 도형 218">
                  <a:extLst>
                    <a:ext uri="{FF2B5EF4-FFF2-40B4-BE49-F238E27FC236}">
                      <a16:creationId xmlns:a16="http://schemas.microsoft.com/office/drawing/2014/main" id="{479B1172-832C-E3CE-7436-B1FBE05DE1FC}"/>
                    </a:ext>
                  </a:extLst>
                </p:cNvPr>
                <p:cNvSpPr/>
                <p:nvPr/>
              </p:nvSpPr>
              <p:spPr>
                <a:xfrm>
                  <a:off x="5084788" y="2948697"/>
                  <a:ext cx="67732" cy="78939"/>
                </a:xfrm>
                <a:custGeom>
                  <a:avLst/>
                  <a:gdLst>
                    <a:gd name="connsiteX0" fmla="*/ 67733 w 67732"/>
                    <a:gd name="connsiteY0" fmla="*/ 39470 h 78939"/>
                    <a:gd name="connsiteX1" fmla="*/ 33297 w 67732"/>
                    <a:gd name="connsiteY1" fmla="*/ 78940 h 78939"/>
                    <a:gd name="connsiteX2" fmla="*/ 0 w 67732"/>
                    <a:gd name="connsiteY2" fmla="*/ 39470 h 78939"/>
                    <a:gd name="connsiteX3" fmla="*/ 33297 w 67732"/>
                    <a:gd name="connsiteY3" fmla="*/ 0 h 78939"/>
                    <a:gd name="connsiteX4" fmla="*/ 67733 w 67732"/>
                    <a:gd name="connsiteY4" fmla="*/ 39470 h 78939"/>
                    <a:gd name="connsiteX5" fmla="*/ 33297 w 67732"/>
                    <a:gd name="connsiteY5" fmla="*/ 7634 h 78939"/>
                    <a:gd name="connsiteX6" fmla="*/ 8446 w 67732"/>
                    <a:gd name="connsiteY6" fmla="*/ 39470 h 78939"/>
                    <a:gd name="connsiteX7" fmla="*/ 33297 w 67732"/>
                    <a:gd name="connsiteY7" fmla="*/ 71143 h 78939"/>
                    <a:gd name="connsiteX8" fmla="*/ 58961 w 67732"/>
                    <a:gd name="connsiteY8" fmla="*/ 39470 h 78939"/>
                    <a:gd name="connsiteX9" fmla="*/ 33297 w 67732"/>
                    <a:gd name="connsiteY9" fmla="*/ 7634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7732" h="78939">
                      <a:moveTo>
                        <a:pt x="67733" y="39470"/>
                      </a:moveTo>
                      <a:cubicBezTo>
                        <a:pt x="67733" y="59773"/>
                        <a:pt x="56850" y="78940"/>
                        <a:pt x="33297" y="78940"/>
                      </a:cubicBezTo>
                      <a:cubicBezTo>
                        <a:pt x="9746" y="78940"/>
                        <a:pt x="0" y="59773"/>
                        <a:pt x="0" y="39470"/>
                      </a:cubicBezTo>
                      <a:cubicBezTo>
                        <a:pt x="0" y="19166"/>
                        <a:pt x="10233" y="0"/>
                        <a:pt x="33297" y="0"/>
                      </a:cubicBezTo>
                      <a:cubicBezTo>
                        <a:pt x="56362" y="0"/>
                        <a:pt x="67733" y="19166"/>
                        <a:pt x="67733" y="39470"/>
                      </a:cubicBezTo>
                      <a:close/>
                      <a:moveTo>
                        <a:pt x="33297" y="7634"/>
                      </a:moveTo>
                      <a:cubicBezTo>
                        <a:pt x="15431" y="7634"/>
                        <a:pt x="8446" y="25176"/>
                        <a:pt x="8446" y="39470"/>
                      </a:cubicBezTo>
                      <a:cubicBezTo>
                        <a:pt x="8446" y="53764"/>
                        <a:pt x="15431" y="71143"/>
                        <a:pt x="33297" y="71143"/>
                      </a:cubicBezTo>
                      <a:cubicBezTo>
                        <a:pt x="51165" y="71143"/>
                        <a:pt x="58961" y="53926"/>
                        <a:pt x="58961" y="39470"/>
                      </a:cubicBezTo>
                      <a:cubicBezTo>
                        <a:pt x="58961" y="25014"/>
                        <a:pt x="51165" y="7634"/>
                        <a:pt x="33297" y="763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0" name="자유형: 도형 219">
                  <a:extLst>
                    <a:ext uri="{FF2B5EF4-FFF2-40B4-BE49-F238E27FC236}">
                      <a16:creationId xmlns:a16="http://schemas.microsoft.com/office/drawing/2014/main" id="{173B4AC0-3CE6-A599-7223-3E8F30C28588}"/>
                    </a:ext>
                  </a:extLst>
                </p:cNvPr>
                <p:cNvSpPr/>
                <p:nvPr/>
              </p:nvSpPr>
              <p:spPr>
                <a:xfrm>
                  <a:off x="5168276" y="2914912"/>
                  <a:ext cx="65945" cy="113374"/>
                </a:xfrm>
                <a:custGeom>
                  <a:avLst/>
                  <a:gdLst>
                    <a:gd name="connsiteX0" fmla="*/ 9421 w 65945"/>
                    <a:gd name="connsiteY0" fmla="*/ 110938 h 113374"/>
                    <a:gd name="connsiteX1" fmla="*/ 0 w 65945"/>
                    <a:gd name="connsiteY1" fmla="*/ 110938 h 113374"/>
                    <a:gd name="connsiteX2" fmla="*/ 975 w 65945"/>
                    <a:gd name="connsiteY2" fmla="*/ 99893 h 113374"/>
                    <a:gd name="connsiteX3" fmla="*/ 975 w 65945"/>
                    <a:gd name="connsiteY3" fmla="*/ 0 h 113374"/>
                    <a:gd name="connsiteX4" fmla="*/ 9745 w 65945"/>
                    <a:gd name="connsiteY4" fmla="*/ 0 h 113374"/>
                    <a:gd name="connsiteX5" fmla="*/ 9745 w 65945"/>
                    <a:gd name="connsiteY5" fmla="*/ 49703 h 113374"/>
                    <a:gd name="connsiteX6" fmla="*/ 33785 w 65945"/>
                    <a:gd name="connsiteY6" fmla="*/ 34272 h 113374"/>
                    <a:gd name="connsiteX7" fmla="*/ 65946 w 65945"/>
                    <a:gd name="connsiteY7" fmla="*/ 73092 h 113374"/>
                    <a:gd name="connsiteX8" fmla="*/ 33785 w 65945"/>
                    <a:gd name="connsiteY8" fmla="*/ 113375 h 113374"/>
                    <a:gd name="connsiteX9" fmla="*/ 9908 w 65945"/>
                    <a:gd name="connsiteY9" fmla="*/ 100868 h 113374"/>
                    <a:gd name="connsiteX10" fmla="*/ 9258 w 65945"/>
                    <a:gd name="connsiteY10" fmla="*/ 111101 h 113374"/>
                    <a:gd name="connsiteX11" fmla="*/ 9745 w 65945"/>
                    <a:gd name="connsiteY11" fmla="*/ 72118 h 113374"/>
                    <a:gd name="connsiteX12" fmla="*/ 34597 w 65945"/>
                    <a:gd name="connsiteY12" fmla="*/ 105416 h 113374"/>
                    <a:gd name="connsiteX13" fmla="*/ 57174 w 65945"/>
                    <a:gd name="connsiteY13" fmla="*/ 72443 h 113374"/>
                    <a:gd name="connsiteX14" fmla="*/ 33460 w 65945"/>
                    <a:gd name="connsiteY14" fmla="*/ 41581 h 113374"/>
                    <a:gd name="connsiteX15" fmla="*/ 9745 w 65945"/>
                    <a:gd name="connsiteY15" fmla="*/ 71955 h 1133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65945" h="113374">
                      <a:moveTo>
                        <a:pt x="9421" y="110938"/>
                      </a:moveTo>
                      <a:lnTo>
                        <a:pt x="0" y="110938"/>
                      </a:lnTo>
                      <a:cubicBezTo>
                        <a:pt x="649" y="109151"/>
                        <a:pt x="975" y="103304"/>
                        <a:pt x="975" y="99893"/>
                      </a:cubicBezTo>
                      <a:lnTo>
                        <a:pt x="975" y="0"/>
                      </a:lnTo>
                      <a:lnTo>
                        <a:pt x="9745" y="0"/>
                      </a:lnTo>
                      <a:lnTo>
                        <a:pt x="9745" y="49703"/>
                      </a:lnTo>
                      <a:cubicBezTo>
                        <a:pt x="13644" y="40120"/>
                        <a:pt x="23714" y="34272"/>
                        <a:pt x="33785" y="34272"/>
                      </a:cubicBezTo>
                      <a:cubicBezTo>
                        <a:pt x="51652" y="34272"/>
                        <a:pt x="65946" y="45967"/>
                        <a:pt x="65946" y="73092"/>
                      </a:cubicBezTo>
                      <a:cubicBezTo>
                        <a:pt x="65946" y="100218"/>
                        <a:pt x="52951" y="113375"/>
                        <a:pt x="33785" y="113375"/>
                      </a:cubicBezTo>
                      <a:cubicBezTo>
                        <a:pt x="22415" y="113375"/>
                        <a:pt x="14456" y="108827"/>
                        <a:pt x="9908" y="100868"/>
                      </a:cubicBezTo>
                      <a:lnTo>
                        <a:pt x="9258" y="111101"/>
                      </a:lnTo>
                      <a:close/>
                      <a:moveTo>
                        <a:pt x="9745" y="72118"/>
                      </a:moveTo>
                      <a:cubicBezTo>
                        <a:pt x="9745" y="95020"/>
                        <a:pt x="16892" y="105416"/>
                        <a:pt x="34597" y="105416"/>
                      </a:cubicBezTo>
                      <a:cubicBezTo>
                        <a:pt x="48566" y="105416"/>
                        <a:pt x="57174" y="92909"/>
                        <a:pt x="57174" y="72443"/>
                      </a:cubicBezTo>
                      <a:cubicBezTo>
                        <a:pt x="57174" y="50353"/>
                        <a:pt x="46292" y="41581"/>
                        <a:pt x="33460" y="41581"/>
                      </a:cubicBezTo>
                      <a:cubicBezTo>
                        <a:pt x="21440" y="41581"/>
                        <a:pt x="9745" y="51814"/>
                        <a:pt x="9745" y="71955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1" name="자유형: 도형 220">
                  <a:extLst>
                    <a:ext uri="{FF2B5EF4-FFF2-40B4-BE49-F238E27FC236}">
                      <a16:creationId xmlns:a16="http://schemas.microsoft.com/office/drawing/2014/main" id="{8887A0DA-E0D5-FEFE-2705-5C76ACC17838}"/>
                    </a:ext>
                  </a:extLst>
                </p:cNvPr>
                <p:cNvSpPr/>
                <p:nvPr/>
              </p:nvSpPr>
              <p:spPr>
                <a:xfrm>
                  <a:off x="5247215" y="2948697"/>
                  <a:ext cx="67732" cy="78939"/>
                </a:xfrm>
                <a:custGeom>
                  <a:avLst/>
                  <a:gdLst>
                    <a:gd name="connsiteX0" fmla="*/ 67733 w 67732"/>
                    <a:gd name="connsiteY0" fmla="*/ 39470 h 78939"/>
                    <a:gd name="connsiteX1" fmla="*/ 33297 w 67732"/>
                    <a:gd name="connsiteY1" fmla="*/ 78940 h 78939"/>
                    <a:gd name="connsiteX2" fmla="*/ 0 w 67732"/>
                    <a:gd name="connsiteY2" fmla="*/ 39470 h 78939"/>
                    <a:gd name="connsiteX3" fmla="*/ 33297 w 67732"/>
                    <a:gd name="connsiteY3" fmla="*/ 0 h 78939"/>
                    <a:gd name="connsiteX4" fmla="*/ 67733 w 67732"/>
                    <a:gd name="connsiteY4" fmla="*/ 39470 h 78939"/>
                    <a:gd name="connsiteX5" fmla="*/ 33297 w 67732"/>
                    <a:gd name="connsiteY5" fmla="*/ 7634 h 78939"/>
                    <a:gd name="connsiteX6" fmla="*/ 8446 w 67732"/>
                    <a:gd name="connsiteY6" fmla="*/ 39470 h 78939"/>
                    <a:gd name="connsiteX7" fmla="*/ 33297 w 67732"/>
                    <a:gd name="connsiteY7" fmla="*/ 71143 h 78939"/>
                    <a:gd name="connsiteX8" fmla="*/ 58961 w 67732"/>
                    <a:gd name="connsiteY8" fmla="*/ 39470 h 78939"/>
                    <a:gd name="connsiteX9" fmla="*/ 33297 w 67732"/>
                    <a:gd name="connsiteY9" fmla="*/ 7634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7732" h="78939">
                      <a:moveTo>
                        <a:pt x="67733" y="39470"/>
                      </a:moveTo>
                      <a:cubicBezTo>
                        <a:pt x="67733" y="59773"/>
                        <a:pt x="56850" y="78940"/>
                        <a:pt x="33297" y="78940"/>
                      </a:cubicBezTo>
                      <a:cubicBezTo>
                        <a:pt x="9746" y="78940"/>
                        <a:pt x="0" y="59773"/>
                        <a:pt x="0" y="39470"/>
                      </a:cubicBezTo>
                      <a:cubicBezTo>
                        <a:pt x="0" y="19166"/>
                        <a:pt x="10233" y="0"/>
                        <a:pt x="33297" y="0"/>
                      </a:cubicBezTo>
                      <a:cubicBezTo>
                        <a:pt x="56362" y="0"/>
                        <a:pt x="67733" y="19166"/>
                        <a:pt x="67733" y="39470"/>
                      </a:cubicBezTo>
                      <a:close/>
                      <a:moveTo>
                        <a:pt x="33297" y="7634"/>
                      </a:moveTo>
                      <a:cubicBezTo>
                        <a:pt x="15431" y="7634"/>
                        <a:pt x="8446" y="25176"/>
                        <a:pt x="8446" y="39470"/>
                      </a:cubicBezTo>
                      <a:cubicBezTo>
                        <a:pt x="8446" y="53764"/>
                        <a:pt x="15431" y="71143"/>
                        <a:pt x="33297" y="71143"/>
                      </a:cubicBezTo>
                      <a:cubicBezTo>
                        <a:pt x="51165" y="71143"/>
                        <a:pt x="58961" y="53926"/>
                        <a:pt x="58961" y="39470"/>
                      </a:cubicBezTo>
                      <a:cubicBezTo>
                        <a:pt x="58961" y="25014"/>
                        <a:pt x="51165" y="7634"/>
                        <a:pt x="33297" y="763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2" name="자유형: 도형 221">
                  <a:extLst>
                    <a:ext uri="{FF2B5EF4-FFF2-40B4-BE49-F238E27FC236}">
                      <a16:creationId xmlns:a16="http://schemas.microsoft.com/office/drawing/2014/main" id="{8401C8E4-7045-C9C6-F499-D44CF486C3E4}"/>
                    </a:ext>
                  </a:extLst>
                </p:cNvPr>
                <p:cNvSpPr/>
                <p:nvPr/>
              </p:nvSpPr>
              <p:spPr>
                <a:xfrm>
                  <a:off x="5324856" y="2929206"/>
                  <a:ext cx="41419" cy="98756"/>
                </a:xfrm>
                <a:custGeom>
                  <a:avLst/>
                  <a:gdLst>
                    <a:gd name="connsiteX0" fmla="*/ 23552 w 41419"/>
                    <a:gd name="connsiteY0" fmla="*/ 0 h 98756"/>
                    <a:gd name="connsiteX1" fmla="*/ 23552 w 41419"/>
                    <a:gd name="connsiteY1" fmla="*/ 21765 h 98756"/>
                    <a:gd name="connsiteX2" fmla="*/ 40444 w 41419"/>
                    <a:gd name="connsiteY2" fmla="*/ 21765 h 98756"/>
                    <a:gd name="connsiteX3" fmla="*/ 40444 w 41419"/>
                    <a:gd name="connsiteY3" fmla="*/ 29562 h 98756"/>
                    <a:gd name="connsiteX4" fmla="*/ 23552 w 41419"/>
                    <a:gd name="connsiteY4" fmla="*/ 29562 h 98756"/>
                    <a:gd name="connsiteX5" fmla="*/ 23552 w 41419"/>
                    <a:gd name="connsiteY5" fmla="*/ 80077 h 98756"/>
                    <a:gd name="connsiteX6" fmla="*/ 33785 w 41419"/>
                    <a:gd name="connsiteY6" fmla="*/ 91609 h 98756"/>
                    <a:gd name="connsiteX7" fmla="*/ 41419 w 41419"/>
                    <a:gd name="connsiteY7" fmla="*/ 90635 h 98756"/>
                    <a:gd name="connsiteX8" fmla="*/ 41419 w 41419"/>
                    <a:gd name="connsiteY8" fmla="*/ 97619 h 98756"/>
                    <a:gd name="connsiteX9" fmla="*/ 32810 w 41419"/>
                    <a:gd name="connsiteY9" fmla="*/ 98756 h 98756"/>
                    <a:gd name="connsiteX10" fmla="*/ 14781 w 41419"/>
                    <a:gd name="connsiteY10" fmla="*/ 78940 h 98756"/>
                    <a:gd name="connsiteX11" fmla="*/ 14781 w 41419"/>
                    <a:gd name="connsiteY11" fmla="*/ 29724 h 98756"/>
                    <a:gd name="connsiteX12" fmla="*/ 0 w 41419"/>
                    <a:gd name="connsiteY12" fmla="*/ 29724 h 98756"/>
                    <a:gd name="connsiteX13" fmla="*/ 0 w 41419"/>
                    <a:gd name="connsiteY13" fmla="*/ 21928 h 98756"/>
                    <a:gd name="connsiteX14" fmla="*/ 14781 w 41419"/>
                    <a:gd name="connsiteY14" fmla="*/ 21928 h 98756"/>
                    <a:gd name="connsiteX15" fmla="*/ 14781 w 41419"/>
                    <a:gd name="connsiteY15" fmla="*/ 162 h 98756"/>
                    <a:gd name="connsiteX16" fmla="*/ 23552 w 41419"/>
                    <a:gd name="connsiteY16" fmla="*/ 162 h 98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41419" h="98756">
                      <a:moveTo>
                        <a:pt x="23552" y="0"/>
                      </a:moveTo>
                      <a:lnTo>
                        <a:pt x="23552" y="21765"/>
                      </a:lnTo>
                      <a:lnTo>
                        <a:pt x="40444" y="21765"/>
                      </a:lnTo>
                      <a:lnTo>
                        <a:pt x="40444" y="29562"/>
                      </a:lnTo>
                      <a:lnTo>
                        <a:pt x="23552" y="29562"/>
                      </a:lnTo>
                      <a:lnTo>
                        <a:pt x="23552" y="80077"/>
                      </a:lnTo>
                      <a:cubicBezTo>
                        <a:pt x="23552" y="89823"/>
                        <a:pt x="28100" y="91609"/>
                        <a:pt x="33785" y="91609"/>
                      </a:cubicBezTo>
                      <a:cubicBezTo>
                        <a:pt x="37521" y="91609"/>
                        <a:pt x="40282" y="90960"/>
                        <a:pt x="41419" y="90635"/>
                      </a:cubicBezTo>
                      <a:lnTo>
                        <a:pt x="41419" y="97619"/>
                      </a:lnTo>
                      <a:cubicBezTo>
                        <a:pt x="39145" y="98269"/>
                        <a:pt x="36059" y="98756"/>
                        <a:pt x="32810" y="98756"/>
                      </a:cubicBezTo>
                      <a:cubicBezTo>
                        <a:pt x="22253" y="98756"/>
                        <a:pt x="14781" y="95020"/>
                        <a:pt x="14781" y="78940"/>
                      </a:cubicBezTo>
                      <a:lnTo>
                        <a:pt x="14781" y="29724"/>
                      </a:lnTo>
                      <a:lnTo>
                        <a:pt x="0" y="29724"/>
                      </a:lnTo>
                      <a:lnTo>
                        <a:pt x="0" y="21928"/>
                      </a:lnTo>
                      <a:lnTo>
                        <a:pt x="14781" y="21928"/>
                      </a:lnTo>
                      <a:lnTo>
                        <a:pt x="14781" y="162"/>
                      </a:lnTo>
                      <a:lnTo>
                        <a:pt x="23552" y="16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3" name="자유형: 도형 222">
                  <a:extLst>
                    <a:ext uri="{FF2B5EF4-FFF2-40B4-BE49-F238E27FC236}">
                      <a16:creationId xmlns:a16="http://schemas.microsoft.com/office/drawing/2014/main" id="{06F1BC55-F1FB-C068-BB8A-7EE867609CFB}"/>
                    </a:ext>
                  </a:extLst>
                </p:cNvPr>
                <p:cNvSpPr/>
                <p:nvPr/>
              </p:nvSpPr>
              <p:spPr>
                <a:xfrm>
                  <a:off x="5383167" y="2917349"/>
                  <a:ext cx="10070" cy="108501"/>
                </a:xfrm>
                <a:custGeom>
                  <a:avLst/>
                  <a:gdLst>
                    <a:gd name="connsiteX0" fmla="*/ 10070 w 10070"/>
                    <a:gd name="connsiteY0" fmla="*/ 0 h 108501"/>
                    <a:gd name="connsiteX1" fmla="*/ 10070 w 10070"/>
                    <a:gd name="connsiteY1" fmla="*/ 10720 h 108501"/>
                    <a:gd name="connsiteX2" fmla="*/ 0 w 10070"/>
                    <a:gd name="connsiteY2" fmla="*/ 10720 h 108501"/>
                    <a:gd name="connsiteX3" fmla="*/ 0 w 10070"/>
                    <a:gd name="connsiteY3" fmla="*/ 0 h 108501"/>
                    <a:gd name="connsiteX4" fmla="*/ 10070 w 10070"/>
                    <a:gd name="connsiteY4" fmla="*/ 0 h 108501"/>
                    <a:gd name="connsiteX5" fmla="*/ 650 w 10070"/>
                    <a:gd name="connsiteY5" fmla="*/ 32486 h 108501"/>
                    <a:gd name="connsiteX6" fmla="*/ 9583 w 10070"/>
                    <a:gd name="connsiteY6" fmla="*/ 32486 h 108501"/>
                    <a:gd name="connsiteX7" fmla="*/ 9583 w 10070"/>
                    <a:gd name="connsiteY7" fmla="*/ 108502 h 108501"/>
                    <a:gd name="connsiteX8" fmla="*/ 650 w 10070"/>
                    <a:gd name="connsiteY8" fmla="*/ 108502 h 108501"/>
                    <a:gd name="connsiteX9" fmla="*/ 650 w 10070"/>
                    <a:gd name="connsiteY9" fmla="*/ 32486 h 108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70" h="108501">
                      <a:moveTo>
                        <a:pt x="10070" y="0"/>
                      </a:moveTo>
                      <a:lnTo>
                        <a:pt x="10070" y="10720"/>
                      </a:lnTo>
                      <a:lnTo>
                        <a:pt x="0" y="10720"/>
                      </a:lnTo>
                      <a:lnTo>
                        <a:pt x="0" y="0"/>
                      </a:lnTo>
                      <a:lnTo>
                        <a:pt x="10070" y="0"/>
                      </a:lnTo>
                      <a:close/>
                      <a:moveTo>
                        <a:pt x="650" y="32486"/>
                      </a:moveTo>
                      <a:lnTo>
                        <a:pt x="9583" y="32486"/>
                      </a:lnTo>
                      <a:lnTo>
                        <a:pt x="9583" y="108502"/>
                      </a:lnTo>
                      <a:lnTo>
                        <a:pt x="650" y="108502"/>
                      </a:lnTo>
                      <a:lnTo>
                        <a:pt x="650" y="32486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4" name="자유형: 도형 223">
                  <a:extLst>
                    <a:ext uri="{FF2B5EF4-FFF2-40B4-BE49-F238E27FC236}">
                      <a16:creationId xmlns:a16="http://schemas.microsoft.com/office/drawing/2014/main" id="{4C005C35-4976-EDC4-79DF-85714A1320A5}"/>
                    </a:ext>
                  </a:extLst>
                </p:cNvPr>
                <p:cNvSpPr/>
                <p:nvPr/>
              </p:nvSpPr>
              <p:spPr>
                <a:xfrm>
                  <a:off x="5411105" y="2948372"/>
                  <a:ext cx="62047" cy="78939"/>
                </a:xfrm>
                <a:custGeom>
                  <a:avLst/>
                  <a:gdLst>
                    <a:gd name="connsiteX0" fmla="*/ 53114 w 62047"/>
                    <a:gd name="connsiteY0" fmla="*/ 25501 h 78939"/>
                    <a:gd name="connsiteX1" fmla="*/ 31998 w 62047"/>
                    <a:gd name="connsiteY1" fmla="*/ 7797 h 78939"/>
                    <a:gd name="connsiteX2" fmla="*/ 8934 w 62047"/>
                    <a:gd name="connsiteY2" fmla="*/ 39470 h 78939"/>
                    <a:gd name="connsiteX3" fmla="*/ 31998 w 62047"/>
                    <a:gd name="connsiteY3" fmla="*/ 71306 h 78939"/>
                    <a:gd name="connsiteX4" fmla="*/ 52952 w 62047"/>
                    <a:gd name="connsiteY4" fmla="*/ 53276 h 78939"/>
                    <a:gd name="connsiteX5" fmla="*/ 62048 w 62047"/>
                    <a:gd name="connsiteY5" fmla="*/ 53276 h 78939"/>
                    <a:gd name="connsiteX6" fmla="*/ 32323 w 62047"/>
                    <a:gd name="connsiteY6" fmla="*/ 78940 h 78939"/>
                    <a:gd name="connsiteX7" fmla="*/ 0 w 62047"/>
                    <a:gd name="connsiteY7" fmla="*/ 39470 h 78939"/>
                    <a:gd name="connsiteX8" fmla="*/ 32973 w 62047"/>
                    <a:gd name="connsiteY8" fmla="*/ 0 h 78939"/>
                    <a:gd name="connsiteX9" fmla="*/ 61885 w 62047"/>
                    <a:gd name="connsiteY9" fmla="*/ 25339 h 78939"/>
                    <a:gd name="connsiteX10" fmla="*/ 52952 w 62047"/>
                    <a:gd name="connsiteY10" fmla="*/ 25339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2047" h="78939">
                      <a:moveTo>
                        <a:pt x="53114" y="25501"/>
                      </a:moveTo>
                      <a:cubicBezTo>
                        <a:pt x="52464" y="13644"/>
                        <a:pt x="44180" y="7797"/>
                        <a:pt x="31998" y="7797"/>
                      </a:cubicBezTo>
                      <a:cubicBezTo>
                        <a:pt x="19004" y="7797"/>
                        <a:pt x="8934" y="21765"/>
                        <a:pt x="8934" y="39470"/>
                      </a:cubicBezTo>
                      <a:cubicBezTo>
                        <a:pt x="8934" y="57175"/>
                        <a:pt x="19004" y="71306"/>
                        <a:pt x="31998" y="71306"/>
                      </a:cubicBezTo>
                      <a:cubicBezTo>
                        <a:pt x="43368" y="71306"/>
                        <a:pt x="51652" y="65296"/>
                        <a:pt x="52952" y="53276"/>
                      </a:cubicBezTo>
                      <a:lnTo>
                        <a:pt x="62048" y="53276"/>
                      </a:lnTo>
                      <a:cubicBezTo>
                        <a:pt x="59611" y="70331"/>
                        <a:pt x="48241" y="78940"/>
                        <a:pt x="32323" y="78940"/>
                      </a:cubicBezTo>
                      <a:cubicBezTo>
                        <a:pt x="10396" y="78940"/>
                        <a:pt x="0" y="60586"/>
                        <a:pt x="0" y="39470"/>
                      </a:cubicBezTo>
                      <a:cubicBezTo>
                        <a:pt x="0" y="18354"/>
                        <a:pt x="11045" y="0"/>
                        <a:pt x="32973" y="0"/>
                      </a:cubicBezTo>
                      <a:cubicBezTo>
                        <a:pt x="48404" y="0"/>
                        <a:pt x="61073" y="9421"/>
                        <a:pt x="61885" y="25339"/>
                      </a:cubicBezTo>
                      <a:lnTo>
                        <a:pt x="52952" y="25339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5" name="자유형: 도형 224">
                  <a:extLst>
                    <a:ext uri="{FF2B5EF4-FFF2-40B4-BE49-F238E27FC236}">
                      <a16:creationId xmlns:a16="http://schemas.microsoft.com/office/drawing/2014/main" id="{927017C6-3371-5A7F-1B26-F8D92AE5EE19}"/>
                    </a:ext>
                  </a:extLst>
                </p:cNvPr>
                <p:cNvSpPr/>
                <p:nvPr/>
              </p:nvSpPr>
              <p:spPr>
                <a:xfrm>
                  <a:off x="5485984" y="2948697"/>
                  <a:ext cx="58473" cy="78939"/>
                </a:xfrm>
                <a:custGeom>
                  <a:avLst/>
                  <a:gdLst>
                    <a:gd name="connsiteX0" fmla="*/ 28912 w 58473"/>
                    <a:gd name="connsiteY0" fmla="*/ 0 h 78939"/>
                    <a:gd name="connsiteX1" fmla="*/ 55713 w 58473"/>
                    <a:gd name="connsiteY1" fmla="*/ 20303 h 78939"/>
                    <a:gd name="connsiteX2" fmla="*/ 46454 w 58473"/>
                    <a:gd name="connsiteY2" fmla="*/ 20303 h 78939"/>
                    <a:gd name="connsiteX3" fmla="*/ 28262 w 58473"/>
                    <a:gd name="connsiteY3" fmla="*/ 7472 h 78939"/>
                    <a:gd name="connsiteX4" fmla="*/ 11370 w 58473"/>
                    <a:gd name="connsiteY4" fmla="*/ 20303 h 78939"/>
                    <a:gd name="connsiteX5" fmla="*/ 44668 w 58473"/>
                    <a:gd name="connsiteY5" fmla="*/ 37521 h 78939"/>
                    <a:gd name="connsiteX6" fmla="*/ 58474 w 58473"/>
                    <a:gd name="connsiteY6" fmla="*/ 54576 h 78939"/>
                    <a:gd name="connsiteX7" fmla="*/ 27450 w 58473"/>
                    <a:gd name="connsiteY7" fmla="*/ 78940 h 78939"/>
                    <a:gd name="connsiteX8" fmla="*/ 0 w 58473"/>
                    <a:gd name="connsiteY8" fmla="*/ 56850 h 78939"/>
                    <a:gd name="connsiteX9" fmla="*/ 9258 w 58473"/>
                    <a:gd name="connsiteY9" fmla="*/ 56850 h 78939"/>
                    <a:gd name="connsiteX10" fmla="*/ 29561 w 58473"/>
                    <a:gd name="connsiteY10" fmla="*/ 71306 h 78939"/>
                    <a:gd name="connsiteX11" fmla="*/ 49378 w 58473"/>
                    <a:gd name="connsiteY11" fmla="*/ 55875 h 78939"/>
                    <a:gd name="connsiteX12" fmla="*/ 25501 w 58473"/>
                    <a:gd name="connsiteY12" fmla="*/ 40444 h 78939"/>
                    <a:gd name="connsiteX13" fmla="*/ 2761 w 58473"/>
                    <a:gd name="connsiteY13" fmla="*/ 20791 h 78939"/>
                    <a:gd name="connsiteX14" fmla="*/ 29074 w 58473"/>
                    <a:gd name="connsiteY14" fmla="*/ 0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473" h="78939">
                      <a:moveTo>
                        <a:pt x="28912" y="0"/>
                      </a:moveTo>
                      <a:cubicBezTo>
                        <a:pt x="42881" y="0"/>
                        <a:pt x="54251" y="4873"/>
                        <a:pt x="55713" y="20303"/>
                      </a:cubicBezTo>
                      <a:lnTo>
                        <a:pt x="46454" y="20303"/>
                      </a:lnTo>
                      <a:cubicBezTo>
                        <a:pt x="45804" y="10558"/>
                        <a:pt x="37196" y="7472"/>
                        <a:pt x="28262" y="7472"/>
                      </a:cubicBezTo>
                      <a:cubicBezTo>
                        <a:pt x="20141" y="7472"/>
                        <a:pt x="11370" y="10720"/>
                        <a:pt x="11370" y="20303"/>
                      </a:cubicBezTo>
                      <a:cubicBezTo>
                        <a:pt x="11370" y="32486"/>
                        <a:pt x="25014" y="30049"/>
                        <a:pt x="44668" y="37521"/>
                      </a:cubicBezTo>
                      <a:cubicBezTo>
                        <a:pt x="54901" y="40769"/>
                        <a:pt x="58474" y="46292"/>
                        <a:pt x="58474" y="54576"/>
                      </a:cubicBezTo>
                      <a:cubicBezTo>
                        <a:pt x="58474" y="71631"/>
                        <a:pt x="44505" y="78940"/>
                        <a:pt x="27450" y="78940"/>
                      </a:cubicBezTo>
                      <a:cubicBezTo>
                        <a:pt x="14943" y="78940"/>
                        <a:pt x="649" y="73255"/>
                        <a:pt x="0" y="56850"/>
                      </a:cubicBezTo>
                      <a:lnTo>
                        <a:pt x="9258" y="56850"/>
                      </a:lnTo>
                      <a:cubicBezTo>
                        <a:pt x="9908" y="68382"/>
                        <a:pt x="19978" y="71306"/>
                        <a:pt x="29561" y="71306"/>
                      </a:cubicBezTo>
                      <a:cubicBezTo>
                        <a:pt x="39145" y="71306"/>
                        <a:pt x="49540" y="67083"/>
                        <a:pt x="49378" y="55875"/>
                      </a:cubicBezTo>
                      <a:cubicBezTo>
                        <a:pt x="49378" y="44180"/>
                        <a:pt x="37034" y="43206"/>
                        <a:pt x="25501" y="40444"/>
                      </a:cubicBezTo>
                      <a:cubicBezTo>
                        <a:pt x="13806" y="37683"/>
                        <a:pt x="2761" y="35084"/>
                        <a:pt x="2761" y="20791"/>
                      </a:cubicBezTo>
                      <a:cubicBezTo>
                        <a:pt x="2761" y="5198"/>
                        <a:pt x="16405" y="0"/>
                        <a:pt x="29074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6" name="자유형: 도형 225">
                  <a:extLst>
                    <a:ext uri="{FF2B5EF4-FFF2-40B4-BE49-F238E27FC236}">
                      <a16:creationId xmlns:a16="http://schemas.microsoft.com/office/drawing/2014/main" id="{386E4D3E-89B5-F97A-ED04-30F19DA55FC3}"/>
                    </a:ext>
                  </a:extLst>
                </p:cNvPr>
                <p:cNvSpPr/>
                <p:nvPr/>
              </p:nvSpPr>
              <p:spPr>
                <a:xfrm>
                  <a:off x="5566873" y="3013668"/>
                  <a:ext cx="12507" cy="13156"/>
                </a:xfrm>
                <a:custGeom>
                  <a:avLst/>
                  <a:gdLst>
                    <a:gd name="connsiteX0" fmla="*/ 12507 w 12507"/>
                    <a:gd name="connsiteY0" fmla="*/ 13157 h 13156"/>
                    <a:gd name="connsiteX1" fmla="*/ 0 w 12507"/>
                    <a:gd name="connsiteY1" fmla="*/ 13157 h 13156"/>
                    <a:gd name="connsiteX2" fmla="*/ 0 w 12507"/>
                    <a:gd name="connsiteY2" fmla="*/ 0 h 13156"/>
                    <a:gd name="connsiteX3" fmla="*/ 12507 w 12507"/>
                    <a:gd name="connsiteY3" fmla="*/ 0 h 13156"/>
                    <a:gd name="connsiteX4" fmla="*/ 12507 w 12507"/>
                    <a:gd name="connsiteY4" fmla="*/ 13157 h 13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507" h="13156">
                      <a:moveTo>
                        <a:pt x="12507" y="13157"/>
                      </a:moveTo>
                      <a:lnTo>
                        <a:pt x="0" y="13157"/>
                      </a:lnTo>
                      <a:lnTo>
                        <a:pt x="0" y="0"/>
                      </a:lnTo>
                      <a:lnTo>
                        <a:pt x="12507" y="0"/>
                      </a:lnTo>
                      <a:lnTo>
                        <a:pt x="12507" y="13157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7" name="자유형: 도형 226">
                  <a:extLst>
                    <a:ext uri="{FF2B5EF4-FFF2-40B4-BE49-F238E27FC236}">
                      <a16:creationId xmlns:a16="http://schemas.microsoft.com/office/drawing/2014/main" id="{25EBE75D-7D87-9452-50C7-1C64D505E76B}"/>
                    </a:ext>
                  </a:extLst>
                </p:cNvPr>
                <p:cNvSpPr/>
                <p:nvPr/>
              </p:nvSpPr>
              <p:spPr>
                <a:xfrm>
                  <a:off x="5602120" y="2948697"/>
                  <a:ext cx="58148" cy="78939"/>
                </a:xfrm>
                <a:custGeom>
                  <a:avLst/>
                  <a:gdLst>
                    <a:gd name="connsiteX0" fmla="*/ 48728 w 58148"/>
                    <a:gd name="connsiteY0" fmla="*/ 24851 h 78939"/>
                    <a:gd name="connsiteX1" fmla="*/ 30536 w 58148"/>
                    <a:gd name="connsiteY1" fmla="*/ 7472 h 78939"/>
                    <a:gd name="connsiteX2" fmla="*/ 12832 w 58148"/>
                    <a:gd name="connsiteY2" fmla="*/ 21116 h 78939"/>
                    <a:gd name="connsiteX3" fmla="*/ 2761 w 58148"/>
                    <a:gd name="connsiteY3" fmla="*/ 21116 h 78939"/>
                    <a:gd name="connsiteX4" fmla="*/ 30699 w 58148"/>
                    <a:gd name="connsiteY4" fmla="*/ 0 h 78939"/>
                    <a:gd name="connsiteX5" fmla="*/ 57174 w 58148"/>
                    <a:gd name="connsiteY5" fmla="*/ 25339 h 78939"/>
                    <a:gd name="connsiteX6" fmla="*/ 57174 w 58148"/>
                    <a:gd name="connsiteY6" fmla="*/ 66108 h 78939"/>
                    <a:gd name="connsiteX7" fmla="*/ 58149 w 58148"/>
                    <a:gd name="connsiteY7" fmla="*/ 77153 h 78939"/>
                    <a:gd name="connsiteX8" fmla="*/ 49053 w 58148"/>
                    <a:gd name="connsiteY8" fmla="*/ 77153 h 78939"/>
                    <a:gd name="connsiteX9" fmla="*/ 48404 w 58148"/>
                    <a:gd name="connsiteY9" fmla="*/ 67083 h 78939"/>
                    <a:gd name="connsiteX10" fmla="*/ 24527 w 58148"/>
                    <a:gd name="connsiteY10" fmla="*/ 78940 h 78939"/>
                    <a:gd name="connsiteX11" fmla="*/ 0 w 58148"/>
                    <a:gd name="connsiteY11" fmla="*/ 56525 h 78939"/>
                    <a:gd name="connsiteX12" fmla="*/ 14618 w 58148"/>
                    <a:gd name="connsiteY12" fmla="*/ 35084 h 78939"/>
                    <a:gd name="connsiteX13" fmla="*/ 48728 w 58148"/>
                    <a:gd name="connsiteY13" fmla="*/ 31511 h 78939"/>
                    <a:gd name="connsiteX14" fmla="*/ 48728 w 58148"/>
                    <a:gd name="connsiteY14" fmla="*/ 24851 h 78939"/>
                    <a:gd name="connsiteX15" fmla="*/ 26313 w 58148"/>
                    <a:gd name="connsiteY15" fmla="*/ 71306 h 78939"/>
                    <a:gd name="connsiteX16" fmla="*/ 49053 w 58148"/>
                    <a:gd name="connsiteY16" fmla="*/ 38495 h 78939"/>
                    <a:gd name="connsiteX17" fmla="*/ 8771 w 58148"/>
                    <a:gd name="connsiteY17" fmla="*/ 56687 h 78939"/>
                    <a:gd name="connsiteX18" fmla="*/ 26151 w 58148"/>
                    <a:gd name="connsiteY18" fmla="*/ 71306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8148" h="78939">
                      <a:moveTo>
                        <a:pt x="48728" y="24851"/>
                      </a:moveTo>
                      <a:cubicBezTo>
                        <a:pt x="47916" y="11695"/>
                        <a:pt x="40607" y="7472"/>
                        <a:pt x="30536" y="7472"/>
                      </a:cubicBezTo>
                      <a:cubicBezTo>
                        <a:pt x="21441" y="7472"/>
                        <a:pt x="13644" y="10558"/>
                        <a:pt x="12832" y="21116"/>
                      </a:cubicBezTo>
                      <a:lnTo>
                        <a:pt x="2761" y="21116"/>
                      </a:lnTo>
                      <a:cubicBezTo>
                        <a:pt x="3573" y="6660"/>
                        <a:pt x="16567" y="0"/>
                        <a:pt x="30699" y="0"/>
                      </a:cubicBezTo>
                      <a:cubicBezTo>
                        <a:pt x="47429" y="0"/>
                        <a:pt x="57500" y="7634"/>
                        <a:pt x="57174" y="25339"/>
                      </a:cubicBezTo>
                      <a:lnTo>
                        <a:pt x="57174" y="66108"/>
                      </a:lnTo>
                      <a:cubicBezTo>
                        <a:pt x="57174" y="69682"/>
                        <a:pt x="57662" y="75529"/>
                        <a:pt x="58149" y="77153"/>
                      </a:cubicBezTo>
                      <a:lnTo>
                        <a:pt x="49053" y="77153"/>
                      </a:lnTo>
                      <a:lnTo>
                        <a:pt x="48404" y="67083"/>
                      </a:lnTo>
                      <a:cubicBezTo>
                        <a:pt x="45155" y="73742"/>
                        <a:pt x="35247" y="78940"/>
                        <a:pt x="24527" y="78940"/>
                      </a:cubicBezTo>
                      <a:cubicBezTo>
                        <a:pt x="10233" y="78940"/>
                        <a:pt x="0" y="71793"/>
                        <a:pt x="0" y="56525"/>
                      </a:cubicBezTo>
                      <a:cubicBezTo>
                        <a:pt x="0" y="46129"/>
                        <a:pt x="5360" y="38820"/>
                        <a:pt x="14618" y="35084"/>
                      </a:cubicBezTo>
                      <a:cubicBezTo>
                        <a:pt x="24364" y="30536"/>
                        <a:pt x="38171" y="31511"/>
                        <a:pt x="48728" y="31511"/>
                      </a:cubicBezTo>
                      <a:lnTo>
                        <a:pt x="48728" y="24851"/>
                      </a:lnTo>
                      <a:close/>
                      <a:moveTo>
                        <a:pt x="26313" y="71306"/>
                      </a:moveTo>
                      <a:cubicBezTo>
                        <a:pt x="44505" y="71306"/>
                        <a:pt x="49053" y="55388"/>
                        <a:pt x="49053" y="38495"/>
                      </a:cubicBezTo>
                      <a:cubicBezTo>
                        <a:pt x="34922" y="38495"/>
                        <a:pt x="8771" y="36546"/>
                        <a:pt x="8771" y="56687"/>
                      </a:cubicBezTo>
                      <a:cubicBezTo>
                        <a:pt x="8771" y="67570"/>
                        <a:pt x="17380" y="71306"/>
                        <a:pt x="26151" y="7130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8" name="자유형: 도형 227">
                  <a:extLst>
                    <a:ext uri="{FF2B5EF4-FFF2-40B4-BE49-F238E27FC236}">
                      <a16:creationId xmlns:a16="http://schemas.microsoft.com/office/drawing/2014/main" id="{4A7BF6BE-643F-F143-957A-ED54EB10F183}"/>
                    </a:ext>
                  </a:extLst>
                </p:cNvPr>
                <p:cNvSpPr/>
                <p:nvPr/>
              </p:nvSpPr>
              <p:spPr>
                <a:xfrm>
                  <a:off x="5682847" y="2917349"/>
                  <a:ext cx="10070" cy="108501"/>
                </a:xfrm>
                <a:custGeom>
                  <a:avLst/>
                  <a:gdLst>
                    <a:gd name="connsiteX0" fmla="*/ 10070 w 10070"/>
                    <a:gd name="connsiteY0" fmla="*/ 0 h 108501"/>
                    <a:gd name="connsiteX1" fmla="*/ 10070 w 10070"/>
                    <a:gd name="connsiteY1" fmla="*/ 10720 h 108501"/>
                    <a:gd name="connsiteX2" fmla="*/ 0 w 10070"/>
                    <a:gd name="connsiteY2" fmla="*/ 10720 h 108501"/>
                    <a:gd name="connsiteX3" fmla="*/ 0 w 10070"/>
                    <a:gd name="connsiteY3" fmla="*/ 0 h 108501"/>
                    <a:gd name="connsiteX4" fmla="*/ 10070 w 10070"/>
                    <a:gd name="connsiteY4" fmla="*/ 0 h 108501"/>
                    <a:gd name="connsiteX5" fmla="*/ 650 w 10070"/>
                    <a:gd name="connsiteY5" fmla="*/ 32486 h 108501"/>
                    <a:gd name="connsiteX6" fmla="*/ 9583 w 10070"/>
                    <a:gd name="connsiteY6" fmla="*/ 32486 h 108501"/>
                    <a:gd name="connsiteX7" fmla="*/ 9583 w 10070"/>
                    <a:gd name="connsiteY7" fmla="*/ 108502 h 108501"/>
                    <a:gd name="connsiteX8" fmla="*/ 650 w 10070"/>
                    <a:gd name="connsiteY8" fmla="*/ 108502 h 108501"/>
                    <a:gd name="connsiteX9" fmla="*/ 650 w 10070"/>
                    <a:gd name="connsiteY9" fmla="*/ 32486 h 108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70" h="108501">
                      <a:moveTo>
                        <a:pt x="10070" y="0"/>
                      </a:moveTo>
                      <a:lnTo>
                        <a:pt x="10070" y="10720"/>
                      </a:lnTo>
                      <a:lnTo>
                        <a:pt x="0" y="10720"/>
                      </a:lnTo>
                      <a:lnTo>
                        <a:pt x="0" y="0"/>
                      </a:lnTo>
                      <a:lnTo>
                        <a:pt x="10070" y="0"/>
                      </a:lnTo>
                      <a:close/>
                      <a:moveTo>
                        <a:pt x="650" y="32486"/>
                      </a:moveTo>
                      <a:lnTo>
                        <a:pt x="9583" y="32486"/>
                      </a:lnTo>
                      <a:lnTo>
                        <a:pt x="9583" y="108502"/>
                      </a:lnTo>
                      <a:lnTo>
                        <a:pt x="650" y="108502"/>
                      </a:lnTo>
                      <a:lnTo>
                        <a:pt x="650" y="32486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BCEA281C-C0D8-D734-5000-D163BD7207A3}"/>
                </a:ext>
              </a:extLst>
            </p:cNvPr>
            <p:cNvCxnSpPr/>
            <p:nvPr/>
          </p:nvCxnSpPr>
          <p:spPr>
            <a:xfrm>
              <a:off x="792956" y="5246166"/>
              <a:ext cx="0" cy="583802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76524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24">
          <p15:clr>
            <a:srgbClr val="FBAE40"/>
          </p15:clr>
        </p15:guide>
        <p15:guide id="4" pos="7445">
          <p15:clr>
            <a:srgbClr val="FBAE40"/>
          </p15:clr>
        </p15:guide>
        <p15:guide id="5" orient="horz" pos="402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8F9D6A3-96AD-115F-9604-07A1A3C342AD}"/>
              </a:ext>
            </a:extLst>
          </p:cNvPr>
          <p:cNvSpPr/>
          <p:nvPr userDrawn="1"/>
        </p:nvSpPr>
        <p:spPr>
          <a:xfrm>
            <a:off x="0" y="6379029"/>
            <a:ext cx="12192000" cy="4789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0316556A-D1F6-8254-F0C1-92274DB4AA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5816" y="6539357"/>
            <a:ext cx="1500584" cy="10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93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224" userDrawn="1">
          <p15:clr>
            <a:srgbClr val="FBAE40"/>
          </p15:clr>
        </p15:guide>
        <p15:guide id="4" pos="7445" userDrawn="1">
          <p15:clr>
            <a:srgbClr val="FBAE40"/>
          </p15:clr>
        </p15:guide>
        <p15:guide id="5" orient="horz" pos="40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8F9D6A3-96AD-115F-9604-07A1A3C342AD}"/>
              </a:ext>
            </a:extLst>
          </p:cNvPr>
          <p:cNvSpPr/>
          <p:nvPr userDrawn="1"/>
        </p:nvSpPr>
        <p:spPr>
          <a:xfrm>
            <a:off x="0" y="6379029"/>
            <a:ext cx="12192000" cy="4789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0316556A-D1F6-8254-F0C1-92274DB4AA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5816" y="6539357"/>
            <a:ext cx="1500584" cy="109039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C5FB2DF7-6A1C-175D-43FF-2CEAE2DD0B1D}"/>
              </a:ext>
            </a:extLst>
          </p:cNvPr>
          <p:cNvGrpSpPr/>
          <p:nvPr userDrawn="1"/>
        </p:nvGrpSpPr>
        <p:grpSpPr>
          <a:xfrm>
            <a:off x="805038" y="1300180"/>
            <a:ext cx="2951318" cy="356110"/>
            <a:chOff x="498396" y="1300180"/>
            <a:chExt cx="2951318" cy="356110"/>
          </a:xfrm>
        </p:grpSpPr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6BAE3D13-4ADF-EF01-DF6D-1EB8CA6DC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76351" y="1341349"/>
              <a:ext cx="2773363" cy="273428"/>
            </a:xfrm>
            <a:prstGeom prst="rect">
              <a:avLst/>
            </a:prstGeom>
          </p:spPr>
        </p:pic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787A73C7-A547-B809-66DF-D4E9961BD637}"/>
                </a:ext>
              </a:extLst>
            </p:cNvPr>
            <p:cNvCxnSpPr>
              <a:cxnSpLocks/>
            </p:cNvCxnSpPr>
            <p:nvPr/>
          </p:nvCxnSpPr>
          <p:spPr>
            <a:xfrm>
              <a:off x="498396" y="1300180"/>
              <a:ext cx="0" cy="35611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2007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24">
          <p15:clr>
            <a:srgbClr val="FBAE40"/>
          </p15:clr>
        </p15:guide>
        <p15:guide id="4" pos="7445">
          <p15:clr>
            <a:srgbClr val="FBAE40"/>
          </p15:clr>
        </p15:guide>
        <p15:guide id="5" orient="horz" pos="40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0316556A-D1F6-8254-F0C1-92274DB4AAE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35816" y="6539357"/>
            <a:ext cx="1500584" cy="109039"/>
          </a:xfrm>
          <a:prstGeom prst="rect">
            <a:avLst/>
          </a:prstGeom>
        </p:spPr>
      </p:pic>
      <p:pic>
        <p:nvPicPr>
          <p:cNvPr id="9" name="그래픽 8">
            <a:extLst>
              <a:ext uri="{FF2B5EF4-FFF2-40B4-BE49-F238E27FC236}">
                <a16:creationId xmlns:a16="http://schemas.microsoft.com/office/drawing/2014/main" id="{89C49D0F-513C-01E5-9D86-10FAEC7CA13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7470" y="2665100"/>
            <a:ext cx="820284" cy="215428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D71944E-A53C-DF3B-29FE-38E242A8F2E7}"/>
              </a:ext>
            </a:extLst>
          </p:cNvPr>
          <p:cNvCxnSpPr>
            <a:cxnSpLocks/>
          </p:cNvCxnSpPr>
          <p:nvPr userDrawn="1"/>
        </p:nvCxnSpPr>
        <p:spPr>
          <a:xfrm>
            <a:off x="4943490" y="3120087"/>
            <a:ext cx="2305019" cy="0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369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24">
          <p15:clr>
            <a:srgbClr val="FBAE40"/>
          </p15:clr>
        </p15:guide>
        <p15:guide id="4" pos="7445">
          <p15:clr>
            <a:srgbClr val="FBAE40"/>
          </p15:clr>
        </p15:guide>
        <p15:guide id="5" orient="horz" pos="40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8E6ED25E-4075-E4BC-E567-1C7604D9AC8F}"/>
              </a:ext>
            </a:extLst>
          </p:cNvPr>
          <p:cNvSpPr/>
          <p:nvPr userDrawn="1"/>
        </p:nvSpPr>
        <p:spPr>
          <a:xfrm>
            <a:off x="0" y="6381750"/>
            <a:ext cx="12192000" cy="4789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38E1BF8A-7804-C70D-7C48-B5A200EDA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5816" y="6542078"/>
            <a:ext cx="1500584" cy="109039"/>
          </a:xfrm>
          <a:prstGeom prst="rect">
            <a:avLst/>
          </a:prstGeom>
        </p:spPr>
      </p:pic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92A9D0B6-7ACC-D217-FBDD-F14F74BF6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76216"/>
            <a:ext cx="2743200" cy="235320"/>
          </a:xfrm>
          <a:prstGeom prst="rect">
            <a:avLst/>
          </a:prstGeom>
        </p:spPr>
        <p:txBody>
          <a:bodyPr anchor="ctr"/>
          <a:lstStyle>
            <a:lvl1pPr algn="ctr">
              <a:defRPr sz="7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fld id="{A586D550-5C19-40CD-8609-A3C92F1D3FA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B8094-3132-D6B5-B612-C87E4389CD87}"/>
              </a:ext>
            </a:extLst>
          </p:cNvPr>
          <p:cNvSpPr txBox="1"/>
          <p:nvPr userDrawn="1"/>
        </p:nvSpPr>
        <p:spPr>
          <a:xfrm>
            <a:off x="355600" y="6502510"/>
            <a:ext cx="4748966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ko-KR" sz="600" b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© 2024. CMES Inc. All rights reserved.  </a:t>
            </a:r>
          </a:p>
          <a:p>
            <a:pPr>
              <a:lnSpc>
                <a:spcPct val="100000"/>
              </a:lnSpc>
            </a:pPr>
            <a:r>
              <a:rPr lang="en-US" altLang="ko-KR" sz="600" b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Strictly confidential and intellectual property of CMES Inc.</a:t>
            </a:r>
            <a:endParaRPr lang="ko-KR" altLang="en-US" sz="600" b="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F05CFA4-1125-FB01-CCC6-6E350C713A39}"/>
              </a:ext>
            </a:extLst>
          </p:cNvPr>
          <p:cNvCxnSpPr>
            <a:cxnSpLocks/>
          </p:cNvCxnSpPr>
          <p:nvPr userDrawn="1"/>
        </p:nvCxnSpPr>
        <p:spPr>
          <a:xfrm>
            <a:off x="355600" y="971550"/>
            <a:ext cx="11463338" cy="0"/>
          </a:xfrm>
          <a:prstGeom prst="line">
            <a:avLst/>
          </a:prstGeom>
          <a:ln w="6350">
            <a:solidFill>
              <a:schemeClr val="accent5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110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24">
          <p15:clr>
            <a:srgbClr val="FBAE40"/>
          </p15:clr>
        </p15:guide>
        <p15:guide id="4" pos="7445">
          <p15:clr>
            <a:srgbClr val="FBAE40"/>
          </p15:clr>
        </p15:guide>
        <p15:guide id="5" orient="horz" pos="4020">
          <p15:clr>
            <a:srgbClr val="FBAE40"/>
          </p15:clr>
        </p15:guide>
        <p15:guide id="6" orient="horz" pos="390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-Confident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8E6ED25E-4075-E4BC-E567-1C7604D9AC8F}"/>
              </a:ext>
            </a:extLst>
          </p:cNvPr>
          <p:cNvSpPr/>
          <p:nvPr userDrawn="1"/>
        </p:nvSpPr>
        <p:spPr>
          <a:xfrm>
            <a:off x="0" y="6381750"/>
            <a:ext cx="12192000" cy="4789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38E1BF8A-7804-C70D-7C48-B5A200EDA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5816" y="6542078"/>
            <a:ext cx="1500584" cy="109039"/>
          </a:xfrm>
          <a:prstGeom prst="rect">
            <a:avLst/>
          </a:prstGeom>
        </p:spPr>
      </p:pic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92A9D0B6-7ACC-D217-FBDD-F14F74BF6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76216"/>
            <a:ext cx="2743200" cy="235320"/>
          </a:xfrm>
          <a:prstGeom prst="rect">
            <a:avLst/>
          </a:prstGeom>
        </p:spPr>
        <p:txBody>
          <a:bodyPr anchor="ctr"/>
          <a:lstStyle>
            <a:lvl1pPr algn="ctr">
              <a:defRPr sz="7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fld id="{A586D550-5C19-40CD-8609-A3C92F1D3FA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B8094-3132-D6B5-B612-C87E4389CD87}"/>
              </a:ext>
            </a:extLst>
          </p:cNvPr>
          <p:cNvSpPr txBox="1"/>
          <p:nvPr userDrawn="1"/>
        </p:nvSpPr>
        <p:spPr>
          <a:xfrm>
            <a:off x="355600" y="6502510"/>
            <a:ext cx="4748966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ko-KR" sz="600" b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© 2024. CMES Inc. All rights reserved.  </a:t>
            </a:r>
          </a:p>
          <a:p>
            <a:pPr>
              <a:lnSpc>
                <a:spcPct val="100000"/>
              </a:lnSpc>
            </a:pPr>
            <a:r>
              <a:rPr lang="en-US" altLang="ko-KR" sz="600" b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Strictly confidential and intellectual property of CMES Inc.</a:t>
            </a:r>
            <a:endParaRPr lang="ko-KR" altLang="en-US" sz="600" b="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F05CFA4-1125-FB01-CCC6-6E350C713A39}"/>
              </a:ext>
            </a:extLst>
          </p:cNvPr>
          <p:cNvCxnSpPr>
            <a:cxnSpLocks/>
          </p:cNvCxnSpPr>
          <p:nvPr userDrawn="1"/>
        </p:nvCxnSpPr>
        <p:spPr>
          <a:xfrm>
            <a:off x="355600" y="971550"/>
            <a:ext cx="11463338" cy="0"/>
          </a:xfrm>
          <a:prstGeom prst="line">
            <a:avLst/>
          </a:prstGeom>
          <a:ln w="6350">
            <a:solidFill>
              <a:schemeClr val="accent5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4AEAE48-A18D-E716-818C-5EBF388FA37E}"/>
              </a:ext>
            </a:extLst>
          </p:cNvPr>
          <p:cNvSpPr txBox="1"/>
          <p:nvPr userDrawn="1"/>
        </p:nvSpPr>
        <p:spPr>
          <a:xfrm rot="20584001">
            <a:off x="1244234" y="2921169"/>
            <a:ext cx="97035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b="0">
                <a:solidFill>
                  <a:schemeClr val="bg1">
                    <a:lumMod val="85000"/>
                  </a:schemeClr>
                </a:solidFill>
                <a:latin typeface="Pretendard SemiBold" panose="02000703000000020004" pitchFamily="50" charset="-127"/>
                <a:cs typeface="Pretendard SemiBold" panose="02000703000000020004" pitchFamily="50" charset="-127"/>
              </a:rPr>
              <a:t>CMES - Confidential</a:t>
            </a:r>
            <a:endParaRPr lang="ko-KR" altLang="en-US" sz="6000" b="0">
              <a:solidFill>
                <a:schemeClr val="bg1">
                  <a:lumMod val="85000"/>
                </a:schemeClr>
              </a:solidFill>
              <a:latin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4530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24">
          <p15:clr>
            <a:srgbClr val="FBAE40"/>
          </p15:clr>
        </p15:guide>
        <p15:guide id="4" pos="7445">
          <p15:clr>
            <a:srgbClr val="FBAE40"/>
          </p15:clr>
        </p15:guide>
        <p15:guide id="5" orient="horz" pos="4020">
          <p15:clr>
            <a:srgbClr val="FBAE40"/>
          </p15:clr>
        </p15:guide>
        <p15:guide id="6" orient="horz" pos="390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-Internal Us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8E6ED25E-4075-E4BC-E567-1C7604D9AC8F}"/>
              </a:ext>
            </a:extLst>
          </p:cNvPr>
          <p:cNvSpPr/>
          <p:nvPr userDrawn="1"/>
        </p:nvSpPr>
        <p:spPr>
          <a:xfrm>
            <a:off x="0" y="6381750"/>
            <a:ext cx="12192000" cy="4789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38E1BF8A-7804-C70D-7C48-B5A200EDA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5816" y="6542078"/>
            <a:ext cx="1500584" cy="109039"/>
          </a:xfrm>
          <a:prstGeom prst="rect">
            <a:avLst/>
          </a:prstGeom>
        </p:spPr>
      </p:pic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92A9D0B6-7ACC-D217-FBDD-F14F74BF6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76216"/>
            <a:ext cx="2743200" cy="235320"/>
          </a:xfrm>
          <a:prstGeom prst="rect">
            <a:avLst/>
          </a:prstGeom>
        </p:spPr>
        <p:txBody>
          <a:bodyPr anchor="ctr"/>
          <a:lstStyle>
            <a:lvl1pPr algn="ctr">
              <a:defRPr sz="7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fld id="{A586D550-5C19-40CD-8609-A3C92F1D3FA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B8094-3132-D6B5-B612-C87E4389CD87}"/>
              </a:ext>
            </a:extLst>
          </p:cNvPr>
          <p:cNvSpPr txBox="1"/>
          <p:nvPr userDrawn="1"/>
        </p:nvSpPr>
        <p:spPr>
          <a:xfrm>
            <a:off x="355600" y="6502510"/>
            <a:ext cx="4748966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ko-KR" sz="600" b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© 2024. CMES Inc. All rights reserved.  </a:t>
            </a:r>
          </a:p>
          <a:p>
            <a:pPr>
              <a:lnSpc>
                <a:spcPct val="100000"/>
              </a:lnSpc>
            </a:pPr>
            <a:r>
              <a:rPr lang="en-US" altLang="ko-KR" sz="600" b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Strictly confidential and intellectual property of CMES Inc.</a:t>
            </a:r>
            <a:endParaRPr lang="ko-KR" altLang="en-US" sz="600" b="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F05CFA4-1125-FB01-CCC6-6E350C713A39}"/>
              </a:ext>
            </a:extLst>
          </p:cNvPr>
          <p:cNvCxnSpPr>
            <a:cxnSpLocks/>
          </p:cNvCxnSpPr>
          <p:nvPr userDrawn="1"/>
        </p:nvCxnSpPr>
        <p:spPr>
          <a:xfrm>
            <a:off x="355600" y="971550"/>
            <a:ext cx="11463338" cy="0"/>
          </a:xfrm>
          <a:prstGeom prst="line">
            <a:avLst/>
          </a:prstGeom>
          <a:ln w="6350">
            <a:solidFill>
              <a:schemeClr val="accent5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4AEAE48-A18D-E716-818C-5EBF388FA37E}"/>
              </a:ext>
            </a:extLst>
          </p:cNvPr>
          <p:cNvSpPr txBox="1"/>
          <p:nvPr userDrawn="1"/>
        </p:nvSpPr>
        <p:spPr>
          <a:xfrm rot="20584001">
            <a:off x="1244234" y="2921169"/>
            <a:ext cx="97035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b="0">
                <a:solidFill>
                  <a:schemeClr val="bg1">
                    <a:lumMod val="85000"/>
                  </a:schemeClr>
                </a:solidFill>
                <a:latin typeface="Pretendard SemiBold" panose="02000703000000020004" pitchFamily="50" charset="-127"/>
                <a:cs typeface="Pretendard SemiBold" panose="02000703000000020004" pitchFamily="50" charset="-127"/>
              </a:rPr>
              <a:t>CMES -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382386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24">
          <p15:clr>
            <a:srgbClr val="FBAE40"/>
          </p15:clr>
        </p15:guide>
        <p15:guide id="4" pos="7445">
          <p15:clr>
            <a:srgbClr val="FBAE40"/>
          </p15:clr>
        </p15:guide>
        <p15:guide id="5" orient="horz" pos="4020">
          <p15:clr>
            <a:srgbClr val="FBAE40"/>
          </p15:clr>
        </p15:guide>
        <p15:guide id="6" orient="horz" pos="3906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지막장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8F9D6A3-96AD-115F-9604-07A1A3C342AD}"/>
              </a:ext>
            </a:extLst>
          </p:cNvPr>
          <p:cNvSpPr/>
          <p:nvPr userDrawn="1"/>
        </p:nvSpPr>
        <p:spPr>
          <a:xfrm>
            <a:off x="0" y="6379029"/>
            <a:ext cx="12192000" cy="4789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0316556A-D1F6-8254-F0C1-92274DB4AA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5816" y="6539357"/>
            <a:ext cx="1500584" cy="109039"/>
          </a:xfrm>
          <a:prstGeom prst="rect">
            <a:avLst/>
          </a:prstGeom>
        </p:spPr>
      </p:pic>
      <p:grpSp>
        <p:nvGrpSpPr>
          <p:cNvPr id="20" name="그래픽 15">
            <a:extLst>
              <a:ext uri="{FF2B5EF4-FFF2-40B4-BE49-F238E27FC236}">
                <a16:creationId xmlns:a16="http://schemas.microsoft.com/office/drawing/2014/main" id="{75BB2B65-C5E6-C7B2-F8D9-C6E016242C03}"/>
              </a:ext>
            </a:extLst>
          </p:cNvPr>
          <p:cNvGrpSpPr/>
          <p:nvPr userDrawn="1"/>
        </p:nvGrpSpPr>
        <p:grpSpPr>
          <a:xfrm>
            <a:off x="684212" y="4089826"/>
            <a:ext cx="4405050" cy="883359"/>
            <a:chOff x="608012" y="1179057"/>
            <a:chExt cx="4405050" cy="883359"/>
          </a:xfrm>
          <a:solidFill>
            <a:srgbClr val="153028"/>
          </a:solidFill>
        </p:grpSpPr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E1A14FA5-E4CA-275B-5BFC-B944F7E1B1E6}"/>
                </a:ext>
              </a:extLst>
            </p:cNvPr>
            <p:cNvSpPr/>
            <p:nvPr/>
          </p:nvSpPr>
          <p:spPr>
            <a:xfrm>
              <a:off x="608012" y="1213572"/>
              <a:ext cx="438528" cy="667818"/>
            </a:xfrm>
            <a:custGeom>
              <a:avLst/>
              <a:gdLst>
                <a:gd name="connsiteX0" fmla="*/ 160116 w 438528"/>
                <a:gd name="connsiteY0" fmla="*/ 110133 h 667818"/>
                <a:gd name="connsiteX1" fmla="*/ 0 w 438528"/>
                <a:gd name="connsiteY1" fmla="*/ 110133 h 667818"/>
                <a:gd name="connsiteX2" fmla="*/ 0 w 438528"/>
                <a:gd name="connsiteY2" fmla="*/ 0 h 667818"/>
                <a:gd name="connsiteX3" fmla="*/ 438529 w 438528"/>
                <a:gd name="connsiteY3" fmla="*/ 0 h 667818"/>
                <a:gd name="connsiteX4" fmla="*/ 438529 w 438528"/>
                <a:gd name="connsiteY4" fmla="*/ 110133 h 667818"/>
                <a:gd name="connsiteX5" fmla="*/ 278413 w 438528"/>
                <a:gd name="connsiteY5" fmla="*/ 110133 h 667818"/>
                <a:gd name="connsiteX6" fmla="*/ 278413 w 438528"/>
                <a:gd name="connsiteY6" fmla="*/ 667818 h 667818"/>
                <a:gd name="connsiteX7" fmla="*/ 160116 w 438528"/>
                <a:gd name="connsiteY7" fmla="*/ 667818 h 667818"/>
                <a:gd name="connsiteX8" fmla="*/ 160116 w 438528"/>
                <a:gd name="connsiteY8" fmla="*/ 110133 h 667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8528" h="667818">
                  <a:moveTo>
                    <a:pt x="160116" y="110133"/>
                  </a:moveTo>
                  <a:lnTo>
                    <a:pt x="0" y="110133"/>
                  </a:lnTo>
                  <a:lnTo>
                    <a:pt x="0" y="0"/>
                  </a:lnTo>
                  <a:lnTo>
                    <a:pt x="438529" y="0"/>
                  </a:lnTo>
                  <a:lnTo>
                    <a:pt x="438529" y="110133"/>
                  </a:lnTo>
                  <a:lnTo>
                    <a:pt x="278413" y="110133"/>
                  </a:lnTo>
                  <a:lnTo>
                    <a:pt x="278413" y="667818"/>
                  </a:lnTo>
                  <a:lnTo>
                    <a:pt x="160116" y="667818"/>
                  </a:lnTo>
                  <a:lnTo>
                    <a:pt x="160116" y="110133"/>
                  </a:lnTo>
                  <a:close/>
                </a:path>
              </a:pathLst>
            </a:custGeom>
            <a:solidFill>
              <a:srgbClr val="153028"/>
            </a:solidFill>
            <a:ln w="14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E00B24E5-BDBC-5FCE-D8FF-EA4603E28147}"/>
                </a:ext>
              </a:extLst>
            </p:cNvPr>
            <p:cNvSpPr/>
            <p:nvPr/>
          </p:nvSpPr>
          <p:spPr>
            <a:xfrm>
              <a:off x="1113709" y="1179057"/>
              <a:ext cx="400433" cy="702333"/>
            </a:xfrm>
            <a:custGeom>
              <a:avLst/>
              <a:gdLst>
                <a:gd name="connsiteX0" fmla="*/ 143 w 400433"/>
                <a:gd name="connsiteY0" fmla="*/ 0 h 702333"/>
                <a:gd name="connsiteX1" fmla="*/ 112998 w 400433"/>
                <a:gd name="connsiteY1" fmla="*/ 0 h 702333"/>
                <a:gd name="connsiteX2" fmla="*/ 112998 w 400433"/>
                <a:gd name="connsiteY2" fmla="*/ 155533 h 702333"/>
                <a:gd name="connsiteX3" fmla="*/ 111136 w 400433"/>
                <a:gd name="connsiteY3" fmla="*/ 260081 h 702333"/>
                <a:gd name="connsiteX4" fmla="*/ 232154 w 400433"/>
                <a:gd name="connsiteY4" fmla="*/ 210099 h 702333"/>
                <a:gd name="connsiteX5" fmla="*/ 400433 w 400433"/>
                <a:gd name="connsiteY5" fmla="*/ 413896 h 702333"/>
                <a:gd name="connsiteX6" fmla="*/ 400433 w 400433"/>
                <a:gd name="connsiteY6" fmla="*/ 702334 h 702333"/>
                <a:gd name="connsiteX7" fmla="*/ 287579 w 400433"/>
                <a:gd name="connsiteY7" fmla="*/ 702334 h 702333"/>
                <a:gd name="connsiteX8" fmla="*/ 287579 w 400433"/>
                <a:gd name="connsiteY8" fmla="*/ 421200 h 702333"/>
                <a:gd name="connsiteX9" fmla="*/ 201076 w 400433"/>
                <a:gd name="connsiteY9" fmla="*/ 315649 h 702333"/>
                <a:gd name="connsiteX10" fmla="*/ 112855 w 400433"/>
                <a:gd name="connsiteY10" fmla="*/ 421200 h 702333"/>
                <a:gd name="connsiteX11" fmla="*/ 112855 w 400433"/>
                <a:gd name="connsiteY11" fmla="*/ 702334 h 702333"/>
                <a:gd name="connsiteX12" fmla="*/ 0 w 400433"/>
                <a:gd name="connsiteY12" fmla="*/ 702334 h 702333"/>
                <a:gd name="connsiteX13" fmla="*/ 0 w 400433"/>
                <a:gd name="connsiteY13" fmla="*/ 0 h 70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0433" h="702333">
                  <a:moveTo>
                    <a:pt x="143" y="0"/>
                  </a:moveTo>
                  <a:lnTo>
                    <a:pt x="112998" y="0"/>
                  </a:lnTo>
                  <a:lnTo>
                    <a:pt x="112998" y="155533"/>
                  </a:lnTo>
                  <a:cubicBezTo>
                    <a:pt x="112998" y="191910"/>
                    <a:pt x="112138" y="227428"/>
                    <a:pt x="111136" y="260081"/>
                  </a:cubicBezTo>
                  <a:cubicBezTo>
                    <a:pt x="138490" y="228287"/>
                    <a:pt x="180310" y="210099"/>
                    <a:pt x="232154" y="210099"/>
                  </a:cubicBezTo>
                  <a:cubicBezTo>
                    <a:pt x="338564" y="210099"/>
                    <a:pt x="400433" y="284714"/>
                    <a:pt x="400433" y="413896"/>
                  </a:cubicBezTo>
                  <a:lnTo>
                    <a:pt x="400433" y="702334"/>
                  </a:lnTo>
                  <a:lnTo>
                    <a:pt x="287579" y="702334"/>
                  </a:lnTo>
                  <a:lnTo>
                    <a:pt x="287579" y="421200"/>
                  </a:lnTo>
                  <a:cubicBezTo>
                    <a:pt x="287579" y="352026"/>
                    <a:pt x="257503" y="315649"/>
                    <a:pt x="201076" y="315649"/>
                  </a:cubicBezTo>
                  <a:cubicBezTo>
                    <a:pt x="144649" y="315649"/>
                    <a:pt x="112855" y="352026"/>
                    <a:pt x="112855" y="421200"/>
                  </a:cubicBezTo>
                  <a:lnTo>
                    <a:pt x="112855" y="702334"/>
                  </a:lnTo>
                  <a:lnTo>
                    <a:pt x="0" y="7023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3028"/>
            </a:solidFill>
            <a:ln w="14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6617D2EA-2194-C345-9D73-6ED1EEC2C6CF}"/>
                </a:ext>
              </a:extLst>
            </p:cNvPr>
            <p:cNvSpPr/>
            <p:nvPr/>
          </p:nvSpPr>
          <p:spPr>
            <a:xfrm>
              <a:off x="1596921" y="1391017"/>
              <a:ext cx="495815" cy="499252"/>
            </a:xfrm>
            <a:custGeom>
              <a:avLst/>
              <a:gdLst>
                <a:gd name="connsiteX0" fmla="*/ 0 w 495815"/>
                <a:gd name="connsiteY0" fmla="*/ 250199 h 499252"/>
                <a:gd name="connsiteX1" fmla="*/ 239315 w 495815"/>
                <a:gd name="connsiteY1" fmla="*/ 0 h 499252"/>
                <a:gd name="connsiteX2" fmla="*/ 394848 w 495815"/>
                <a:gd name="connsiteY2" fmla="*/ 67312 h 499252"/>
                <a:gd name="connsiteX3" fmla="*/ 395707 w 495815"/>
                <a:gd name="connsiteY3" fmla="*/ 9023 h 499252"/>
                <a:gd name="connsiteX4" fmla="*/ 495815 w 495815"/>
                <a:gd name="connsiteY4" fmla="*/ 9023 h 499252"/>
                <a:gd name="connsiteX5" fmla="*/ 495815 w 495815"/>
                <a:gd name="connsiteY5" fmla="*/ 490230 h 499252"/>
                <a:gd name="connsiteX6" fmla="*/ 395707 w 495815"/>
                <a:gd name="connsiteY6" fmla="*/ 490230 h 499252"/>
                <a:gd name="connsiteX7" fmla="*/ 394848 w 495815"/>
                <a:gd name="connsiteY7" fmla="*/ 431941 h 499252"/>
                <a:gd name="connsiteX8" fmla="*/ 239315 w 495815"/>
                <a:gd name="connsiteY8" fmla="*/ 499253 h 499252"/>
                <a:gd name="connsiteX9" fmla="*/ 0 w 495815"/>
                <a:gd name="connsiteY9" fmla="*/ 249913 h 499252"/>
                <a:gd name="connsiteX10" fmla="*/ 253779 w 495815"/>
                <a:gd name="connsiteY10" fmla="*/ 395707 h 499252"/>
                <a:gd name="connsiteX11" fmla="*/ 391124 w 495815"/>
                <a:gd name="connsiteY11" fmla="*/ 250199 h 499252"/>
                <a:gd name="connsiteX12" fmla="*/ 253779 w 495815"/>
                <a:gd name="connsiteY12" fmla="*/ 103689 h 499252"/>
                <a:gd name="connsiteX13" fmla="*/ 112711 w 495815"/>
                <a:gd name="connsiteY13" fmla="*/ 250199 h 499252"/>
                <a:gd name="connsiteX14" fmla="*/ 253779 w 495815"/>
                <a:gd name="connsiteY14" fmla="*/ 395707 h 49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95815" h="499252">
                  <a:moveTo>
                    <a:pt x="0" y="250199"/>
                  </a:moveTo>
                  <a:cubicBezTo>
                    <a:pt x="0" y="101970"/>
                    <a:pt x="108272" y="0"/>
                    <a:pt x="239315" y="0"/>
                  </a:cubicBezTo>
                  <a:cubicBezTo>
                    <a:pt x="302043" y="0"/>
                    <a:pt x="360333" y="23631"/>
                    <a:pt x="394848" y="67312"/>
                  </a:cubicBezTo>
                  <a:lnTo>
                    <a:pt x="395707" y="9023"/>
                  </a:lnTo>
                  <a:lnTo>
                    <a:pt x="495815" y="9023"/>
                  </a:lnTo>
                  <a:lnTo>
                    <a:pt x="495815" y="490230"/>
                  </a:lnTo>
                  <a:lnTo>
                    <a:pt x="395707" y="490230"/>
                  </a:lnTo>
                  <a:lnTo>
                    <a:pt x="394848" y="431941"/>
                  </a:lnTo>
                  <a:cubicBezTo>
                    <a:pt x="360333" y="475622"/>
                    <a:pt x="302043" y="499253"/>
                    <a:pt x="239315" y="499253"/>
                  </a:cubicBezTo>
                  <a:cubicBezTo>
                    <a:pt x="108272" y="499253"/>
                    <a:pt x="0" y="396423"/>
                    <a:pt x="0" y="249913"/>
                  </a:cubicBezTo>
                  <a:close/>
                  <a:moveTo>
                    <a:pt x="253779" y="395707"/>
                  </a:moveTo>
                  <a:cubicBezTo>
                    <a:pt x="330257" y="395707"/>
                    <a:pt x="391124" y="342001"/>
                    <a:pt x="391124" y="250199"/>
                  </a:cubicBezTo>
                  <a:cubicBezTo>
                    <a:pt x="391124" y="158397"/>
                    <a:pt x="330114" y="103689"/>
                    <a:pt x="253779" y="103689"/>
                  </a:cubicBezTo>
                  <a:cubicBezTo>
                    <a:pt x="172862" y="103689"/>
                    <a:pt x="112711" y="162837"/>
                    <a:pt x="112711" y="250199"/>
                  </a:cubicBezTo>
                  <a:cubicBezTo>
                    <a:pt x="112711" y="337561"/>
                    <a:pt x="172719" y="395707"/>
                    <a:pt x="253779" y="395707"/>
                  </a:cubicBezTo>
                  <a:close/>
                </a:path>
              </a:pathLst>
            </a:custGeom>
            <a:solidFill>
              <a:srgbClr val="153028"/>
            </a:solidFill>
            <a:ln w="14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2EE9BADC-4FE9-895B-A4BD-3F67EBD605B8}"/>
                </a:ext>
              </a:extLst>
            </p:cNvPr>
            <p:cNvSpPr/>
            <p:nvPr/>
          </p:nvSpPr>
          <p:spPr>
            <a:xfrm>
              <a:off x="2199862" y="1389155"/>
              <a:ext cx="400433" cy="492234"/>
            </a:xfrm>
            <a:custGeom>
              <a:avLst/>
              <a:gdLst>
                <a:gd name="connsiteX0" fmla="*/ 200360 w 400433"/>
                <a:gd name="connsiteY0" fmla="*/ 0 h 492234"/>
                <a:gd name="connsiteX1" fmla="*/ 400433 w 400433"/>
                <a:gd name="connsiteY1" fmla="*/ 205659 h 492234"/>
                <a:gd name="connsiteX2" fmla="*/ 400433 w 400433"/>
                <a:gd name="connsiteY2" fmla="*/ 492235 h 492234"/>
                <a:gd name="connsiteX3" fmla="*/ 287579 w 400433"/>
                <a:gd name="connsiteY3" fmla="*/ 492235 h 492234"/>
                <a:gd name="connsiteX4" fmla="*/ 287579 w 400433"/>
                <a:gd name="connsiteY4" fmla="*/ 209382 h 492234"/>
                <a:gd name="connsiteX5" fmla="*/ 200217 w 400433"/>
                <a:gd name="connsiteY5" fmla="*/ 105694 h 492234"/>
                <a:gd name="connsiteX6" fmla="*/ 112855 w 400433"/>
                <a:gd name="connsiteY6" fmla="*/ 209382 h 492234"/>
                <a:gd name="connsiteX7" fmla="*/ 112855 w 400433"/>
                <a:gd name="connsiteY7" fmla="*/ 492235 h 492234"/>
                <a:gd name="connsiteX8" fmla="*/ 0 w 400433"/>
                <a:gd name="connsiteY8" fmla="*/ 492235 h 492234"/>
                <a:gd name="connsiteX9" fmla="*/ 0 w 400433"/>
                <a:gd name="connsiteY9" fmla="*/ 205659 h 492234"/>
                <a:gd name="connsiteX10" fmla="*/ 200073 w 400433"/>
                <a:gd name="connsiteY10" fmla="*/ 0 h 492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0433" h="492234">
                  <a:moveTo>
                    <a:pt x="200360" y="0"/>
                  </a:moveTo>
                  <a:cubicBezTo>
                    <a:pt x="324958" y="0"/>
                    <a:pt x="400433" y="77337"/>
                    <a:pt x="400433" y="205659"/>
                  </a:cubicBezTo>
                  <a:lnTo>
                    <a:pt x="400433" y="492235"/>
                  </a:lnTo>
                  <a:lnTo>
                    <a:pt x="287579" y="492235"/>
                  </a:lnTo>
                  <a:lnTo>
                    <a:pt x="287579" y="209382"/>
                  </a:lnTo>
                  <a:cubicBezTo>
                    <a:pt x="287579" y="142071"/>
                    <a:pt x="255784" y="105694"/>
                    <a:pt x="200217" y="105694"/>
                  </a:cubicBezTo>
                  <a:cubicBezTo>
                    <a:pt x="144649" y="105694"/>
                    <a:pt x="112855" y="142071"/>
                    <a:pt x="112855" y="209382"/>
                  </a:cubicBezTo>
                  <a:lnTo>
                    <a:pt x="112855" y="492235"/>
                  </a:lnTo>
                  <a:lnTo>
                    <a:pt x="0" y="492235"/>
                  </a:lnTo>
                  <a:lnTo>
                    <a:pt x="0" y="205659"/>
                  </a:lnTo>
                  <a:cubicBezTo>
                    <a:pt x="0" y="77337"/>
                    <a:pt x="74616" y="0"/>
                    <a:pt x="200073" y="0"/>
                  </a:cubicBezTo>
                  <a:close/>
                </a:path>
              </a:pathLst>
            </a:custGeom>
            <a:solidFill>
              <a:srgbClr val="153028"/>
            </a:solidFill>
            <a:ln w="14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1E3C75A0-6A58-3F24-CB73-08230C4019FA}"/>
                </a:ext>
              </a:extLst>
            </p:cNvPr>
            <p:cNvSpPr/>
            <p:nvPr/>
          </p:nvSpPr>
          <p:spPr>
            <a:xfrm>
              <a:off x="2706705" y="1179057"/>
              <a:ext cx="403011" cy="702476"/>
            </a:xfrm>
            <a:custGeom>
              <a:avLst/>
              <a:gdLst>
                <a:gd name="connsiteX0" fmla="*/ 112855 w 403011"/>
                <a:gd name="connsiteY0" fmla="*/ 489371 h 702476"/>
                <a:gd name="connsiteX1" fmla="*/ 112855 w 403011"/>
                <a:gd name="connsiteY1" fmla="*/ 702190 h 702476"/>
                <a:gd name="connsiteX2" fmla="*/ 0 w 403011"/>
                <a:gd name="connsiteY2" fmla="*/ 702190 h 702476"/>
                <a:gd name="connsiteX3" fmla="*/ 0 w 403011"/>
                <a:gd name="connsiteY3" fmla="*/ 0 h 702476"/>
                <a:gd name="connsiteX4" fmla="*/ 112855 w 403011"/>
                <a:gd name="connsiteY4" fmla="*/ 0 h 702476"/>
                <a:gd name="connsiteX5" fmla="*/ 112855 w 403011"/>
                <a:gd name="connsiteY5" fmla="*/ 412177 h 702476"/>
                <a:gd name="connsiteX6" fmla="*/ 265667 w 403011"/>
                <a:gd name="connsiteY6" fmla="*/ 221126 h 702476"/>
                <a:gd name="connsiteX7" fmla="*/ 393989 w 403011"/>
                <a:gd name="connsiteY7" fmla="*/ 221126 h 702476"/>
                <a:gd name="connsiteX8" fmla="*/ 216543 w 403011"/>
                <a:gd name="connsiteY8" fmla="*/ 447695 h 702476"/>
                <a:gd name="connsiteX9" fmla="*/ 403011 w 403011"/>
                <a:gd name="connsiteY9" fmla="*/ 702477 h 702476"/>
                <a:gd name="connsiteX10" fmla="*/ 267528 w 403011"/>
                <a:gd name="connsiteY10" fmla="*/ 702477 h 702476"/>
                <a:gd name="connsiteX11" fmla="*/ 112855 w 403011"/>
                <a:gd name="connsiteY11" fmla="*/ 489657 h 702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3011" h="702476">
                  <a:moveTo>
                    <a:pt x="112855" y="489371"/>
                  </a:moveTo>
                  <a:lnTo>
                    <a:pt x="112855" y="702190"/>
                  </a:lnTo>
                  <a:lnTo>
                    <a:pt x="0" y="702190"/>
                  </a:lnTo>
                  <a:lnTo>
                    <a:pt x="0" y="0"/>
                  </a:lnTo>
                  <a:lnTo>
                    <a:pt x="112855" y="0"/>
                  </a:lnTo>
                  <a:lnTo>
                    <a:pt x="112855" y="412177"/>
                  </a:lnTo>
                  <a:lnTo>
                    <a:pt x="265667" y="221126"/>
                  </a:lnTo>
                  <a:lnTo>
                    <a:pt x="393989" y="221126"/>
                  </a:lnTo>
                  <a:lnTo>
                    <a:pt x="216543" y="447695"/>
                  </a:lnTo>
                  <a:lnTo>
                    <a:pt x="403011" y="702477"/>
                  </a:lnTo>
                  <a:lnTo>
                    <a:pt x="267528" y="702477"/>
                  </a:lnTo>
                  <a:lnTo>
                    <a:pt x="112855" y="489657"/>
                  </a:lnTo>
                  <a:close/>
                </a:path>
              </a:pathLst>
            </a:custGeom>
            <a:solidFill>
              <a:srgbClr val="153028"/>
            </a:solidFill>
            <a:ln w="14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7DE99EB2-A07E-C1DD-AFD4-AFE8F5D2A2A1}"/>
                </a:ext>
              </a:extLst>
            </p:cNvPr>
            <p:cNvSpPr/>
            <p:nvPr/>
          </p:nvSpPr>
          <p:spPr>
            <a:xfrm>
              <a:off x="3309074" y="1400039"/>
              <a:ext cx="487651" cy="662376"/>
            </a:xfrm>
            <a:custGeom>
              <a:avLst/>
              <a:gdLst>
                <a:gd name="connsiteX0" fmla="*/ 192913 w 487651"/>
                <a:gd name="connsiteY0" fmla="*/ 461300 h 662376"/>
                <a:gd name="connsiteX1" fmla="*/ 0 w 487651"/>
                <a:gd name="connsiteY1" fmla="*/ 0 h 662376"/>
                <a:gd name="connsiteX2" fmla="*/ 125601 w 487651"/>
                <a:gd name="connsiteY2" fmla="*/ 0 h 662376"/>
                <a:gd name="connsiteX3" fmla="*/ 252061 w 487651"/>
                <a:gd name="connsiteY3" fmla="*/ 323812 h 662376"/>
                <a:gd name="connsiteX4" fmla="*/ 369355 w 487651"/>
                <a:gd name="connsiteY4" fmla="*/ 0 h 662376"/>
                <a:gd name="connsiteX5" fmla="*/ 487652 w 487651"/>
                <a:gd name="connsiteY5" fmla="*/ 0 h 662376"/>
                <a:gd name="connsiteX6" fmla="*/ 232011 w 487651"/>
                <a:gd name="connsiteY6" fmla="*/ 662376 h 662376"/>
                <a:gd name="connsiteX7" fmla="*/ 113714 w 487651"/>
                <a:gd name="connsiteY7" fmla="*/ 662376 h 662376"/>
                <a:gd name="connsiteX8" fmla="*/ 192913 w 487651"/>
                <a:gd name="connsiteY8" fmla="*/ 461300 h 662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7651" h="662376">
                  <a:moveTo>
                    <a:pt x="192913" y="461300"/>
                  </a:moveTo>
                  <a:lnTo>
                    <a:pt x="0" y="0"/>
                  </a:lnTo>
                  <a:lnTo>
                    <a:pt x="125601" y="0"/>
                  </a:lnTo>
                  <a:lnTo>
                    <a:pt x="252061" y="323812"/>
                  </a:lnTo>
                  <a:lnTo>
                    <a:pt x="369355" y="0"/>
                  </a:lnTo>
                  <a:lnTo>
                    <a:pt x="487652" y="0"/>
                  </a:lnTo>
                  <a:lnTo>
                    <a:pt x="232011" y="662376"/>
                  </a:lnTo>
                  <a:lnTo>
                    <a:pt x="113714" y="662376"/>
                  </a:lnTo>
                  <a:lnTo>
                    <a:pt x="192913" y="461300"/>
                  </a:lnTo>
                  <a:close/>
                </a:path>
              </a:pathLst>
            </a:custGeom>
            <a:solidFill>
              <a:srgbClr val="153028"/>
            </a:solidFill>
            <a:ln w="14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0ECBEF7A-9D97-CECF-0363-E2696FC2FFE7}"/>
                </a:ext>
              </a:extLst>
            </p:cNvPr>
            <p:cNvSpPr/>
            <p:nvPr/>
          </p:nvSpPr>
          <p:spPr>
            <a:xfrm>
              <a:off x="3813052" y="1389155"/>
              <a:ext cx="504121" cy="504981"/>
            </a:xfrm>
            <a:custGeom>
              <a:avLst/>
              <a:gdLst>
                <a:gd name="connsiteX0" fmla="*/ 0 w 504121"/>
                <a:gd name="connsiteY0" fmla="*/ 252061 h 504981"/>
                <a:gd name="connsiteX1" fmla="*/ 252061 w 504121"/>
                <a:gd name="connsiteY1" fmla="*/ 0 h 504981"/>
                <a:gd name="connsiteX2" fmla="*/ 504122 w 504121"/>
                <a:gd name="connsiteY2" fmla="*/ 252061 h 504981"/>
                <a:gd name="connsiteX3" fmla="*/ 252061 w 504121"/>
                <a:gd name="connsiteY3" fmla="*/ 504981 h 504981"/>
                <a:gd name="connsiteX4" fmla="*/ 0 w 504121"/>
                <a:gd name="connsiteY4" fmla="*/ 252061 h 504981"/>
                <a:gd name="connsiteX5" fmla="*/ 252061 w 504121"/>
                <a:gd name="connsiteY5" fmla="*/ 398571 h 504981"/>
                <a:gd name="connsiteX6" fmla="*/ 391267 w 504121"/>
                <a:gd name="connsiteY6" fmla="*/ 252061 h 504981"/>
                <a:gd name="connsiteX7" fmla="*/ 252061 w 504121"/>
                <a:gd name="connsiteY7" fmla="*/ 105551 h 504981"/>
                <a:gd name="connsiteX8" fmla="*/ 112855 w 504121"/>
                <a:gd name="connsiteY8" fmla="*/ 252061 h 504981"/>
                <a:gd name="connsiteX9" fmla="*/ 252061 w 504121"/>
                <a:gd name="connsiteY9" fmla="*/ 398571 h 504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4121" h="504981">
                  <a:moveTo>
                    <a:pt x="0" y="252061"/>
                  </a:moveTo>
                  <a:cubicBezTo>
                    <a:pt x="0" y="105551"/>
                    <a:pt x="110993" y="0"/>
                    <a:pt x="252061" y="0"/>
                  </a:cubicBezTo>
                  <a:cubicBezTo>
                    <a:pt x="393129" y="0"/>
                    <a:pt x="504122" y="105551"/>
                    <a:pt x="504122" y="252061"/>
                  </a:cubicBezTo>
                  <a:cubicBezTo>
                    <a:pt x="504122" y="398571"/>
                    <a:pt x="393129" y="504981"/>
                    <a:pt x="252061" y="504981"/>
                  </a:cubicBezTo>
                  <a:cubicBezTo>
                    <a:pt x="110993" y="504981"/>
                    <a:pt x="0" y="398571"/>
                    <a:pt x="0" y="252061"/>
                  </a:cubicBezTo>
                  <a:close/>
                  <a:moveTo>
                    <a:pt x="252061" y="398571"/>
                  </a:moveTo>
                  <a:cubicBezTo>
                    <a:pt x="331260" y="398571"/>
                    <a:pt x="391267" y="338564"/>
                    <a:pt x="391267" y="252061"/>
                  </a:cubicBezTo>
                  <a:cubicBezTo>
                    <a:pt x="391267" y="165558"/>
                    <a:pt x="331260" y="105551"/>
                    <a:pt x="252061" y="105551"/>
                  </a:cubicBezTo>
                  <a:cubicBezTo>
                    <a:pt x="172862" y="105551"/>
                    <a:pt x="112855" y="165558"/>
                    <a:pt x="112855" y="252061"/>
                  </a:cubicBezTo>
                  <a:cubicBezTo>
                    <a:pt x="112855" y="338564"/>
                    <a:pt x="172862" y="398571"/>
                    <a:pt x="252061" y="398571"/>
                  </a:cubicBezTo>
                  <a:close/>
                </a:path>
              </a:pathLst>
            </a:custGeom>
            <a:solidFill>
              <a:srgbClr val="153028"/>
            </a:solidFill>
            <a:ln w="14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D0FCA054-7A70-01D9-6EE0-AE83F0041155}"/>
                </a:ext>
              </a:extLst>
            </p:cNvPr>
            <p:cNvSpPr/>
            <p:nvPr/>
          </p:nvSpPr>
          <p:spPr>
            <a:xfrm>
              <a:off x="4399094" y="1400183"/>
              <a:ext cx="400433" cy="492234"/>
            </a:xfrm>
            <a:custGeom>
              <a:avLst/>
              <a:gdLst>
                <a:gd name="connsiteX0" fmla="*/ 200073 w 400433"/>
                <a:gd name="connsiteY0" fmla="*/ 492092 h 492234"/>
                <a:gd name="connsiteX1" fmla="*/ 0 w 400433"/>
                <a:gd name="connsiteY1" fmla="*/ 286433 h 492234"/>
                <a:gd name="connsiteX2" fmla="*/ 0 w 400433"/>
                <a:gd name="connsiteY2" fmla="*/ 0 h 492234"/>
                <a:gd name="connsiteX3" fmla="*/ 112855 w 400433"/>
                <a:gd name="connsiteY3" fmla="*/ 0 h 492234"/>
                <a:gd name="connsiteX4" fmla="*/ 112855 w 400433"/>
                <a:gd name="connsiteY4" fmla="*/ 282996 h 492234"/>
                <a:gd name="connsiteX5" fmla="*/ 200217 w 400433"/>
                <a:gd name="connsiteY5" fmla="*/ 386684 h 492234"/>
                <a:gd name="connsiteX6" fmla="*/ 287579 w 400433"/>
                <a:gd name="connsiteY6" fmla="*/ 282996 h 492234"/>
                <a:gd name="connsiteX7" fmla="*/ 287579 w 400433"/>
                <a:gd name="connsiteY7" fmla="*/ 0 h 492234"/>
                <a:gd name="connsiteX8" fmla="*/ 400433 w 400433"/>
                <a:gd name="connsiteY8" fmla="*/ 0 h 492234"/>
                <a:gd name="connsiteX9" fmla="*/ 400433 w 400433"/>
                <a:gd name="connsiteY9" fmla="*/ 286576 h 492234"/>
                <a:gd name="connsiteX10" fmla="*/ 200360 w 400433"/>
                <a:gd name="connsiteY10" fmla="*/ 492235 h 492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0433" h="492234">
                  <a:moveTo>
                    <a:pt x="200073" y="492092"/>
                  </a:moveTo>
                  <a:cubicBezTo>
                    <a:pt x="75475" y="492092"/>
                    <a:pt x="0" y="414755"/>
                    <a:pt x="0" y="286433"/>
                  </a:cubicBezTo>
                  <a:lnTo>
                    <a:pt x="0" y="0"/>
                  </a:lnTo>
                  <a:lnTo>
                    <a:pt x="112855" y="0"/>
                  </a:lnTo>
                  <a:lnTo>
                    <a:pt x="112855" y="282996"/>
                  </a:lnTo>
                  <a:cubicBezTo>
                    <a:pt x="112855" y="350307"/>
                    <a:pt x="144649" y="386684"/>
                    <a:pt x="200217" y="386684"/>
                  </a:cubicBezTo>
                  <a:cubicBezTo>
                    <a:pt x="255785" y="386684"/>
                    <a:pt x="287579" y="350307"/>
                    <a:pt x="287579" y="282996"/>
                  </a:cubicBezTo>
                  <a:lnTo>
                    <a:pt x="287579" y="0"/>
                  </a:lnTo>
                  <a:lnTo>
                    <a:pt x="400433" y="0"/>
                  </a:lnTo>
                  <a:lnTo>
                    <a:pt x="400433" y="286576"/>
                  </a:lnTo>
                  <a:cubicBezTo>
                    <a:pt x="400433" y="414898"/>
                    <a:pt x="325817" y="492235"/>
                    <a:pt x="200360" y="492235"/>
                  </a:cubicBezTo>
                  <a:close/>
                </a:path>
              </a:pathLst>
            </a:custGeom>
            <a:solidFill>
              <a:srgbClr val="153028"/>
            </a:solidFill>
            <a:ln w="14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6E09C23C-D135-66AE-A4F9-3A14B0B35A67}"/>
                </a:ext>
              </a:extLst>
            </p:cNvPr>
            <p:cNvSpPr/>
            <p:nvPr/>
          </p:nvSpPr>
          <p:spPr>
            <a:xfrm>
              <a:off x="4900208" y="1759513"/>
              <a:ext cx="112854" cy="121877"/>
            </a:xfrm>
            <a:custGeom>
              <a:avLst/>
              <a:gdLst>
                <a:gd name="connsiteX0" fmla="*/ 0 w 112854"/>
                <a:gd name="connsiteY0" fmla="*/ 0 h 121877"/>
                <a:gd name="connsiteX1" fmla="*/ 112854 w 112854"/>
                <a:gd name="connsiteY1" fmla="*/ 0 h 121877"/>
                <a:gd name="connsiteX2" fmla="*/ 112854 w 112854"/>
                <a:gd name="connsiteY2" fmla="*/ 121877 h 121877"/>
                <a:gd name="connsiteX3" fmla="*/ 0 w 112854"/>
                <a:gd name="connsiteY3" fmla="*/ 121877 h 121877"/>
                <a:gd name="connsiteX4" fmla="*/ 0 w 112854"/>
                <a:gd name="connsiteY4" fmla="*/ 0 h 121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854" h="121877">
                  <a:moveTo>
                    <a:pt x="0" y="0"/>
                  </a:moveTo>
                  <a:lnTo>
                    <a:pt x="112854" y="0"/>
                  </a:lnTo>
                  <a:lnTo>
                    <a:pt x="112854" y="121877"/>
                  </a:lnTo>
                  <a:lnTo>
                    <a:pt x="0" y="121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3028"/>
            </a:solidFill>
            <a:ln w="14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4F4CCA68-8C95-9FE5-6633-33A6180BA96E}"/>
              </a:ext>
            </a:extLst>
          </p:cNvPr>
          <p:cNvGrpSpPr/>
          <p:nvPr userDrawn="1"/>
        </p:nvGrpSpPr>
        <p:grpSpPr>
          <a:xfrm>
            <a:off x="792956" y="5246166"/>
            <a:ext cx="4743286" cy="583802"/>
            <a:chOff x="792956" y="5246166"/>
            <a:chExt cx="4743286" cy="583802"/>
          </a:xfrm>
        </p:grpSpPr>
        <p:grpSp>
          <p:nvGrpSpPr>
            <p:cNvPr id="229" name="그룹 228">
              <a:extLst>
                <a:ext uri="{FF2B5EF4-FFF2-40B4-BE49-F238E27FC236}">
                  <a16:creationId xmlns:a16="http://schemas.microsoft.com/office/drawing/2014/main" id="{8E147B6B-970D-EBE2-1381-BDE80E693CEF}"/>
                </a:ext>
              </a:extLst>
            </p:cNvPr>
            <p:cNvGrpSpPr/>
            <p:nvPr/>
          </p:nvGrpSpPr>
          <p:grpSpPr>
            <a:xfrm>
              <a:off x="1029825" y="5253818"/>
              <a:ext cx="4506417" cy="572070"/>
              <a:chOff x="844450" y="2482043"/>
              <a:chExt cx="4506417" cy="572070"/>
            </a:xfrm>
          </p:grpSpPr>
          <p:grpSp>
            <p:nvGrpSpPr>
              <p:cNvPr id="119" name="그래픽 17">
                <a:extLst>
                  <a:ext uri="{FF2B5EF4-FFF2-40B4-BE49-F238E27FC236}">
                    <a16:creationId xmlns:a16="http://schemas.microsoft.com/office/drawing/2014/main" id="{E0FA6AAE-8220-F413-0422-2A527823552C}"/>
                  </a:ext>
                </a:extLst>
              </p:cNvPr>
              <p:cNvGrpSpPr/>
              <p:nvPr/>
            </p:nvGrpSpPr>
            <p:grpSpPr>
              <a:xfrm>
                <a:off x="844450" y="2482692"/>
                <a:ext cx="707697" cy="544944"/>
                <a:chOff x="844450" y="2482692"/>
                <a:chExt cx="707697" cy="544944"/>
              </a:xfrm>
              <a:solidFill>
                <a:schemeClr val="tx2"/>
              </a:solidFill>
            </p:grpSpPr>
            <p:sp>
              <p:nvSpPr>
                <p:cNvPr id="120" name="자유형: 도형 119">
                  <a:extLst>
                    <a:ext uri="{FF2B5EF4-FFF2-40B4-BE49-F238E27FC236}">
                      <a16:creationId xmlns:a16="http://schemas.microsoft.com/office/drawing/2014/main" id="{47A11FF7-A34A-6090-8577-CCF75D0D64C3}"/>
                    </a:ext>
                  </a:extLst>
                </p:cNvPr>
                <p:cNvSpPr/>
                <p:nvPr/>
              </p:nvSpPr>
              <p:spPr>
                <a:xfrm>
                  <a:off x="856307" y="2482692"/>
                  <a:ext cx="76341" cy="110288"/>
                </a:xfrm>
                <a:custGeom>
                  <a:avLst/>
                  <a:gdLst>
                    <a:gd name="connsiteX0" fmla="*/ 9421 w 76341"/>
                    <a:gd name="connsiteY0" fmla="*/ 110288 h 110288"/>
                    <a:gd name="connsiteX1" fmla="*/ 0 w 76341"/>
                    <a:gd name="connsiteY1" fmla="*/ 110288 h 110288"/>
                    <a:gd name="connsiteX2" fmla="*/ 0 w 76341"/>
                    <a:gd name="connsiteY2" fmla="*/ 0 h 110288"/>
                    <a:gd name="connsiteX3" fmla="*/ 9421 w 76341"/>
                    <a:gd name="connsiteY3" fmla="*/ 0 h 110288"/>
                    <a:gd name="connsiteX4" fmla="*/ 9421 w 76341"/>
                    <a:gd name="connsiteY4" fmla="*/ 48728 h 110288"/>
                    <a:gd name="connsiteX5" fmla="*/ 66920 w 76341"/>
                    <a:gd name="connsiteY5" fmla="*/ 48728 h 110288"/>
                    <a:gd name="connsiteX6" fmla="*/ 66920 w 76341"/>
                    <a:gd name="connsiteY6" fmla="*/ 0 h 110288"/>
                    <a:gd name="connsiteX7" fmla="*/ 76341 w 76341"/>
                    <a:gd name="connsiteY7" fmla="*/ 0 h 110288"/>
                    <a:gd name="connsiteX8" fmla="*/ 76341 w 76341"/>
                    <a:gd name="connsiteY8" fmla="*/ 110288 h 110288"/>
                    <a:gd name="connsiteX9" fmla="*/ 66920 w 76341"/>
                    <a:gd name="connsiteY9" fmla="*/ 110288 h 110288"/>
                    <a:gd name="connsiteX10" fmla="*/ 66920 w 76341"/>
                    <a:gd name="connsiteY10" fmla="*/ 57012 h 110288"/>
                    <a:gd name="connsiteX11" fmla="*/ 9421 w 76341"/>
                    <a:gd name="connsiteY11" fmla="*/ 57012 h 110288"/>
                    <a:gd name="connsiteX12" fmla="*/ 9421 w 76341"/>
                    <a:gd name="connsiteY12" fmla="*/ 110288 h 110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6341" h="110288">
                      <a:moveTo>
                        <a:pt x="9421" y="110288"/>
                      </a:moveTo>
                      <a:lnTo>
                        <a:pt x="0" y="110288"/>
                      </a:lnTo>
                      <a:lnTo>
                        <a:pt x="0" y="0"/>
                      </a:lnTo>
                      <a:lnTo>
                        <a:pt x="9421" y="0"/>
                      </a:lnTo>
                      <a:lnTo>
                        <a:pt x="9421" y="48728"/>
                      </a:lnTo>
                      <a:lnTo>
                        <a:pt x="66920" y="48728"/>
                      </a:lnTo>
                      <a:lnTo>
                        <a:pt x="66920" y="0"/>
                      </a:lnTo>
                      <a:lnTo>
                        <a:pt x="76341" y="0"/>
                      </a:lnTo>
                      <a:lnTo>
                        <a:pt x="76341" y="110288"/>
                      </a:lnTo>
                      <a:lnTo>
                        <a:pt x="66920" y="110288"/>
                      </a:lnTo>
                      <a:lnTo>
                        <a:pt x="66920" y="57012"/>
                      </a:lnTo>
                      <a:lnTo>
                        <a:pt x="9421" y="57012"/>
                      </a:lnTo>
                      <a:lnTo>
                        <a:pt x="9421" y="110288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1" name="자유형: 도형 120">
                  <a:extLst>
                    <a:ext uri="{FF2B5EF4-FFF2-40B4-BE49-F238E27FC236}">
                      <a16:creationId xmlns:a16="http://schemas.microsoft.com/office/drawing/2014/main" id="{CB30D690-7702-3BE1-065F-08FE55D7353C}"/>
                    </a:ext>
                  </a:extLst>
                </p:cNvPr>
                <p:cNvSpPr/>
                <p:nvPr/>
              </p:nvSpPr>
              <p:spPr>
                <a:xfrm>
                  <a:off x="953763" y="2515827"/>
                  <a:ext cx="67732" cy="78939"/>
                </a:xfrm>
                <a:custGeom>
                  <a:avLst/>
                  <a:gdLst>
                    <a:gd name="connsiteX0" fmla="*/ 67732 w 67732"/>
                    <a:gd name="connsiteY0" fmla="*/ 39470 h 78939"/>
                    <a:gd name="connsiteX1" fmla="*/ 33298 w 67732"/>
                    <a:gd name="connsiteY1" fmla="*/ 78940 h 78939"/>
                    <a:gd name="connsiteX2" fmla="*/ 0 w 67732"/>
                    <a:gd name="connsiteY2" fmla="*/ 39470 h 78939"/>
                    <a:gd name="connsiteX3" fmla="*/ 33298 w 67732"/>
                    <a:gd name="connsiteY3" fmla="*/ 0 h 78939"/>
                    <a:gd name="connsiteX4" fmla="*/ 67732 w 67732"/>
                    <a:gd name="connsiteY4" fmla="*/ 39470 h 78939"/>
                    <a:gd name="connsiteX5" fmla="*/ 33298 w 67732"/>
                    <a:gd name="connsiteY5" fmla="*/ 7634 h 78939"/>
                    <a:gd name="connsiteX6" fmla="*/ 8446 w 67732"/>
                    <a:gd name="connsiteY6" fmla="*/ 39470 h 78939"/>
                    <a:gd name="connsiteX7" fmla="*/ 33298 w 67732"/>
                    <a:gd name="connsiteY7" fmla="*/ 71143 h 78939"/>
                    <a:gd name="connsiteX8" fmla="*/ 58961 w 67732"/>
                    <a:gd name="connsiteY8" fmla="*/ 39470 h 78939"/>
                    <a:gd name="connsiteX9" fmla="*/ 33298 w 67732"/>
                    <a:gd name="connsiteY9" fmla="*/ 7634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7732" h="78939">
                      <a:moveTo>
                        <a:pt x="67732" y="39470"/>
                      </a:moveTo>
                      <a:cubicBezTo>
                        <a:pt x="67732" y="59773"/>
                        <a:pt x="56850" y="78940"/>
                        <a:pt x="33298" y="78940"/>
                      </a:cubicBezTo>
                      <a:cubicBezTo>
                        <a:pt x="9746" y="78940"/>
                        <a:pt x="0" y="59773"/>
                        <a:pt x="0" y="39470"/>
                      </a:cubicBezTo>
                      <a:cubicBezTo>
                        <a:pt x="0" y="19166"/>
                        <a:pt x="10233" y="0"/>
                        <a:pt x="33298" y="0"/>
                      </a:cubicBezTo>
                      <a:cubicBezTo>
                        <a:pt x="56362" y="0"/>
                        <a:pt x="67732" y="19166"/>
                        <a:pt x="67732" y="39470"/>
                      </a:cubicBezTo>
                      <a:close/>
                      <a:moveTo>
                        <a:pt x="33298" y="7634"/>
                      </a:moveTo>
                      <a:cubicBezTo>
                        <a:pt x="15431" y="7634"/>
                        <a:pt x="8446" y="25176"/>
                        <a:pt x="8446" y="39470"/>
                      </a:cubicBezTo>
                      <a:cubicBezTo>
                        <a:pt x="8446" y="53764"/>
                        <a:pt x="15431" y="71143"/>
                        <a:pt x="33298" y="71143"/>
                      </a:cubicBezTo>
                      <a:cubicBezTo>
                        <a:pt x="51165" y="71143"/>
                        <a:pt x="58961" y="53926"/>
                        <a:pt x="58961" y="39470"/>
                      </a:cubicBezTo>
                      <a:cubicBezTo>
                        <a:pt x="58961" y="25014"/>
                        <a:pt x="51165" y="7634"/>
                        <a:pt x="33298" y="763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2" name="자유형: 도형 121">
                  <a:extLst>
                    <a:ext uri="{FF2B5EF4-FFF2-40B4-BE49-F238E27FC236}">
                      <a16:creationId xmlns:a16="http://schemas.microsoft.com/office/drawing/2014/main" id="{8EC0A1F7-2402-4FD3-373F-6F1B6A7CCD7F}"/>
                    </a:ext>
                  </a:extLst>
                </p:cNvPr>
                <p:cNvSpPr/>
                <p:nvPr/>
              </p:nvSpPr>
              <p:spPr>
                <a:xfrm>
                  <a:off x="1039363" y="2515665"/>
                  <a:ext cx="102491" cy="77478"/>
                </a:xfrm>
                <a:custGeom>
                  <a:avLst/>
                  <a:gdLst>
                    <a:gd name="connsiteX0" fmla="*/ 76828 w 102491"/>
                    <a:gd name="connsiteY0" fmla="*/ 162 h 77478"/>
                    <a:gd name="connsiteX1" fmla="*/ 102492 w 102491"/>
                    <a:gd name="connsiteY1" fmla="*/ 27288 h 77478"/>
                    <a:gd name="connsiteX2" fmla="*/ 102492 w 102491"/>
                    <a:gd name="connsiteY2" fmla="*/ 77478 h 77478"/>
                    <a:gd name="connsiteX3" fmla="*/ 93883 w 102491"/>
                    <a:gd name="connsiteY3" fmla="*/ 77478 h 77478"/>
                    <a:gd name="connsiteX4" fmla="*/ 93883 w 102491"/>
                    <a:gd name="connsiteY4" fmla="*/ 30049 h 77478"/>
                    <a:gd name="connsiteX5" fmla="*/ 75691 w 102491"/>
                    <a:gd name="connsiteY5" fmla="*/ 7634 h 77478"/>
                    <a:gd name="connsiteX6" fmla="*/ 55713 w 102491"/>
                    <a:gd name="connsiteY6" fmla="*/ 28750 h 77478"/>
                    <a:gd name="connsiteX7" fmla="*/ 55713 w 102491"/>
                    <a:gd name="connsiteY7" fmla="*/ 77316 h 77478"/>
                    <a:gd name="connsiteX8" fmla="*/ 47104 w 102491"/>
                    <a:gd name="connsiteY8" fmla="*/ 77316 h 77478"/>
                    <a:gd name="connsiteX9" fmla="*/ 47104 w 102491"/>
                    <a:gd name="connsiteY9" fmla="*/ 29887 h 77478"/>
                    <a:gd name="connsiteX10" fmla="*/ 29237 w 102491"/>
                    <a:gd name="connsiteY10" fmla="*/ 7472 h 77478"/>
                    <a:gd name="connsiteX11" fmla="*/ 8609 w 102491"/>
                    <a:gd name="connsiteY11" fmla="*/ 32810 h 77478"/>
                    <a:gd name="connsiteX12" fmla="*/ 8609 w 102491"/>
                    <a:gd name="connsiteY12" fmla="*/ 77316 h 77478"/>
                    <a:gd name="connsiteX13" fmla="*/ 0 w 102491"/>
                    <a:gd name="connsiteY13" fmla="*/ 77316 h 77478"/>
                    <a:gd name="connsiteX14" fmla="*/ 0 w 102491"/>
                    <a:gd name="connsiteY14" fmla="*/ 2436 h 77478"/>
                    <a:gd name="connsiteX15" fmla="*/ 9258 w 102491"/>
                    <a:gd name="connsiteY15" fmla="*/ 2436 h 77478"/>
                    <a:gd name="connsiteX16" fmla="*/ 8771 w 102491"/>
                    <a:gd name="connsiteY16" fmla="*/ 13806 h 77478"/>
                    <a:gd name="connsiteX17" fmla="*/ 31836 w 102491"/>
                    <a:gd name="connsiteY17" fmla="*/ 0 h 77478"/>
                    <a:gd name="connsiteX18" fmla="*/ 53926 w 102491"/>
                    <a:gd name="connsiteY18" fmla="*/ 15431 h 77478"/>
                    <a:gd name="connsiteX19" fmla="*/ 76828 w 102491"/>
                    <a:gd name="connsiteY19" fmla="*/ 0 h 774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02491" h="77478">
                      <a:moveTo>
                        <a:pt x="76828" y="162"/>
                      </a:moveTo>
                      <a:cubicBezTo>
                        <a:pt x="92746" y="162"/>
                        <a:pt x="102492" y="9421"/>
                        <a:pt x="102492" y="27288"/>
                      </a:cubicBezTo>
                      <a:lnTo>
                        <a:pt x="102492" y="77478"/>
                      </a:lnTo>
                      <a:lnTo>
                        <a:pt x="93883" y="77478"/>
                      </a:lnTo>
                      <a:lnTo>
                        <a:pt x="93883" y="30049"/>
                      </a:lnTo>
                      <a:cubicBezTo>
                        <a:pt x="93883" y="15268"/>
                        <a:pt x="88686" y="7634"/>
                        <a:pt x="75691" y="7634"/>
                      </a:cubicBezTo>
                      <a:cubicBezTo>
                        <a:pt x="66920" y="7634"/>
                        <a:pt x="57175" y="14943"/>
                        <a:pt x="55713" y="28750"/>
                      </a:cubicBezTo>
                      <a:lnTo>
                        <a:pt x="55713" y="77316"/>
                      </a:lnTo>
                      <a:lnTo>
                        <a:pt x="47104" y="77316"/>
                      </a:lnTo>
                      <a:lnTo>
                        <a:pt x="47104" y="29887"/>
                      </a:lnTo>
                      <a:cubicBezTo>
                        <a:pt x="47104" y="15106"/>
                        <a:pt x="41906" y="7472"/>
                        <a:pt x="29237" y="7472"/>
                      </a:cubicBezTo>
                      <a:cubicBezTo>
                        <a:pt x="19166" y="7472"/>
                        <a:pt x="8609" y="16568"/>
                        <a:pt x="8609" y="32810"/>
                      </a:cubicBezTo>
                      <a:lnTo>
                        <a:pt x="8609" y="77316"/>
                      </a:lnTo>
                      <a:lnTo>
                        <a:pt x="0" y="77316"/>
                      </a:lnTo>
                      <a:lnTo>
                        <a:pt x="0" y="2436"/>
                      </a:lnTo>
                      <a:lnTo>
                        <a:pt x="9258" y="2436"/>
                      </a:lnTo>
                      <a:lnTo>
                        <a:pt x="8771" y="13806"/>
                      </a:lnTo>
                      <a:cubicBezTo>
                        <a:pt x="12669" y="5847"/>
                        <a:pt x="21440" y="0"/>
                        <a:pt x="31836" y="0"/>
                      </a:cubicBezTo>
                      <a:cubicBezTo>
                        <a:pt x="42718" y="0"/>
                        <a:pt x="50028" y="4223"/>
                        <a:pt x="53926" y="15431"/>
                      </a:cubicBezTo>
                      <a:cubicBezTo>
                        <a:pt x="57824" y="6010"/>
                        <a:pt x="66433" y="0"/>
                        <a:pt x="76828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3" name="자유형: 도형 122">
                  <a:extLst>
                    <a:ext uri="{FF2B5EF4-FFF2-40B4-BE49-F238E27FC236}">
                      <a16:creationId xmlns:a16="http://schemas.microsoft.com/office/drawing/2014/main" id="{8CF7EB61-A946-4570-8F3D-A5C11A217018}"/>
                    </a:ext>
                  </a:extLst>
                </p:cNvPr>
                <p:cNvSpPr/>
                <p:nvPr/>
              </p:nvSpPr>
              <p:spPr>
                <a:xfrm>
                  <a:off x="1165082" y="2515665"/>
                  <a:ext cx="66595" cy="78939"/>
                </a:xfrm>
                <a:custGeom>
                  <a:avLst/>
                  <a:gdLst>
                    <a:gd name="connsiteX0" fmla="*/ 63834 w 66595"/>
                    <a:gd name="connsiteY0" fmla="*/ 41257 h 78939"/>
                    <a:gd name="connsiteX1" fmla="*/ 8934 w 66595"/>
                    <a:gd name="connsiteY1" fmla="*/ 41257 h 78939"/>
                    <a:gd name="connsiteX2" fmla="*/ 34922 w 66595"/>
                    <a:gd name="connsiteY2" fmla="*/ 71468 h 78939"/>
                    <a:gd name="connsiteX3" fmla="*/ 56200 w 66595"/>
                    <a:gd name="connsiteY3" fmla="*/ 53276 h 78939"/>
                    <a:gd name="connsiteX4" fmla="*/ 65621 w 66595"/>
                    <a:gd name="connsiteY4" fmla="*/ 53276 h 78939"/>
                    <a:gd name="connsiteX5" fmla="*/ 32323 w 66595"/>
                    <a:gd name="connsiteY5" fmla="*/ 78940 h 78939"/>
                    <a:gd name="connsiteX6" fmla="*/ 0 w 66595"/>
                    <a:gd name="connsiteY6" fmla="*/ 39470 h 78939"/>
                    <a:gd name="connsiteX7" fmla="*/ 32973 w 66595"/>
                    <a:gd name="connsiteY7" fmla="*/ 0 h 78939"/>
                    <a:gd name="connsiteX8" fmla="*/ 66595 w 66595"/>
                    <a:gd name="connsiteY8" fmla="*/ 38008 h 78939"/>
                    <a:gd name="connsiteX9" fmla="*/ 63834 w 66595"/>
                    <a:gd name="connsiteY9" fmla="*/ 41094 h 78939"/>
                    <a:gd name="connsiteX10" fmla="*/ 57662 w 66595"/>
                    <a:gd name="connsiteY10" fmla="*/ 33785 h 78939"/>
                    <a:gd name="connsiteX11" fmla="*/ 32973 w 66595"/>
                    <a:gd name="connsiteY11" fmla="*/ 7634 h 78939"/>
                    <a:gd name="connsiteX12" fmla="*/ 9096 w 66595"/>
                    <a:gd name="connsiteY12" fmla="*/ 33785 h 78939"/>
                    <a:gd name="connsiteX13" fmla="*/ 57662 w 66595"/>
                    <a:gd name="connsiteY13" fmla="*/ 33785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6595" h="78939">
                      <a:moveTo>
                        <a:pt x="63834" y="41257"/>
                      </a:moveTo>
                      <a:lnTo>
                        <a:pt x="8934" y="41257"/>
                      </a:lnTo>
                      <a:cubicBezTo>
                        <a:pt x="8934" y="58312"/>
                        <a:pt x="17055" y="71468"/>
                        <a:pt x="34922" y="71468"/>
                      </a:cubicBezTo>
                      <a:cubicBezTo>
                        <a:pt x="45155" y="71468"/>
                        <a:pt x="53439" y="63834"/>
                        <a:pt x="56200" y="53276"/>
                      </a:cubicBezTo>
                      <a:lnTo>
                        <a:pt x="65621" y="53276"/>
                      </a:lnTo>
                      <a:cubicBezTo>
                        <a:pt x="61235" y="71143"/>
                        <a:pt x="50190" y="78940"/>
                        <a:pt x="32323" y="78940"/>
                      </a:cubicBezTo>
                      <a:cubicBezTo>
                        <a:pt x="10071" y="78940"/>
                        <a:pt x="0" y="60586"/>
                        <a:pt x="0" y="39470"/>
                      </a:cubicBezTo>
                      <a:cubicBezTo>
                        <a:pt x="0" y="18354"/>
                        <a:pt x="10883" y="0"/>
                        <a:pt x="32973" y="0"/>
                      </a:cubicBezTo>
                      <a:cubicBezTo>
                        <a:pt x="56687" y="0"/>
                        <a:pt x="66271" y="15755"/>
                        <a:pt x="66595" y="38008"/>
                      </a:cubicBezTo>
                      <a:cubicBezTo>
                        <a:pt x="66595" y="40120"/>
                        <a:pt x="65783" y="41094"/>
                        <a:pt x="63834" y="41094"/>
                      </a:cubicBezTo>
                      <a:close/>
                      <a:moveTo>
                        <a:pt x="57662" y="33785"/>
                      </a:moveTo>
                      <a:cubicBezTo>
                        <a:pt x="56850" y="18192"/>
                        <a:pt x="48079" y="7634"/>
                        <a:pt x="32973" y="7634"/>
                      </a:cubicBezTo>
                      <a:cubicBezTo>
                        <a:pt x="19166" y="7634"/>
                        <a:pt x="10395" y="19491"/>
                        <a:pt x="9096" y="33785"/>
                      </a:cubicBezTo>
                      <a:lnTo>
                        <a:pt x="57662" y="3378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4" name="자유형: 도형 123">
                  <a:extLst>
                    <a:ext uri="{FF2B5EF4-FFF2-40B4-BE49-F238E27FC236}">
                      <a16:creationId xmlns:a16="http://schemas.microsoft.com/office/drawing/2014/main" id="{33CF707C-F869-9074-6B4C-481F2E963286}"/>
                    </a:ext>
                  </a:extLst>
                </p:cNvPr>
                <p:cNvSpPr/>
                <p:nvPr/>
              </p:nvSpPr>
              <p:spPr>
                <a:xfrm>
                  <a:off x="1250844" y="2515340"/>
                  <a:ext cx="64483" cy="106227"/>
                </a:xfrm>
                <a:custGeom>
                  <a:avLst/>
                  <a:gdLst>
                    <a:gd name="connsiteX0" fmla="*/ 0 w 64483"/>
                    <a:gd name="connsiteY0" fmla="*/ 106228 h 106227"/>
                    <a:gd name="connsiteX1" fmla="*/ 0 w 64483"/>
                    <a:gd name="connsiteY1" fmla="*/ 2274 h 106227"/>
                    <a:gd name="connsiteX2" fmla="*/ 8609 w 64483"/>
                    <a:gd name="connsiteY2" fmla="*/ 2274 h 106227"/>
                    <a:gd name="connsiteX3" fmla="*/ 8609 w 64483"/>
                    <a:gd name="connsiteY3" fmla="*/ 13319 h 106227"/>
                    <a:gd name="connsiteX4" fmla="*/ 32810 w 64483"/>
                    <a:gd name="connsiteY4" fmla="*/ 0 h 106227"/>
                    <a:gd name="connsiteX5" fmla="*/ 64484 w 64483"/>
                    <a:gd name="connsiteY5" fmla="*/ 39308 h 106227"/>
                    <a:gd name="connsiteX6" fmla="*/ 32161 w 64483"/>
                    <a:gd name="connsiteY6" fmla="*/ 79102 h 106227"/>
                    <a:gd name="connsiteX7" fmla="*/ 8284 w 64483"/>
                    <a:gd name="connsiteY7" fmla="*/ 64646 h 106227"/>
                    <a:gd name="connsiteX8" fmla="*/ 8771 w 64483"/>
                    <a:gd name="connsiteY8" fmla="*/ 79102 h 106227"/>
                    <a:gd name="connsiteX9" fmla="*/ 8771 w 64483"/>
                    <a:gd name="connsiteY9" fmla="*/ 106228 h 106227"/>
                    <a:gd name="connsiteX10" fmla="*/ 162 w 64483"/>
                    <a:gd name="connsiteY10" fmla="*/ 106228 h 106227"/>
                    <a:gd name="connsiteX11" fmla="*/ 7959 w 64483"/>
                    <a:gd name="connsiteY11" fmla="*/ 38008 h 106227"/>
                    <a:gd name="connsiteX12" fmla="*/ 32973 w 64483"/>
                    <a:gd name="connsiteY12" fmla="*/ 71306 h 106227"/>
                    <a:gd name="connsiteX13" fmla="*/ 55550 w 64483"/>
                    <a:gd name="connsiteY13" fmla="*/ 38495 h 106227"/>
                    <a:gd name="connsiteX14" fmla="*/ 32486 w 64483"/>
                    <a:gd name="connsiteY14" fmla="*/ 7309 h 106227"/>
                    <a:gd name="connsiteX15" fmla="*/ 8121 w 64483"/>
                    <a:gd name="connsiteY15" fmla="*/ 37846 h 106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64483" h="106227">
                      <a:moveTo>
                        <a:pt x="0" y="106228"/>
                      </a:moveTo>
                      <a:lnTo>
                        <a:pt x="0" y="2274"/>
                      </a:lnTo>
                      <a:lnTo>
                        <a:pt x="8609" y="2274"/>
                      </a:lnTo>
                      <a:lnTo>
                        <a:pt x="8609" y="13319"/>
                      </a:lnTo>
                      <a:cubicBezTo>
                        <a:pt x="13482" y="5523"/>
                        <a:pt x="20953" y="0"/>
                        <a:pt x="32810" y="0"/>
                      </a:cubicBezTo>
                      <a:cubicBezTo>
                        <a:pt x="55225" y="0"/>
                        <a:pt x="64484" y="18192"/>
                        <a:pt x="64484" y="39308"/>
                      </a:cubicBezTo>
                      <a:cubicBezTo>
                        <a:pt x="64484" y="60423"/>
                        <a:pt x="53764" y="79102"/>
                        <a:pt x="32161" y="79102"/>
                      </a:cubicBezTo>
                      <a:cubicBezTo>
                        <a:pt x="20466" y="79102"/>
                        <a:pt x="12345" y="73905"/>
                        <a:pt x="8284" y="64646"/>
                      </a:cubicBezTo>
                      <a:lnTo>
                        <a:pt x="8771" y="79102"/>
                      </a:lnTo>
                      <a:lnTo>
                        <a:pt x="8771" y="106228"/>
                      </a:lnTo>
                      <a:lnTo>
                        <a:pt x="162" y="106228"/>
                      </a:lnTo>
                      <a:close/>
                      <a:moveTo>
                        <a:pt x="7959" y="38008"/>
                      </a:moveTo>
                      <a:cubicBezTo>
                        <a:pt x="7959" y="58961"/>
                        <a:pt x="19491" y="71306"/>
                        <a:pt x="32973" y="71306"/>
                      </a:cubicBezTo>
                      <a:cubicBezTo>
                        <a:pt x="49378" y="71306"/>
                        <a:pt x="55550" y="52951"/>
                        <a:pt x="55550" y="38495"/>
                      </a:cubicBezTo>
                      <a:cubicBezTo>
                        <a:pt x="55550" y="22740"/>
                        <a:pt x="48891" y="7309"/>
                        <a:pt x="32486" y="7309"/>
                      </a:cubicBezTo>
                      <a:cubicBezTo>
                        <a:pt x="16080" y="7309"/>
                        <a:pt x="8121" y="21928"/>
                        <a:pt x="8121" y="3784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5" name="자유형: 도형 124">
                  <a:extLst>
                    <a:ext uri="{FF2B5EF4-FFF2-40B4-BE49-F238E27FC236}">
                      <a16:creationId xmlns:a16="http://schemas.microsoft.com/office/drawing/2014/main" id="{FB250EA0-2EBC-199F-4921-2BB475058442}"/>
                    </a:ext>
                  </a:extLst>
                </p:cNvPr>
                <p:cNvSpPr/>
                <p:nvPr/>
              </p:nvSpPr>
              <p:spPr>
                <a:xfrm>
                  <a:off x="1327672" y="2515827"/>
                  <a:ext cx="58149" cy="78939"/>
                </a:xfrm>
                <a:custGeom>
                  <a:avLst/>
                  <a:gdLst>
                    <a:gd name="connsiteX0" fmla="*/ 48728 w 58149"/>
                    <a:gd name="connsiteY0" fmla="*/ 24851 h 78939"/>
                    <a:gd name="connsiteX1" fmla="*/ 30536 w 58149"/>
                    <a:gd name="connsiteY1" fmla="*/ 7472 h 78939"/>
                    <a:gd name="connsiteX2" fmla="*/ 12832 w 58149"/>
                    <a:gd name="connsiteY2" fmla="*/ 21116 h 78939"/>
                    <a:gd name="connsiteX3" fmla="*/ 2761 w 58149"/>
                    <a:gd name="connsiteY3" fmla="*/ 21116 h 78939"/>
                    <a:gd name="connsiteX4" fmla="*/ 30699 w 58149"/>
                    <a:gd name="connsiteY4" fmla="*/ 0 h 78939"/>
                    <a:gd name="connsiteX5" fmla="*/ 57175 w 58149"/>
                    <a:gd name="connsiteY5" fmla="*/ 25339 h 78939"/>
                    <a:gd name="connsiteX6" fmla="*/ 57175 w 58149"/>
                    <a:gd name="connsiteY6" fmla="*/ 66108 h 78939"/>
                    <a:gd name="connsiteX7" fmla="*/ 58149 w 58149"/>
                    <a:gd name="connsiteY7" fmla="*/ 77153 h 78939"/>
                    <a:gd name="connsiteX8" fmla="*/ 49053 w 58149"/>
                    <a:gd name="connsiteY8" fmla="*/ 77153 h 78939"/>
                    <a:gd name="connsiteX9" fmla="*/ 48403 w 58149"/>
                    <a:gd name="connsiteY9" fmla="*/ 67083 h 78939"/>
                    <a:gd name="connsiteX10" fmla="*/ 24527 w 58149"/>
                    <a:gd name="connsiteY10" fmla="*/ 78940 h 78939"/>
                    <a:gd name="connsiteX11" fmla="*/ 0 w 58149"/>
                    <a:gd name="connsiteY11" fmla="*/ 56525 h 78939"/>
                    <a:gd name="connsiteX12" fmla="*/ 14618 w 58149"/>
                    <a:gd name="connsiteY12" fmla="*/ 35084 h 78939"/>
                    <a:gd name="connsiteX13" fmla="*/ 48728 w 58149"/>
                    <a:gd name="connsiteY13" fmla="*/ 31511 h 78939"/>
                    <a:gd name="connsiteX14" fmla="*/ 48728 w 58149"/>
                    <a:gd name="connsiteY14" fmla="*/ 24851 h 78939"/>
                    <a:gd name="connsiteX15" fmla="*/ 26313 w 58149"/>
                    <a:gd name="connsiteY15" fmla="*/ 71306 h 78939"/>
                    <a:gd name="connsiteX16" fmla="*/ 49053 w 58149"/>
                    <a:gd name="connsiteY16" fmla="*/ 38495 h 78939"/>
                    <a:gd name="connsiteX17" fmla="*/ 8771 w 58149"/>
                    <a:gd name="connsiteY17" fmla="*/ 56687 h 78939"/>
                    <a:gd name="connsiteX18" fmla="*/ 26151 w 58149"/>
                    <a:gd name="connsiteY18" fmla="*/ 71306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8149" h="78939">
                      <a:moveTo>
                        <a:pt x="48728" y="24851"/>
                      </a:moveTo>
                      <a:cubicBezTo>
                        <a:pt x="47916" y="11695"/>
                        <a:pt x="40769" y="7472"/>
                        <a:pt x="30536" y="7472"/>
                      </a:cubicBezTo>
                      <a:cubicBezTo>
                        <a:pt x="21440" y="7472"/>
                        <a:pt x="13644" y="10558"/>
                        <a:pt x="12832" y="21116"/>
                      </a:cubicBezTo>
                      <a:lnTo>
                        <a:pt x="2761" y="21116"/>
                      </a:lnTo>
                      <a:cubicBezTo>
                        <a:pt x="3573" y="6660"/>
                        <a:pt x="16568" y="0"/>
                        <a:pt x="30699" y="0"/>
                      </a:cubicBezTo>
                      <a:cubicBezTo>
                        <a:pt x="47429" y="0"/>
                        <a:pt x="57499" y="7634"/>
                        <a:pt x="57175" y="25339"/>
                      </a:cubicBezTo>
                      <a:lnTo>
                        <a:pt x="57175" y="66108"/>
                      </a:lnTo>
                      <a:cubicBezTo>
                        <a:pt x="57175" y="69681"/>
                        <a:pt x="57662" y="75529"/>
                        <a:pt x="58149" y="77153"/>
                      </a:cubicBezTo>
                      <a:lnTo>
                        <a:pt x="49053" y="77153"/>
                      </a:lnTo>
                      <a:lnTo>
                        <a:pt x="48403" y="67083"/>
                      </a:lnTo>
                      <a:cubicBezTo>
                        <a:pt x="45155" y="73742"/>
                        <a:pt x="35247" y="78940"/>
                        <a:pt x="24527" y="78940"/>
                      </a:cubicBezTo>
                      <a:cubicBezTo>
                        <a:pt x="10233" y="78940"/>
                        <a:pt x="0" y="71793"/>
                        <a:pt x="0" y="56525"/>
                      </a:cubicBezTo>
                      <a:cubicBezTo>
                        <a:pt x="0" y="46129"/>
                        <a:pt x="5360" y="38820"/>
                        <a:pt x="14618" y="35084"/>
                      </a:cubicBezTo>
                      <a:cubicBezTo>
                        <a:pt x="24364" y="30536"/>
                        <a:pt x="38170" y="31511"/>
                        <a:pt x="48728" y="31511"/>
                      </a:cubicBezTo>
                      <a:lnTo>
                        <a:pt x="48728" y="24851"/>
                      </a:lnTo>
                      <a:close/>
                      <a:moveTo>
                        <a:pt x="26313" y="71306"/>
                      </a:moveTo>
                      <a:cubicBezTo>
                        <a:pt x="44505" y="71306"/>
                        <a:pt x="49053" y="55388"/>
                        <a:pt x="49053" y="38495"/>
                      </a:cubicBezTo>
                      <a:cubicBezTo>
                        <a:pt x="34922" y="38495"/>
                        <a:pt x="8771" y="36546"/>
                        <a:pt x="8771" y="56687"/>
                      </a:cubicBezTo>
                      <a:cubicBezTo>
                        <a:pt x="8771" y="67570"/>
                        <a:pt x="17380" y="71306"/>
                        <a:pt x="26151" y="7130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6" name="자유형: 도형 125">
                  <a:extLst>
                    <a:ext uri="{FF2B5EF4-FFF2-40B4-BE49-F238E27FC236}">
                      <a16:creationId xmlns:a16="http://schemas.microsoft.com/office/drawing/2014/main" id="{93127DEB-2193-9F80-3908-1CECA16ED771}"/>
                    </a:ext>
                  </a:extLst>
                </p:cNvPr>
                <p:cNvSpPr/>
                <p:nvPr/>
              </p:nvSpPr>
              <p:spPr>
                <a:xfrm>
                  <a:off x="1403201" y="2515178"/>
                  <a:ext cx="64483" cy="106227"/>
                </a:xfrm>
                <a:custGeom>
                  <a:avLst/>
                  <a:gdLst>
                    <a:gd name="connsiteX0" fmla="*/ 56200 w 64483"/>
                    <a:gd name="connsiteY0" fmla="*/ 65783 h 106227"/>
                    <a:gd name="connsiteX1" fmla="*/ 31186 w 64483"/>
                    <a:gd name="connsiteY1" fmla="*/ 79752 h 106227"/>
                    <a:gd name="connsiteX2" fmla="*/ 0 w 64483"/>
                    <a:gd name="connsiteY2" fmla="*/ 40120 h 106227"/>
                    <a:gd name="connsiteX3" fmla="*/ 31349 w 64483"/>
                    <a:gd name="connsiteY3" fmla="*/ 0 h 106227"/>
                    <a:gd name="connsiteX4" fmla="*/ 56362 w 64483"/>
                    <a:gd name="connsiteY4" fmla="*/ 14294 h 106227"/>
                    <a:gd name="connsiteX5" fmla="*/ 55875 w 64483"/>
                    <a:gd name="connsiteY5" fmla="*/ 2436 h 106227"/>
                    <a:gd name="connsiteX6" fmla="*/ 64484 w 64483"/>
                    <a:gd name="connsiteY6" fmla="*/ 2436 h 106227"/>
                    <a:gd name="connsiteX7" fmla="*/ 64484 w 64483"/>
                    <a:gd name="connsiteY7" fmla="*/ 77316 h 106227"/>
                    <a:gd name="connsiteX8" fmla="*/ 31673 w 64483"/>
                    <a:gd name="connsiteY8" fmla="*/ 106228 h 106227"/>
                    <a:gd name="connsiteX9" fmla="*/ 1787 w 64483"/>
                    <a:gd name="connsiteY9" fmla="*/ 84950 h 106227"/>
                    <a:gd name="connsiteX10" fmla="*/ 12182 w 64483"/>
                    <a:gd name="connsiteY10" fmla="*/ 84950 h 106227"/>
                    <a:gd name="connsiteX11" fmla="*/ 32486 w 64483"/>
                    <a:gd name="connsiteY11" fmla="*/ 98756 h 106227"/>
                    <a:gd name="connsiteX12" fmla="*/ 55550 w 64483"/>
                    <a:gd name="connsiteY12" fmla="*/ 75529 h 106227"/>
                    <a:gd name="connsiteX13" fmla="*/ 56038 w 64483"/>
                    <a:gd name="connsiteY13" fmla="*/ 65621 h 106227"/>
                    <a:gd name="connsiteX14" fmla="*/ 56687 w 64483"/>
                    <a:gd name="connsiteY14" fmla="*/ 41419 h 106227"/>
                    <a:gd name="connsiteX15" fmla="*/ 31511 w 64483"/>
                    <a:gd name="connsiteY15" fmla="*/ 7959 h 106227"/>
                    <a:gd name="connsiteX16" fmla="*/ 8934 w 64483"/>
                    <a:gd name="connsiteY16" fmla="*/ 41094 h 106227"/>
                    <a:gd name="connsiteX17" fmla="*/ 32648 w 64483"/>
                    <a:gd name="connsiteY17" fmla="*/ 71955 h 106227"/>
                    <a:gd name="connsiteX18" fmla="*/ 56687 w 64483"/>
                    <a:gd name="connsiteY18" fmla="*/ 41581 h 106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64483" h="106227">
                      <a:moveTo>
                        <a:pt x="56200" y="65783"/>
                      </a:moveTo>
                      <a:cubicBezTo>
                        <a:pt x="50353" y="76341"/>
                        <a:pt x="39795" y="79752"/>
                        <a:pt x="31186" y="79752"/>
                      </a:cubicBezTo>
                      <a:cubicBezTo>
                        <a:pt x="8771" y="79752"/>
                        <a:pt x="0" y="61073"/>
                        <a:pt x="0" y="40120"/>
                      </a:cubicBezTo>
                      <a:cubicBezTo>
                        <a:pt x="0" y="18029"/>
                        <a:pt x="9421" y="0"/>
                        <a:pt x="31349" y="0"/>
                      </a:cubicBezTo>
                      <a:cubicBezTo>
                        <a:pt x="43043" y="0"/>
                        <a:pt x="51165" y="4548"/>
                        <a:pt x="56362" y="14294"/>
                      </a:cubicBezTo>
                      <a:lnTo>
                        <a:pt x="55875" y="2436"/>
                      </a:lnTo>
                      <a:lnTo>
                        <a:pt x="64484" y="2436"/>
                      </a:lnTo>
                      <a:lnTo>
                        <a:pt x="64484" y="77316"/>
                      </a:lnTo>
                      <a:cubicBezTo>
                        <a:pt x="64484" y="97294"/>
                        <a:pt x="51977" y="106228"/>
                        <a:pt x="31673" y="106228"/>
                      </a:cubicBezTo>
                      <a:cubicBezTo>
                        <a:pt x="14456" y="106228"/>
                        <a:pt x="3249" y="98756"/>
                        <a:pt x="1787" y="84950"/>
                      </a:cubicBezTo>
                      <a:lnTo>
                        <a:pt x="12182" y="84950"/>
                      </a:lnTo>
                      <a:cubicBezTo>
                        <a:pt x="12832" y="94208"/>
                        <a:pt x="23714" y="98756"/>
                        <a:pt x="32486" y="98756"/>
                      </a:cubicBezTo>
                      <a:cubicBezTo>
                        <a:pt x="46779" y="98756"/>
                        <a:pt x="55550" y="92259"/>
                        <a:pt x="55550" y="75529"/>
                      </a:cubicBezTo>
                      <a:lnTo>
                        <a:pt x="56038" y="65621"/>
                      </a:lnTo>
                      <a:close/>
                      <a:moveTo>
                        <a:pt x="56687" y="41419"/>
                      </a:moveTo>
                      <a:cubicBezTo>
                        <a:pt x="56687" y="23714"/>
                        <a:pt x="50353" y="7959"/>
                        <a:pt x="31511" y="7959"/>
                      </a:cubicBezTo>
                      <a:cubicBezTo>
                        <a:pt x="14618" y="7959"/>
                        <a:pt x="8934" y="26476"/>
                        <a:pt x="8934" y="41094"/>
                      </a:cubicBezTo>
                      <a:cubicBezTo>
                        <a:pt x="8934" y="56525"/>
                        <a:pt x="16080" y="71955"/>
                        <a:pt x="32648" y="71955"/>
                      </a:cubicBezTo>
                      <a:cubicBezTo>
                        <a:pt x="49216" y="71955"/>
                        <a:pt x="56687" y="57337"/>
                        <a:pt x="56687" y="41581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7" name="자유형: 도형 126">
                  <a:extLst>
                    <a:ext uri="{FF2B5EF4-FFF2-40B4-BE49-F238E27FC236}">
                      <a16:creationId xmlns:a16="http://schemas.microsoft.com/office/drawing/2014/main" id="{DBEE5378-69AB-E080-46A2-665AEC40A98F}"/>
                    </a:ext>
                  </a:extLst>
                </p:cNvPr>
                <p:cNvSpPr/>
                <p:nvPr/>
              </p:nvSpPr>
              <p:spPr>
                <a:xfrm>
                  <a:off x="1485552" y="2515665"/>
                  <a:ext cx="66595" cy="78939"/>
                </a:xfrm>
                <a:custGeom>
                  <a:avLst/>
                  <a:gdLst>
                    <a:gd name="connsiteX0" fmla="*/ 63834 w 66595"/>
                    <a:gd name="connsiteY0" fmla="*/ 41257 h 78939"/>
                    <a:gd name="connsiteX1" fmla="*/ 8934 w 66595"/>
                    <a:gd name="connsiteY1" fmla="*/ 41257 h 78939"/>
                    <a:gd name="connsiteX2" fmla="*/ 34922 w 66595"/>
                    <a:gd name="connsiteY2" fmla="*/ 71468 h 78939"/>
                    <a:gd name="connsiteX3" fmla="*/ 56200 w 66595"/>
                    <a:gd name="connsiteY3" fmla="*/ 53276 h 78939"/>
                    <a:gd name="connsiteX4" fmla="*/ 65621 w 66595"/>
                    <a:gd name="connsiteY4" fmla="*/ 53276 h 78939"/>
                    <a:gd name="connsiteX5" fmla="*/ 32323 w 66595"/>
                    <a:gd name="connsiteY5" fmla="*/ 78940 h 78939"/>
                    <a:gd name="connsiteX6" fmla="*/ 0 w 66595"/>
                    <a:gd name="connsiteY6" fmla="*/ 39470 h 78939"/>
                    <a:gd name="connsiteX7" fmla="*/ 32973 w 66595"/>
                    <a:gd name="connsiteY7" fmla="*/ 0 h 78939"/>
                    <a:gd name="connsiteX8" fmla="*/ 66595 w 66595"/>
                    <a:gd name="connsiteY8" fmla="*/ 38008 h 78939"/>
                    <a:gd name="connsiteX9" fmla="*/ 63834 w 66595"/>
                    <a:gd name="connsiteY9" fmla="*/ 41094 h 78939"/>
                    <a:gd name="connsiteX10" fmla="*/ 57662 w 66595"/>
                    <a:gd name="connsiteY10" fmla="*/ 33785 h 78939"/>
                    <a:gd name="connsiteX11" fmla="*/ 32973 w 66595"/>
                    <a:gd name="connsiteY11" fmla="*/ 7634 h 78939"/>
                    <a:gd name="connsiteX12" fmla="*/ 9096 w 66595"/>
                    <a:gd name="connsiteY12" fmla="*/ 33785 h 78939"/>
                    <a:gd name="connsiteX13" fmla="*/ 57662 w 66595"/>
                    <a:gd name="connsiteY13" fmla="*/ 33785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6595" h="78939">
                      <a:moveTo>
                        <a:pt x="63834" y="41257"/>
                      </a:moveTo>
                      <a:lnTo>
                        <a:pt x="8934" y="41257"/>
                      </a:lnTo>
                      <a:cubicBezTo>
                        <a:pt x="8934" y="58312"/>
                        <a:pt x="17055" y="71468"/>
                        <a:pt x="34922" y="71468"/>
                      </a:cubicBezTo>
                      <a:cubicBezTo>
                        <a:pt x="45155" y="71468"/>
                        <a:pt x="53439" y="63834"/>
                        <a:pt x="56200" y="53276"/>
                      </a:cubicBezTo>
                      <a:lnTo>
                        <a:pt x="65621" y="53276"/>
                      </a:lnTo>
                      <a:cubicBezTo>
                        <a:pt x="61235" y="71143"/>
                        <a:pt x="50190" y="78940"/>
                        <a:pt x="32323" y="78940"/>
                      </a:cubicBezTo>
                      <a:cubicBezTo>
                        <a:pt x="10071" y="78940"/>
                        <a:pt x="0" y="60586"/>
                        <a:pt x="0" y="39470"/>
                      </a:cubicBezTo>
                      <a:cubicBezTo>
                        <a:pt x="0" y="18354"/>
                        <a:pt x="10883" y="0"/>
                        <a:pt x="32973" y="0"/>
                      </a:cubicBezTo>
                      <a:cubicBezTo>
                        <a:pt x="56687" y="0"/>
                        <a:pt x="66270" y="15755"/>
                        <a:pt x="66595" y="38008"/>
                      </a:cubicBezTo>
                      <a:cubicBezTo>
                        <a:pt x="66595" y="40120"/>
                        <a:pt x="65783" y="41094"/>
                        <a:pt x="63834" y="41094"/>
                      </a:cubicBezTo>
                      <a:close/>
                      <a:moveTo>
                        <a:pt x="57662" y="33785"/>
                      </a:moveTo>
                      <a:cubicBezTo>
                        <a:pt x="56850" y="18192"/>
                        <a:pt x="48079" y="7634"/>
                        <a:pt x="32973" y="7634"/>
                      </a:cubicBezTo>
                      <a:cubicBezTo>
                        <a:pt x="19004" y="7634"/>
                        <a:pt x="10395" y="19491"/>
                        <a:pt x="9096" y="33785"/>
                      </a:cubicBezTo>
                      <a:lnTo>
                        <a:pt x="57662" y="3378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8" name="자유형: 도형 127">
                  <a:extLst>
                    <a:ext uri="{FF2B5EF4-FFF2-40B4-BE49-F238E27FC236}">
                      <a16:creationId xmlns:a16="http://schemas.microsoft.com/office/drawing/2014/main" id="{A3B34B66-E42F-03FF-7DF1-8F64731D81FD}"/>
                    </a:ext>
                  </a:extLst>
                </p:cNvPr>
                <p:cNvSpPr/>
                <p:nvPr/>
              </p:nvSpPr>
              <p:spPr>
                <a:xfrm>
                  <a:off x="844450" y="2698721"/>
                  <a:ext cx="85436" cy="110613"/>
                </a:xfrm>
                <a:custGeom>
                  <a:avLst/>
                  <a:gdLst>
                    <a:gd name="connsiteX0" fmla="*/ 47429 w 85436"/>
                    <a:gd name="connsiteY0" fmla="*/ 62860 h 110613"/>
                    <a:gd name="connsiteX1" fmla="*/ 47429 w 85436"/>
                    <a:gd name="connsiteY1" fmla="*/ 110613 h 110613"/>
                    <a:gd name="connsiteX2" fmla="*/ 38008 w 85436"/>
                    <a:gd name="connsiteY2" fmla="*/ 110613 h 110613"/>
                    <a:gd name="connsiteX3" fmla="*/ 38008 w 85436"/>
                    <a:gd name="connsiteY3" fmla="*/ 62860 h 110613"/>
                    <a:gd name="connsiteX4" fmla="*/ 0 w 85436"/>
                    <a:gd name="connsiteY4" fmla="*/ 0 h 110613"/>
                    <a:gd name="connsiteX5" fmla="*/ 11370 w 85436"/>
                    <a:gd name="connsiteY5" fmla="*/ 0 h 110613"/>
                    <a:gd name="connsiteX6" fmla="*/ 43043 w 85436"/>
                    <a:gd name="connsiteY6" fmla="*/ 54088 h 110613"/>
                    <a:gd name="connsiteX7" fmla="*/ 74067 w 85436"/>
                    <a:gd name="connsiteY7" fmla="*/ 0 h 110613"/>
                    <a:gd name="connsiteX8" fmla="*/ 85437 w 85436"/>
                    <a:gd name="connsiteY8" fmla="*/ 0 h 110613"/>
                    <a:gd name="connsiteX9" fmla="*/ 47429 w 85436"/>
                    <a:gd name="connsiteY9" fmla="*/ 62860 h 1106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5436" h="110613">
                      <a:moveTo>
                        <a:pt x="47429" y="62860"/>
                      </a:moveTo>
                      <a:lnTo>
                        <a:pt x="47429" y="110613"/>
                      </a:lnTo>
                      <a:lnTo>
                        <a:pt x="38008" y="110613"/>
                      </a:lnTo>
                      <a:lnTo>
                        <a:pt x="38008" y="62860"/>
                      </a:lnTo>
                      <a:lnTo>
                        <a:pt x="0" y="0"/>
                      </a:lnTo>
                      <a:lnTo>
                        <a:pt x="11370" y="0"/>
                      </a:lnTo>
                      <a:lnTo>
                        <a:pt x="43043" y="54088"/>
                      </a:lnTo>
                      <a:lnTo>
                        <a:pt x="74067" y="0"/>
                      </a:lnTo>
                      <a:lnTo>
                        <a:pt x="85437" y="0"/>
                      </a:lnTo>
                      <a:lnTo>
                        <a:pt x="47429" y="6286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29" name="자유형: 도형 128">
                  <a:extLst>
                    <a:ext uri="{FF2B5EF4-FFF2-40B4-BE49-F238E27FC236}">
                      <a16:creationId xmlns:a16="http://schemas.microsoft.com/office/drawing/2014/main" id="{D57CB156-C8DE-7166-DC8B-EC82DE8FFFA8}"/>
                    </a:ext>
                  </a:extLst>
                </p:cNvPr>
                <p:cNvSpPr/>
                <p:nvPr/>
              </p:nvSpPr>
              <p:spPr>
                <a:xfrm>
                  <a:off x="929074" y="2732181"/>
                  <a:ext cx="67732" cy="78939"/>
                </a:xfrm>
                <a:custGeom>
                  <a:avLst/>
                  <a:gdLst>
                    <a:gd name="connsiteX0" fmla="*/ 67732 w 67732"/>
                    <a:gd name="connsiteY0" fmla="*/ 39470 h 78939"/>
                    <a:gd name="connsiteX1" fmla="*/ 33298 w 67732"/>
                    <a:gd name="connsiteY1" fmla="*/ 78940 h 78939"/>
                    <a:gd name="connsiteX2" fmla="*/ 0 w 67732"/>
                    <a:gd name="connsiteY2" fmla="*/ 39470 h 78939"/>
                    <a:gd name="connsiteX3" fmla="*/ 33298 w 67732"/>
                    <a:gd name="connsiteY3" fmla="*/ 0 h 78939"/>
                    <a:gd name="connsiteX4" fmla="*/ 67732 w 67732"/>
                    <a:gd name="connsiteY4" fmla="*/ 39470 h 78939"/>
                    <a:gd name="connsiteX5" fmla="*/ 33298 w 67732"/>
                    <a:gd name="connsiteY5" fmla="*/ 7634 h 78939"/>
                    <a:gd name="connsiteX6" fmla="*/ 8446 w 67732"/>
                    <a:gd name="connsiteY6" fmla="*/ 39470 h 78939"/>
                    <a:gd name="connsiteX7" fmla="*/ 33298 w 67732"/>
                    <a:gd name="connsiteY7" fmla="*/ 71143 h 78939"/>
                    <a:gd name="connsiteX8" fmla="*/ 58961 w 67732"/>
                    <a:gd name="connsiteY8" fmla="*/ 39470 h 78939"/>
                    <a:gd name="connsiteX9" fmla="*/ 33298 w 67732"/>
                    <a:gd name="connsiteY9" fmla="*/ 7634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7732" h="78939">
                      <a:moveTo>
                        <a:pt x="67732" y="39470"/>
                      </a:moveTo>
                      <a:cubicBezTo>
                        <a:pt x="67732" y="59773"/>
                        <a:pt x="56850" y="78940"/>
                        <a:pt x="33298" y="78940"/>
                      </a:cubicBezTo>
                      <a:cubicBezTo>
                        <a:pt x="9746" y="78940"/>
                        <a:pt x="0" y="59773"/>
                        <a:pt x="0" y="39470"/>
                      </a:cubicBezTo>
                      <a:cubicBezTo>
                        <a:pt x="0" y="19166"/>
                        <a:pt x="10233" y="0"/>
                        <a:pt x="33298" y="0"/>
                      </a:cubicBezTo>
                      <a:cubicBezTo>
                        <a:pt x="56362" y="0"/>
                        <a:pt x="67732" y="19166"/>
                        <a:pt x="67732" y="39470"/>
                      </a:cubicBezTo>
                      <a:close/>
                      <a:moveTo>
                        <a:pt x="33298" y="7634"/>
                      </a:moveTo>
                      <a:cubicBezTo>
                        <a:pt x="15431" y="7634"/>
                        <a:pt x="8446" y="25176"/>
                        <a:pt x="8446" y="39470"/>
                      </a:cubicBezTo>
                      <a:cubicBezTo>
                        <a:pt x="8446" y="53764"/>
                        <a:pt x="15431" y="71143"/>
                        <a:pt x="33298" y="71143"/>
                      </a:cubicBezTo>
                      <a:cubicBezTo>
                        <a:pt x="51165" y="71143"/>
                        <a:pt x="58961" y="53926"/>
                        <a:pt x="58961" y="39470"/>
                      </a:cubicBezTo>
                      <a:cubicBezTo>
                        <a:pt x="58961" y="25014"/>
                        <a:pt x="51165" y="7634"/>
                        <a:pt x="33298" y="763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0" name="자유형: 도형 129">
                  <a:extLst>
                    <a:ext uri="{FF2B5EF4-FFF2-40B4-BE49-F238E27FC236}">
                      <a16:creationId xmlns:a16="http://schemas.microsoft.com/office/drawing/2014/main" id="{F5188498-BC00-2792-5E74-809A97670480}"/>
                    </a:ext>
                  </a:extLst>
                </p:cNvPr>
                <p:cNvSpPr/>
                <p:nvPr/>
              </p:nvSpPr>
              <p:spPr>
                <a:xfrm>
                  <a:off x="1015811" y="2734618"/>
                  <a:ext cx="57174" cy="76665"/>
                </a:xfrm>
                <a:custGeom>
                  <a:avLst/>
                  <a:gdLst>
                    <a:gd name="connsiteX0" fmla="*/ 48891 w 57174"/>
                    <a:gd name="connsiteY0" fmla="*/ 74879 h 76665"/>
                    <a:gd name="connsiteX1" fmla="*/ 49378 w 57174"/>
                    <a:gd name="connsiteY1" fmla="*/ 62372 h 76665"/>
                    <a:gd name="connsiteX2" fmla="*/ 25014 w 57174"/>
                    <a:gd name="connsiteY2" fmla="*/ 76666 h 76665"/>
                    <a:gd name="connsiteX3" fmla="*/ 0 w 57174"/>
                    <a:gd name="connsiteY3" fmla="*/ 49378 h 76665"/>
                    <a:gd name="connsiteX4" fmla="*/ 0 w 57174"/>
                    <a:gd name="connsiteY4" fmla="*/ 0 h 76665"/>
                    <a:gd name="connsiteX5" fmla="*/ 8771 w 57174"/>
                    <a:gd name="connsiteY5" fmla="*/ 0 h 76665"/>
                    <a:gd name="connsiteX6" fmla="*/ 8771 w 57174"/>
                    <a:gd name="connsiteY6" fmla="*/ 46942 h 76665"/>
                    <a:gd name="connsiteX7" fmla="*/ 27288 w 57174"/>
                    <a:gd name="connsiteY7" fmla="*/ 69357 h 76665"/>
                    <a:gd name="connsiteX8" fmla="*/ 49216 w 57174"/>
                    <a:gd name="connsiteY8" fmla="*/ 44018 h 76665"/>
                    <a:gd name="connsiteX9" fmla="*/ 49216 w 57174"/>
                    <a:gd name="connsiteY9" fmla="*/ 0 h 76665"/>
                    <a:gd name="connsiteX10" fmla="*/ 57175 w 57174"/>
                    <a:gd name="connsiteY10" fmla="*/ 0 h 76665"/>
                    <a:gd name="connsiteX11" fmla="*/ 57175 w 57174"/>
                    <a:gd name="connsiteY11" fmla="*/ 75042 h 76665"/>
                    <a:gd name="connsiteX12" fmla="*/ 49053 w 57174"/>
                    <a:gd name="connsiteY12" fmla="*/ 75042 h 76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7174" h="76665">
                      <a:moveTo>
                        <a:pt x="48891" y="74879"/>
                      </a:moveTo>
                      <a:lnTo>
                        <a:pt x="49378" y="62372"/>
                      </a:lnTo>
                      <a:cubicBezTo>
                        <a:pt x="44343" y="72118"/>
                        <a:pt x="35409" y="76666"/>
                        <a:pt x="25014" y="76666"/>
                      </a:cubicBezTo>
                      <a:cubicBezTo>
                        <a:pt x="8934" y="76666"/>
                        <a:pt x="0" y="67245"/>
                        <a:pt x="0" y="49378"/>
                      </a:cubicBezTo>
                      <a:lnTo>
                        <a:pt x="0" y="0"/>
                      </a:lnTo>
                      <a:lnTo>
                        <a:pt x="8771" y="0"/>
                      </a:lnTo>
                      <a:lnTo>
                        <a:pt x="8771" y="46942"/>
                      </a:lnTo>
                      <a:cubicBezTo>
                        <a:pt x="8771" y="61723"/>
                        <a:pt x="13969" y="69357"/>
                        <a:pt x="27288" y="69357"/>
                      </a:cubicBezTo>
                      <a:cubicBezTo>
                        <a:pt x="38008" y="69357"/>
                        <a:pt x="49216" y="60261"/>
                        <a:pt x="49216" y="44018"/>
                      </a:cubicBezTo>
                      <a:lnTo>
                        <a:pt x="49216" y="0"/>
                      </a:lnTo>
                      <a:lnTo>
                        <a:pt x="57175" y="0"/>
                      </a:lnTo>
                      <a:lnTo>
                        <a:pt x="57175" y="75042"/>
                      </a:lnTo>
                      <a:lnTo>
                        <a:pt x="49053" y="7504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1" name="자유형: 도형 130">
                  <a:extLst>
                    <a:ext uri="{FF2B5EF4-FFF2-40B4-BE49-F238E27FC236}">
                      <a16:creationId xmlns:a16="http://schemas.microsoft.com/office/drawing/2014/main" id="{52F8F322-F467-23FD-82FC-69379AE710D0}"/>
                    </a:ext>
                  </a:extLst>
                </p:cNvPr>
                <p:cNvSpPr/>
                <p:nvPr/>
              </p:nvSpPr>
              <p:spPr>
                <a:xfrm>
                  <a:off x="1089066" y="2712852"/>
                  <a:ext cx="41419" cy="98756"/>
                </a:xfrm>
                <a:custGeom>
                  <a:avLst/>
                  <a:gdLst>
                    <a:gd name="connsiteX0" fmla="*/ 23552 w 41419"/>
                    <a:gd name="connsiteY0" fmla="*/ 0 h 98756"/>
                    <a:gd name="connsiteX1" fmla="*/ 23552 w 41419"/>
                    <a:gd name="connsiteY1" fmla="*/ 21765 h 98756"/>
                    <a:gd name="connsiteX2" fmla="*/ 40444 w 41419"/>
                    <a:gd name="connsiteY2" fmla="*/ 21765 h 98756"/>
                    <a:gd name="connsiteX3" fmla="*/ 40444 w 41419"/>
                    <a:gd name="connsiteY3" fmla="*/ 29562 h 98756"/>
                    <a:gd name="connsiteX4" fmla="*/ 23552 w 41419"/>
                    <a:gd name="connsiteY4" fmla="*/ 29562 h 98756"/>
                    <a:gd name="connsiteX5" fmla="*/ 23552 w 41419"/>
                    <a:gd name="connsiteY5" fmla="*/ 80077 h 98756"/>
                    <a:gd name="connsiteX6" fmla="*/ 33785 w 41419"/>
                    <a:gd name="connsiteY6" fmla="*/ 91609 h 98756"/>
                    <a:gd name="connsiteX7" fmla="*/ 41419 w 41419"/>
                    <a:gd name="connsiteY7" fmla="*/ 90635 h 98756"/>
                    <a:gd name="connsiteX8" fmla="*/ 41419 w 41419"/>
                    <a:gd name="connsiteY8" fmla="*/ 97619 h 98756"/>
                    <a:gd name="connsiteX9" fmla="*/ 32810 w 41419"/>
                    <a:gd name="connsiteY9" fmla="*/ 98756 h 98756"/>
                    <a:gd name="connsiteX10" fmla="*/ 14781 w 41419"/>
                    <a:gd name="connsiteY10" fmla="*/ 78940 h 98756"/>
                    <a:gd name="connsiteX11" fmla="*/ 14781 w 41419"/>
                    <a:gd name="connsiteY11" fmla="*/ 29724 h 98756"/>
                    <a:gd name="connsiteX12" fmla="*/ 0 w 41419"/>
                    <a:gd name="connsiteY12" fmla="*/ 29724 h 98756"/>
                    <a:gd name="connsiteX13" fmla="*/ 0 w 41419"/>
                    <a:gd name="connsiteY13" fmla="*/ 21928 h 98756"/>
                    <a:gd name="connsiteX14" fmla="*/ 14781 w 41419"/>
                    <a:gd name="connsiteY14" fmla="*/ 21928 h 98756"/>
                    <a:gd name="connsiteX15" fmla="*/ 14781 w 41419"/>
                    <a:gd name="connsiteY15" fmla="*/ 162 h 98756"/>
                    <a:gd name="connsiteX16" fmla="*/ 23552 w 41419"/>
                    <a:gd name="connsiteY16" fmla="*/ 162 h 98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41419" h="98756">
                      <a:moveTo>
                        <a:pt x="23552" y="0"/>
                      </a:moveTo>
                      <a:lnTo>
                        <a:pt x="23552" y="21765"/>
                      </a:lnTo>
                      <a:lnTo>
                        <a:pt x="40444" y="21765"/>
                      </a:lnTo>
                      <a:lnTo>
                        <a:pt x="40444" y="29562"/>
                      </a:lnTo>
                      <a:lnTo>
                        <a:pt x="23552" y="29562"/>
                      </a:lnTo>
                      <a:lnTo>
                        <a:pt x="23552" y="80077"/>
                      </a:lnTo>
                      <a:cubicBezTo>
                        <a:pt x="23552" y="89823"/>
                        <a:pt x="28100" y="91609"/>
                        <a:pt x="33785" y="91609"/>
                      </a:cubicBezTo>
                      <a:cubicBezTo>
                        <a:pt x="37521" y="91609"/>
                        <a:pt x="40282" y="90960"/>
                        <a:pt x="41419" y="90635"/>
                      </a:cubicBezTo>
                      <a:lnTo>
                        <a:pt x="41419" y="97619"/>
                      </a:lnTo>
                      <a:cubicBezTo>
                        <a:pt x="39145" y="98269"/>
                        <a:pt x="36059" y="98756"/>
                        <a:pt x="32810" y="98756"/>
                      </a:cubicBezTo>
                      <a:cubicBezTo>
                        <a:pt x="22253" y="98756"/>
                        <a:pt x="14781" y="95020"/>
                        <a:pt x="14781" y="78940"/>
                      </a:cubicBezTo>
                      <a:lnTo>
                        <a:pt x="14781" y="29724"/>
                      </a:lnTo>
                      <a:lnTo>
                        <a:pt x="0" y="29724"/>
                      </a:lnTo>
                      <a:lnTo>
                        <a:pt x="0" y="21928"/>
                      </a:lnTo>
                      <a:lnTo>
                        <a:pt x="14781" y="21928"/>
                      </a:lnTo>
                      <a:lnTo>
                        <a:pt x="14781" y="162"/>
                      </a:lnTo>
                      <a:lnTo>
                        <a:pt x="23552" y="16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2" name="자유형: 도형 131">
                  <a:extLst>
                    <a:ext uri="{FF2B5EF4-FFF2-40B4-BE49-F238E27FC236}">
                      <a16:creationId xmlns:a16="http://schemas.microsoft.com/office/drawing/2014/main" id="{24E44F9F-A2E4-F0B8-F29E-5D1D44FD5922}"/>
                    </a:ext>
                  </a:extLst>
                </p:cNvPr>
                <p:cNvSpPr/>
                <p:nvPr/>
              </p:nvSpPr>
              <p:spPr>
                <a:xfrm>
                  <a:off x="1147864" y="2734618"/>
                  <a:ext cx="57174" cy="76665"/>
                </a:xfrm>
                <a:custGeom>
                  <a:avLst/>
                  <a:gdLst>
                    <a:gd name="connsiteX0" fmla="*/ 48891 w 57174"/>
                    <a:gd name="connsiteY0" fmla="*/ 74879 h 76665"/>
                    <a:gd name="connsiteX1" fmla="*/ 49378 w 57174"/>
                    <a:gd name="connsiteY1" fmla="*/ 62372 h 76665"/>
                    <a:gd name="connsiteX2" fmla="*/ 25014 w 57174"/>
                    <a:gd name="connsiteY2" fmla="*/ 76666 h 76665"/>
                    <a:gd name="connsiteX3" fmla="*/ 0 w 57174"/>
                    <a:gd name="connsiteY3" fmla="*/ 49378 h 76665"/>
                    <a:gd name="connsiteX4" fmla="*/ 0 w 57174"/>
                    <a:gd name="connsiteY4" fmla="*/ 0 h 76665"/>
                    <a:gd name="connsiteX5" fmla="*/ 8771 w 57174"/>
                    <a:gd name="connsiteY5" fmla="*/ 0 h 76665"/>
                    <a:gd name="connsiteX6" fmla="*/ 8771 w 57174"/>
                    <a:gd name="connsiteY6" fmla="*/ 46942 h 76665"/>
                    <a:gd name="connsiteX7" fmla="*/ 27288 w 57174"/>
                    <a:gd name="connsiteY7" fmla="*/ 69357 h 76665"/>
                    <a:gd name="connsiteX8" fmla="*/ 49216 w 57174"/>
                    <a:gd name="connsiteY8" fmla="*/ 44018 h 76665"/>
                    <a:gd name="connsiteX9" fmla="*/ 49216 w 57174"/>
                    <a:gd name="connsiteY9" fmla="*/ 0 h 76665"/>
                    <a:gd name="connsiteX10" fmla="*/ 57175 w 57174"/>
                    <a:gd name="connsiteY10" fmla="*/ 0 h 76665"/>
                    <a:gd name="connsiteX11" fmla="*/ 57175 w 57174"/>
                    <a:gd name="connsiteY11" fmla="*/ 75042 h 76665"/>
                    <a:gd name="connsiteX12" fmla="*/ 49053 w 57174"/>
                    <a:gd name="connsiteY12" fmla="*/ 75042 h 76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7174" h="76665">
                      <a:moveTo>
                        <a:pt x="48891" y="74879"/>
                      </a:moveTo>
                      <a:lnTo>
                        <a:pt x="49378" y="62372"/>
                      </a:lnTo>
                      <a:cubicBezTo>
                        <a:pt x="44343" y="72118"/>
                        <a:pt x="35409" y="76666"/>
                        <a:pt x="25014" y="76666"/>
                      </a:cubicBezTo>
                      <a:cubicBezTo>
                        <a:pt x="8934" y="76666"/>
                        <a:pt x="0" y="67245"/>
                        <a:pt x="0" y="49378"/>
                      </a:cubicBezTo>
                      <a:lnTo>
                        <a:pt x="0" y="0"/>
                      </a:lnTo>
                      <a:lnTo>
                        <a:pt x="8771" y="0"/>
                      </a:lnTo>
                      <a:lnTo>
                        <a:pt x="8771" y="46942"/>
                      </a:lnTo>
                      <a:cubicBezTo>
                        <a:pt x="8771" y="61723"/>
                        <a:pt x="13969" y="69357"/>
                        <a:pt x="27288" y="69357"/>
                      </a:cubicBezTo>
                      <a:cubicBezTo>
                        <a:pt x="38008" y="69357"/>
                        <a:pt x="49216" y="60261"/>
                        <a:pt x="49216" y="44018"/>
                      </a:cubicBezTo>
                      <a:lnTo>
                        <a:pt x="49216" y="0"/>
                      </a:lnTo>
                      <a:lnTo>
                        <a:pt x="57175" y="0"/>
                      </a:lnTo>
                      <a:lnTo>
                        <a:pt x="57175" y="75042"/>
                      </a:lnTo>
                      <a:lnTo>
                        <a:pt x="49053" y="7504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3" name="자유형: 도형 132">
                  <a:extLst>
                    <a:ext uri="{FF2B5EF4-FFF2-40B4-BE49-F238E27FC236}">
                      <a16:creationId xmlns:a16="http://schemas.microsoft.com/office/drawing/2014/main" id="{7D1FE06B-1225-C3A9-71C8-48856E7C36E2}"/>
                    </a:ext>
                  </a:extLst>
                </p:cNvPr>
                <p:cNvSpPr/>
                <p:nvPr/>
              </p:nvSpPr>
              <p:spPr>
                <a:xfrm>
                  <a:off x="1226804" y="2698559"/>
                  <a:ext cx="65945" cy="113374"/>
                </a:xfrm>
                <a:custGeom>
                  <a:avLst/>
                  <a:gdLst>
                    <a:gd name="connsiteX0" fmla="*/ 9421 w 65945"/>
                    <a:gd name="connsiteY0" fmla="*/ 110938 h 113374"/>
                    <a:gd name="connsiteX1" fmla="*/ 0 w 65945"/>
                    <a:gd name="connsiteY1" fmla="*/ 110938 h 113374"/>
                    <a:gd name="connsiteX2" fmla="*/ 975 w 65945"/>
                    <a:gd name="connsiteY2" fmla="*/ 99893 h 113374"/>
                    <a:gd name="connsiteX3" fmla="*/ 975 w 65945"/>
                    <a:gd name="connsiteY3" fmla="*/ 0 h 113374"/>
                    <a:gd name="connsiteX4" fmla="*/ 9746 w 65945"/>
                    <a:gd name="connsiteY4" fmla="*/ 0 h 113374"/>
                    <a:gd name="connsiteX5" fmla="*/ 9746 w 65945"/>
                    <a:gd name="connsiteY5" fmla="*/ 49703 h 113374"/>
                    <a:gd name="connsiteX6" fmla="*/ 33785 w 65945"/>
                    <a:gd name="connsiteY6" fmla="*/ 34272 h 113374"/>
                    <a:gd name="connsiteX7" fmla="*/ 65946 w 65945"/>
                    <a:gd name="connsiteY7" fmla="*/ 73092 h 113374"/>
                    <a:gd name="connsiteX8" fmla="*/ 33785 w 65945"/>
                    <a:gd name="connsiteY8" fmla="*/ 113375 h 113374"/>
                    <a:gd name="connsiteX9" fmla="*/ 9908 w 65945"/>
                    <a:gd name="connsiteY9" fmla="*/ 100868 h 113374"/>
                    <a:gd name="connsiteX10" fmla="*/ 9258 w 65945"/>
                    <a:gd name="connsiteY10" fmla="*/ 111101 h 113374"/>
                    <a:gd name="connsiteX11" fmla="*/ 9746 w 65945"/>
                    <a:gd name="connsiteY11" fmla="*/ 72118 h 113374"/>
                    <a:gd name="connsiteX12" fmla="*/ 34597 w 65945"/>
                    <a:gd name="connsiteY12" fmla="*/ 105416 h 113374"/>
                    <a:gd name="connsiteX13" fmla="*/ 57175 w 65945"/>
                    <a:gd name="connsiteY13" fmla="*/ 72443 h 113374"/>
                    <a:gd name="connsiteX14" fmla="*/ 33460 w 65945"/>
                    <a:gd name="connsiteY14" fmla="*/ 41582 h 113374"/>
                    <a:gd name="connsiteX15" fmla="*/ 9746 w 65945"/>
                    <a:gd name="connsiteY15" fmla="*/ 71955 h 1133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65945" h="113374">
                      <a:moveTo>
                        <a:pt x="9421" y="110938"/>
                      </a:moveTo>
                      <a:lnTo>
                        <a:pt x="0" y="110938"/>
                      </a:lnTo>
                      <a:cubicBezTo>
                        <a:pt x="650" y="109151"/>
                        <a:pt x="975" y="103304"/>
                        <a:pt x="975" y="99893"/>
                      </a:cubicBezTo>
                      <a:lnTo>
                        <a:pt x="975" y="0"/>
                      </a:lnTo>
                      <a:lnTo>
                        <a:pt x="9746" y="0"/>
                      </a:lnTo>
                      <a:lnTo>
                        <a:pt x="9746" y="49703"/>
                      </a:lnTo>
                      <a:cubicBezTo>
                        <a:pt x="13644" y="40120"/>
                        <a:pt x="23714" y="34272"/>
                        <a:pt x="33785" y="34272"/>
                      </a:cubicBezTo>
                      <a:cubicBezTo>
                        <a:pt x="51652" y="34272"/>
                        <a:pt x="65946" y="45967"/>
                        <a:pt x="65946" y="73092"/>
                      </a:cubicBezTo>
                      <a:cubicBezTo>
                        <a:pt x="65946" y="100218"/>
                        <a:pt x="52951" y="113375"/>
                        <a:pt x="33785" y="113375"/>
                      </a:cubicBezTo>
                      <a:cubicBezTo>
                        <a:pt x="22415" y="113375"/>
                        <a:pt x="14456" y="108827"/>
                        <a:pt x="9908" y="100868"/>
                      </a:cubicBezTo>
                      <a:lnTo>
                        <a:pt x="9258" y="111101"/>
                      </a:lnTo>
                      <a:close/>
                      <a:moveTo>
                        <a:pt x="9746" y="72118"/>
                      </a:moveTo>
                      <a:cubicBezTo>
                        <a:pt x="9746" y="95020"/>
                        <a:pt x="16892" y="105416"/>
                        <a:pt x="34597" y="105416"/>
                      </a:cubicBezTo>
                      <a:cubicBezTo>
                        <a:pt x="48566" y="105416"/>
                        <a:pt x="57175" y="92909"/>
                        <a:pt x="57175" y="72443"/>
                      </a:cubicBezTo>
                      <a:cubicBezTo>
                        <a:pt x="57175" y="50353"/>
                        <a:pt x="46292" y="41582"/>
                        <a:pt x="33460" y="41582"/>
                      </a:cubicBezTo>
                      <a:cubicBezTo>
                        <a:pt x="21440" y="41582"/>
                        <a:pt x="9746" y="51814"/>
                        <a:pt x="9746" y="71955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4" name="자유형: 도형 133">
                  <a:extLst>
                    <a:ext uri="{FF2B5EF4-FFF2-40B4-BE49-F238E27FC236}">
                      <a16:creationId xmlns:a16="http://schemas.microsoft.com/office/drawing/2014/main" id="{5E3C5643-90BD-B353-90FF-5C629A4F3CDE}"/>
                    </a:ext>
                  </a:extLst>
                </p:cNvPr>
                <p:cNvSpPr/>
                <p:nvPr/>
              </p:nvSpPr>
              <p:spPr>
                <a:xfrm>
                  <a:off x="1306394" y="2732019"/>
                  <a:ext cx="66595" cy="78939"/>
                </a:xfrm>
                <a:custGeom>
                  <a:avLst/>
                  <a:gdLst>
                    <a:gd name="connsiteX0" fmla="*/ 63834 w 66595"/>
                    <a:gd name="connsiteY0" fmla="*/ 41257 h 78939"/>
                    <a:gd name="connsiteX1" fmla="*/ 8934 w 66595"/>
                    <a:gd name="connsiteY1" fmla="*/ 41257 h 78939"/>
                    <a:gd name="connsiteX2" fmla="*/ 34922 w 66595"/>
                    <a:gd name="connsiteY2" fmla="*/ 71468 h 78939"/>
                    <a:gd name="connsiteX3" fmla="*/ 56038 w 66595"/>
                    <a:gd name="connsiteY3" fmla="*/ 53276 h 78939"/>
                    <a:gd name="connsiteX4" fmla="*/ 65621 w 66595"/>
                    <a:gd name="connsiteY4" fmla="*/ 53276 h 78939"/>
                    <a:gd name="connsiteX5" fmla="*/ 32323 w 66595"/>
                    <a:gd name="connsiteY5" fmla="*/ 78940 h 78939"/>
                    <a:gd name="connsiteX6" fmla="*/ 0 w 66595"/>
                    <a:gd name="connsiteY6" fmla="*/ 39470 h 78939"/>
                    <a:gd name="connsiteX7" fmla="*/ 32973 w 66595"/>
                    <a:gd name="connsiteY7" fmla="*/ 0 h 78939"/>
                    <a:gd name="connsiteX8" fmla="*/ 66595 w 66595"/>
                    <a:gd name="connsiteY8" fmla="*/ 38008 h 78939"/>
                    <a:gd name="connsiteX9" fmla="*/ 63834 w 66595"/>
                    <a:gd name="connsiteY9" fmla="*/ 41094 h 78939"/>
                    <a:gd name="connsiteX10" fmla="*/ 57662 w 66595"/>
                    <a:gd name="connsiteY10" fmla="*/ 33785 h 78939"/>
                    <a:gd name="connsiteX11" fmla="*/ 32973 w 66595"/>
                    <a:gd name="connsiteY11" fmla="*/ 7634 h 78939"/>
                    <a:gd name="connsiteX12" fmla="*/ 9096 w 66595"/>
                    <a:gd name="connsiteY12" fmla="*/ 33785 h 78939"/>
                    <a:gd name="connsiteX13" fmla="*/ 57662 w 66595"/>
                    <a:gd name="connsiteY13" fmla="*/ 33785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6595" h="78939">
                      <a:moveTo>
                        <a:pt x="63834" y="41257"/>
                      </a:moveTo>
                      <a:lnTo>
                        <a:pt x="8934" y="41257"/>
                      </a:lnTo>
                      <a:cubicBezTo>
                        <a:pt x="8934" y="58312"/>
                        <a:pt x="17055" y="71468"/>
                        <a:pt x="34922" y="71468"/>
                      </a:cubicBezTo>
                      <a:cubicBezTo>
                        <a:pt x="45155" y="71468"/>
                        <a:pt x="53439" y="63834"/>
                        <a:pt x="56038" y="53276"/>
                      </a:cubicBezTo>
                      <a:lnTo>
                        <a:pt x="65621" y="53276"/>
                      </a:lnTo>
                      <a:cubicBezTo>
                        <a:pt x="61235" y="71143"/>
                        <a:pt x="50190" y="78940"/>
                        <a:pt x="32323" y="78940"/>
                      </a:cubicBezTo>
                      <a:cubicBezTo>
                        <a:pt x="10071" y="78940"/>
                        <a:pt x="0" y="60586"/>
                        <a:pt x="0" y="39470"/>
                      </a:cubicBezTo>
                      <a:cubicBezTo>
                        <a:pt x="0" y="18354"/>
                        <a:pt x="10883" y="0"/>
                        <a:pt x="32973" y="0"/>
                      </a:cubicBezTo>
                      <a:cubicBezTo>
                        <a:pt x="56687" y="0"/>
                        <a:pt x="66271" y="15755"/>
                        <a:pt x="66595" y="38008"/>
                      </a:cubicBezTo>
                      <a:cubicBezTo>
                        <a:pt x="66595" y="40120"/>
                        <a:pt x="65783" y="41094"/>
                        <a:pt x="63834" y="41094"/>
                      </a:cubicBezTo>
                      <a:close/>
                      <a:moveTo>
                        <a:pt x="57662" y="33785"/>
                      </a:moveTo>
                      <a:cubicBezTo>
                        <a:pt x="56850" y="18192"/>
                        <a:pt x="48079" y="7634"/>
                        <a:pt x="32973" y="7634"/>
                      </a:cubicBezTo>
                      <a:cubicBezTo>
                        <a:pt x="19166" y="7634"/>
                        <a:pt x="10395" y="19491"/>
                        <a:pt x="9096" y="33785"/>
                      </a:cubicBezTo>
                      <a:lnTo>
                        <a:pt x="57662" y="3378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5" name="자유형: 도형 134">
                  <a:extLst>
                    <a:ext uri="{FF2B5EF4-FFF2-40B4-BE49-F238E27FC236}">
                      <a16:creationId xmlns:a16="http://schemas.microsoft.com/office/drawing/2014/main" id="{E26E6B8E-6BB6-B6D0-5A0A-61AC29A12A58}"/>
                    </a:ext>
                  </a:extLst>
                </p:cNvPr>
                <p:cNvSpPr/>
                <p:nvPr/>
              </p:nvSpPr>
              <p:spPr>
                <a:xfrm>
                  <a:off x="857281" y="2915400"/>
                  <a:ext cx="63996" cy="110125"/>
                </a:xfrm>
                <a:custGeom>
                  <a:avLst/>
                  <a:gdLst>
                    <a:gd name="connsiteX0" fmla="*/ 61398 w 63996"/>
                    <a:gd name="connsiteY0" fmla="*/ 0 h 110125"/>
                    <a:gd name="connsiteX1" fmla="*/ 61398 w 63996"/>
                    <a:gd name="connsiteY1" fmla="*/ 8121 h 110125"/>
                    <a:gd name="connsiteX2" fmla="*/ 9258 w 63996"/>
                    <a:gd name="connsiteY2" fmla="*/ 8121 h 110125"/>
                    <a:gd name="connsiteX3" fmla="*/ 9258 w 63996"/>
                    <a:gd name="connsiteY3" fmla="*/ 48891 h 110125"/>
                    <a:gd name="connsiteX4" fmla="*/ 61235 w 63996"/>
                    <a:gd name="connsiteY4" fmla="*/ 48891 h 110125"/>
                    <a:gd name="connsiteX5" fmla="*/ 61235 w 63996"/>
                    <a:gd name="connsiteY5" fmla="*/ 57175 h 110125"/>
                    <a:gd name="connsiteX6" fmla="*/ 9258 w 63996"/>
                    <a:gd name="connsiteY6" fmla="*/ 57175 h 110125"/>
                    <a:gd name="connsiteX7" fmla="*/ 9258 w 63996"/>
                    <a:gd name="connsiteY7" fmla="*/ 101842 h 110125"/>
                    <a:gd name="connsiteX8" fmla="*/ 63997 w 63996"/>
                    <a:gd name="connsiteY8" fmla="*/ 101842 h 110125"/>
                    <a:gd name="connsiteX9" fmla="*/ 63997 w 63996"/>
                    <a:gd name="connsiteY9" fmla="*/ 110126 h 110125"/>
                    <a:gd name="connsiteX10" fmla="*/ 2599 w 63996"/>
                    <a:gd name="connsiteY10" fmla="*/ 110126 h 110125"/>
                    <a:gd name="connsiteX11" fmla="*/ 0 w 63996"/>
                    <a:gd name="connsiteY11" fmla="*/ 107527 h 110125"/>
                    <a:gd name="connsiteX12" fmla="*/ 0 w 63996"/>
                    <a:gd name="connsiteY12" fmla="*/ 2599 h 110125"/>
                    <a:gd name="connsiteX13" fmla="*/ 2599 w 63996"/>
                    <a:gd name="connsiteY13" fmla="*/ 0 h 110125"/>
                    <a:gd name="connsiteX14" fmla="*/ 61560 w 63996"/>
                    <a:gd name="connsiteY14" fmla="*/ 0 h 1101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3996" h="110125">
                      <a:moveTo>
                        <a:pt x="61398" y="0"/>
                      </a:moveTo>
                      <a:lnTo>
                        <a:pt x="61398" y="8121"/>
                      </a:lnTo>
                      <a:lnTo>
                        <a:pt x="9258" y="8121"/>
                      </a:lnTo>
                      <a:lnTo>
                        <a:pt x="9258" y="48891"/>
                      </a:lnTo>
                      <a:lnTo>
                        <a:pt x="61235" y="48891"/>
                      </a:lnTo>
                      <a:lnTo>
                        <a:pt x="61235" y="57175"/>
                      </a:lnTo>
                      <a:lnTo>
                        <a:pt x="9258" y="57175"/>
                      </a:lnTo>
                      <a:lnTo>
                        <a:pt x="9258" y="101842"/>
                      </a:lnTo>
                      <a:lnTo>
                        <a:pt x="63997" y="101842"/>
                      </a:lnTo>
                      <a:lnTo>
                        <a:pt x="63997" y="110126"/>
                      </a:lnTo>
                      <a:lnTo>
                        <a:pt x="2599" y="110126"/>
                      </a:lnTo>
                      <a:cubicBezTo>
                        <a:pt x="487" y="110126"/>
                        <a:pt x="0" y="109476"/>
                        <a:pt x="0" y="107527"/>
                      </a:cubicBezTo>
                      <a:lnTo>
                        <a:pt x="0" y="2599"/>
                      </a:lnTo>
                      <a:cubicBezTo>
                        <a:pt x="0" y="487"/>
                        <a:pt x="650" y="0"/>
                        <a:pt x="2599" y="0"/>
                      </a:cubicBezTo>
                      <a:lnTo>
                        <a:pt x="61560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6" name="자유형: 도형 135">
                  <a:extLst>
                    <a:ext uri="{FF2B5EF4-FFF2-40B4-BE49-F238E27FC236}">
                      <a16:creationId xmlns:a16="http://schemas.microsoft.com/office/drawing/2014/main" id="{D121BACD-5CCA-319C-2ACA-BBD11741C9FE}"/>
                    </a:ext>
                  </a:extLst>
                </p:cNvPr>
                <p:cNvSpPr/>
                <p:nvPr/>
              </p:nvSpPr>
              <p:spPr>
                <a:xfrm>
                  <a:off x="940607" y="2966402"/>
                  <a:ext cx="65945" cy="8121"/>
                </a:xfrm>
                <a:custGeom>
                  <a:avLst/>
                  <a:gdLst>
                    <a:gd name="connsiteX0" fmla="*/ 65946 w 65945"/>
                    <a:gd name="connsiteY0" fmla="*/ 0 h 8121"/>
                    <a:gd name="connsiteX1" fmla="*/ 65946 w 65945"/>
                    <a:gd name="connsiteY1" fmla="*/ 8121 h 8121"/>
                    <a:gd name="connsiteX2" fmla="*/ 0 w 65945"/>
                    <a:gd name="connsiteY2" fmla="*/ 8121 h 8121"/>
                    <a:gd name="connsiteX3" fmla="*/ 0 w 65945"/>
                    <a:gd name="connsiteY3" fmla="*/ 0 h 8121"/>
                    <a:gd name="connsiteX4" fmla="*/ 65946 w 65945"/>
                    <a:gd name="connsiteY4" fmla="*/ 0 h 81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945" h="8121">
                      <a:moveTo>
                        <a:pt x="65946" y="0"/>
                      </a:moveTo>
                      <a:lnTo>
                        <a:pt x="65946" y="8121"/>
                      </a:lnTo>
                      <a:lnTo>
                        <a:pt x="0" y="8121"/>
                      </a:lnTo>
                      <a:lnTo>
                        <a:pt x="0" y="0"/>
                      </a:lnTo>
                      <a:lnTo>
                        <a:pt x="65946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7" name="자유형: 도형 136">
                  <a:extLst>
                    <a:ext uri="{FF2B5EF4-FFF2-40B4-BE49-F238E27FC236}">
                      <a16:creationId xmlns:a16="http://schemas.microsoft.com/office/drawing/2014/main" id="{0C700E52-CAAD-176B-491C-99D025F49FD4}"/>
                    </a:ext>
                  </a:extLst>
                </p:cNvPr>
                <p:cNvSpPr/>
                <p:nvPr/>
              </p:nvSpPr>
              <p:spPr>
                <a:xfrm>
                  <a:off x="1028805" y="2915400"/>
                  <a:ext cx="99405" cy="110288"/>
                </a:xfrm>
                <a:custGeom>
                  <a:avLst/>
                  <a:gdLst>
                    <a:gd name="connsiteX0" fmla="*/ 56200 w 99405"/>
                    <a:gd name="connsiteY0" fmla="*/ 108014 h 110288"/>
                    <a:gd name="connsiteX1" fmla="*/ 53114 w 99405"/>
                    <a:gd name="connsiteY1" fmla="*/ 110126 h 110288"/>
                    <a:gd name="connsiteX2" fmla="*/ 46454 w 99405"/>
                    <a:gd name="connsiteY2" fmla="*/ 110126 h 110288"/>
                    <a:gd name="connsiteX3" fmla="*/ 43368 w 99405"/>
                    <a:gd name="connsiteY3" fmla="*/ 108014 h 110288"/>
                    <a:gd name="connsiteX4" fmla="*/ 8609 w 99405"/>
                    <a:gd name="connsiteY4" fmla="*/ 7472 h 110288"/>
                    <a:gd name="connsiteX5" fmla="*/ 9096 w 99405"/>
                    <a:gd name="connsiteY5" fmla="*/ 28750 h 110288"/>
                    <a:gd name="connsiteX6" fmla="*/ 9096 w 99405"/>
                    <a:gd name="connsiteY6" fmla="*/ 110288 h 110288"/>
                    <a:gd name="connsiteX7" fmla="*/ 0 w 99405"/>
                    <a:gd name="connsiteY7" fmla="*/ 110288 h 110288"/>
                    <a:gd name="connsiteX8" fmla="*/ 0 w 99405"/>
                    <a:gd name="connsiteY8" fmla="*/ 2599 h 110288"/>
                    <a:gd name="connsiteX9" fmla="*/ 2599 w 99405"/>
                    <a:gd name="connsiteY9" fmla="*/ 0 h 110288"/>
                    <a:gd name="connsiteX10" fmla="*/ 12182 w 99405"/>
                    <a:gd name="connsiteY10" fmla="*/ 0 h 110288"/>
                    <a:gd name="connsiteX11" fmla="*/ 14943 w 99405"/>
                    <a:gd name="connsiteY11" fmla="*/ 2112 h 110288"/>
                    <a:gd name="connsiteX12" fmla="*/ 43043 w 99405"/>
                    <a:gd name="connsiteY12" fmla="*/ 81539 h 110288"/>
                    <a:gd name="connsiteX13" fmla="*/ 49703 w 99405"/>
                    <a:gd name="connsiteY13" fmla="*/ 99731 h 110288"/>
                    <a:gd name="connsiteX14" fmla="*/ 56362 w 99405"/>
                    <a:gd name="connsiteY14" fmla="*/ 81539 h 110288"/>
                    <a:gd name="connsiteX15" fmla="*/ 84462 w 99405"/>
                    <a:gd name="connsiteY15" fmla="*/ 2112 h 110288"/>
                    <a:gd name="connsiteX16" fmla="*/ 87224 w 99405"/>
                    <a:gd name="connsiteY16" fmla="*/ 0 h 110288"/>
                    <a:gd name="connsiteX17" fmla="*/ 96807 w 99405"/>
                    <a:gd name="connsiteY17" fmla="*/ 0 h 110288"/>
                    <a:gd name="connsiteX18" fmla="*/ 99406 w 99405"/>
                    <a:gd name="connsiteY18" fmla="*/ 2599 h 110288"/>
                    <a:gd name="connsiteX19" fmla="*/ 99406 w 99405"/>
                    <a:gd name="connsiteY19" fmla="*/ 110288 h 110288"/>
                    <a:gd name="connsiteX20" fmla="*/ 90310 w 99405"/>
                    <a:gd name="connsiteY20" fmla="*/ 110288 h 110288"/>
                    <a:gd name="connsiteX21" fmla="*/ 90310 w 99405"/>
                    <a:gd name="connsiteY21" fmla="*/ 28587 h 110288"/>
                    <a:gd name="connsiteX22" fmla="*/ 90960 w 99405"/>
                    <a:gd name="connsiteY22" fmla="*/ 7309 h 110288"/>
                    <a:gd name="connsiteX23" fmla="*/ 55875 w 99405"/>
                    <a:gd name="connsiteY23" fmla="*/ 107852 h 110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99405" h="110288">
                      <a:moveTo>
                        <a:pt x="56200" y="108014"/>
                      </a:moveTo>
                      <a:cubicBezTo>
                        <a:pt x="55550" y="109314"/>
                        <a:pt x="54901" y="110126"/>
                        <a:pt x="53114" y="110126"/>
                      </a:cubicBezTo>
                      <a:lnTo>
                        <a:pt x="46454" y="110126"/>
                      </a:lnTo>
                      <a:cubicBezTo>
                        <a:pt x="44668" y="110126"/>
                        <a:pt x="44018" y="109314"/>
                        <a:pt x="43368" y="108014"/>
                      </a:cubicBezTo>
                      <a:lnTo>
                        <a:pt x="8609" y="7472"/>
                      </a:lnTo>
                      <a:lnTo>
                        <a:pt x="9096" y="28750"/>
                      </a:lnTo>
                      <a:lnTo>
                        <a:pt x="9096" y="110288"/>
                      </a:lnTo>
                      <a:lnTo>
                        <a:pt x="0" y="110288"/>
                      </a:lnTo>
                      <a:lnTo>
                        <a:pt x="0" y="2599"/>
                      </a:lnTo>
                      <a:cubicBezTo>
                        <a:pt x="0" y="487"/>
                        <a:pt x="650" y="0"/>
                        <a:pt x="2599" y="0"/>
                      </a:cubicBezTo>
                      <a:lnTo>
                        <a:pt x="12182" y="0"/>
                      </a:lnTo>
                      <a:cubicBezTo>
                        <a:pt x="13482" y="0"/>
                        <a:pt x="14294" y="650"/>
                        <a:pt x="14943" y="2112"/>
                      </a:cubicBezTo>
                      <a:lnTo>
                        <a:pt x="43043" y="81539"/>
                      </a:lnTo>
                      <a:lnTo>
                        <a:pt x="49703" y="99731"/>
                      </a:lnTo>
                      <a:lnTo>
                        <a:pt x="56362" y="81539"/>
                      </a:lnTo>
                      <a:lnTo>
                        <a:pt x="84462" y="2112"/>
                      </a:lnTo>
                      <a:cubicBezTo>
                        <a:pt x="85112" y="812"/>
                        <a:pt x="85924" y="0"/>
                        <a:pt x="87224" y="0"/>
                      </a:cubicBezTo>
                      <a:lnTo>
                        <a:pt x="96807" y="0"/>
                      </a:lnTo>
                      <a:cubicBezTo>
                        <a:pt x="98918" y="0"/>
                        <a:pt x="99406" y="650"/>
                        <a:pt x="99406" y="2599"/>
                      </a:cubicBezTo>
                      <a:lnTo>
                        <a:pt x="99406" y="110288"/>
                      </a:lnTo>
                      <a:lnTo>
                        <a:pt x="90310" y="110288"/>
                      </a:lnTo>
                      <a:lnTo>
                        <a:pt x="90310" y="28587"/>
                      </a:lnTo>
                      <a:lnTo>
                        <a:pt x="90960" y="7309"/>
                      </a:lnTo>
                      <a:lnTo>
                        <a:pt x="55875" y="10785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8" name="자유형: 도형 137">
                  <a:extLst>
                    <a:ext uri="{FF2B5EF4-FFF2-40B4-BE49-F238E27FC236}">
                      <a16:creationId xmlns:a16="http://schemas.microsoft.com/office/drawing/2014/main" id="{3B667EC4-5E9B-7A85-FC59-2155E86B8968}"/>
                    </a:ext>
                  </a:extLst>
                </p:cNvPr>
                <p:cNvSpPr/>
                <p:nvPr/>
              </p:nvSpPr>
              <p:spPr>
                <a:xfrm>
                  <a:off x="1147702" y="2948697"/>
                  <a:ext cx="58149" cy="78939"/>
                </a:xfrm>
                <a:custGeom>
                  <a:avLst/>
                  <a:gdLst>
                    <a:gd name="connsiteX0" fmla="*/ 48728 w 58149"/>
                    <a:gd name="connsiteY0" fmla="*/ 24851 h 78939"/>
                    <a:gd name="connsiteX1" fmla="*/ 30536 w 58149"/>
                    <a:gd name="connsiteY1" fmla="*/ 7472 h 78939"/>
                    <a:gd name="connsiteX2" fmla="*/ 12832 w 58149"/>
                    <a:gd name="connsiteY2" fmla="*/ 21116 h 78939"/>
                    <a:gd name="connsiteX3" fmla="*/ 2761 w 58149"/>
                    <a:gd name="connsiteY3" fmla="*/ 21116 h 78939"/>
                    <a:gd name="connsiteX4" fmla="*/ 30699 w 58149"/>
                    <a:gd name="connsiteY4" fmla="*/ 0 h 78939"/>
                    <a:gd name="connsiteX5" fmla="*/ 57175 w 58149"/>
                    <a:gd name="connsiteY5" fmla="*/ 25339 h 78939"/>
                    <a:gd name="connsiteX6" fmla="*/ 57175 w 58149"/>
                    <a:gd name="connsiteY6" fmla="*/ 66108 h 78939"/>
                    <a:gd name="connsiteX7" fmla="*/ 58149 w 58149"/>
                    <a:gd name="connsiteY7" fmla="*/ 77153 h 78939"/>
                    <a:gd name="connsiteX8" fmla="*/ 49053 w 58149"/>
                    <a:gd name="connsiteY8" fmla="*/ 77153 h 78939"/>
                    <a:gd name="connsiteX9" fmla="*/ 48403 w 58149"/>
                    <a:gd name="connsiteY9" fmla="*/ 67083 h 78939"/>
                    <a:gd name="connsiteX10" fmla="*/ 24527 w 58149"/>
                    <a:gd name="connsiteY10" fmla="*/ 78940 h 78939"/>
                    <a:gd name="connsiteX11" fmla="*/ 0 w 58149"/>
                    <a:gd name="connsiteY11" fmla="*/ 56525 h 78939"/>
                    <a:gd name="connsiteX12" fmla="*/ 14618 w 58149"/>
                    <a:gd name="connsiteY12" fmla="*/ 35084 h 78939"/>
                    <a:gd name="connsiteX13" fmla="*/ 48728 w 58149"/>
                    <a:gd name="connsiteY13" fmla="*/ 31511 h 78939"/>
                    <a:gd name="connsiteX14" fmla="*/ 48728 w 58149"/>
                    <a:gd name="connsiteY14" fmla="*/ 24851 h 78939"/>
                    <a:gd name="connsiteX15" fmla="*/ 26313 w 58149"/>
                    <a:gd name="connsiteY15" fmla="*/ 71306 h 78939"/>
                    <a:gd name="connsiteX16" fmla="*/ 49053 w 58149"/>
                    <a:gd name="connsiteY16" fmla="*/ 38495 h 78939"/>
                    <a:gd name="connsiteX17" fmla="*/ 8771 w 58149"/>
                    <a:gd name="connsiteY17" fmla="*/ 56687 h 78939"/>
                    <a:gd name="connsiteX18" fmla="*/ 26151 w 58149"/>
                    <a:gd name="connsiteY18" fmla="*/ 71306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8149" h="78939">
                      <a:moveTo>
                        <a:pt x="48728" y="24851"/>
                      </a:moveTo>
                      <a:cubicBezTo>
                        <a:pt x="47916" y="11695"/>
                        <a:pt x="40607" y="7472"/>
                        <a:pt x="30536" y="7472"/>
                      </a:cubicBezTo>
                      <a:cubicBezTo>
                        <a:pt x="21440" y="7472"/>
                        <a:pt x="13644" y="10558"/>
                        <a:pt x="12832" y="21116"/>
                      </a:cubicBezTo>
                      <a:lnTo>
                        <a:pt x="2761" y="21116"/>
                      </a:lnTo>
                      <a:cubicBezTo>
                        <a:pt x="3573" y="6660"/>
                        <a:pt x="16568" y="0"/>
                        <a:pt x="30699" y="0"/>
                      </a:cubicBezTo>
                      <a:cubicBezTo>
                        <a:pt x="47429" y="0"/>
                        <a:pt x="57499" y="7634"/>
                        <a:pt x="57175" y="25339"/>
                      </a:cubicBezTo>
                      <a:lnTo>
                        <a:pt x="57175" y="66108"/>
                      </a:lnTo>
                      <a:cubicBezTo>
                        <a:pt x="57175" y="69682"/>
                        <a:pt x="57662" y="75529"/>
                        <a:pt x="58149" y="77153"/>
                      </a:cubicBezTo>
                      <a:lnTo>
                        <a:pt x="49053" y="77153"/>
                      </a:lnTo>
                      <a:lnTo>
                        <a:pt x="48403" y="67083"/>
                      </a:lnTo>
                      <a:cubicBezTo>
                        <a:pt x="45155" y="73742"/>
                        <a:pt x="35247" y="78940"/>
                        <a:pt x="24527" y="78940"/>
                      </a:cubicBezTo>
                      <a:cubicBezTo>
                        <a:pt x="10233" y="78940"/>
                        <a:pt x="0" y="71793"/>
                        <a:pt x="0" y="56525"/>
                      </a:cubicBezTo>
                      <a:cubicBezTo>
                        <a:pt x="0" y="46129"/>
                        <a:pt x="5360" y="38820"/>
                        <a:pt x="14618" y="35084"/>
                      </a:cubicBezTo>
                      <a:cubicBezTo>
                        <a:pt x="24364" y="30536"/>
                        <a:pt x="38171" y="31511"/>
                        <a:pt x="48728" y="31511"/>
                      </a:cubicBezTo>
                      <a:lnTo>
                        <a:pt x="48728" y="24851"/>
                      </a:lnTo>
                      <a:close/>
                      <a:moveTo>
                        <a:pt x="26313" y="71306"/>
                      </a:moveTo>
                      <a:cubicBezTo>
                        <a:pt x="44505" y="71306"/>
                        <a:pt x="49053" y="55388"/>
                        <a:pt x="49053" y="38495"/>
                      </a:cubicBezTo>
                      <a:cubicBezTo>
                        <a:pt x="34922" y="38495"/>
                        <a:pt x="8771" y="36546"/>
                        <a:pt x="8771" y="56687"/>
                      </a:cubicBezTo>
                      <a:cubicBezTo>
                        <a:pt x="8771" y="67570"/>
                        <a:pt x="17380" y="71306"/>
                        <a:pt x="26151" y="7130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9" name="자유형: 도형 138">
                  <a:extLst>
                    <a:ext uri="{FF2B5EF4-FFF2-40B4-BE49-F238E27FC236}">
                      <a16:creationId xmlns:a16="http://schemas.microsoft.com/office/drawing/2014/main" id="{B244F50D-D0FE-9E21-4554-9140FB797DE3}"/>
                    </a:ext>
                  </a:extLst>
                </p:cNvPr>
                <p:cNvSpPr/>
                <p:nvPr/>
              </p:nvSpPr>
              <p:spPr>
                <a:xfrm>
                  <a:off x="1228429" y="2917349"/>
                  <a:ext cx="10070" cy="108501"/>
                </a:xfrm>
                <a:custGeom>
                  <a:avLst/>
                  <a:gdLst>
                    <a:gd name="connsiteX0" fmla="*/ 10071 w 10070"/>
                    <a:gd name="connsiteY0" fmla="*/ 0 h 108501"/>
                    <a:gd name="connsiteX1" fmla="*/ 10071 w 10070"/>
                    <a:gd name="connsiteY1" fmla="*/ 10720 h 108501"/>
                    <a:gd name="connsiteX2" fmla="*/ 0 w 10070"/>
                    <a:gd name="connsiteY2" fmla="*/ 10720 h 108501"/>
                    <a:gd name="connsiteX3" fmla="*/ 0 w 10070"/>
                    <a:gd name="connsiteY3" fmla="*/ 0 h 108501"/>
                    <a:gd name="connsiteX4" fmla="*/ 10071 w 10070"/>
                    <a:gd name="connsiteY4" fmla="*/ 0 h 108501"/>
                    <a:gd name="connsiteX5" fmla="*/ 487 w 10070"/>
                    <a:gd name="connsiteY5" fmla="*/ 32486 h 108501"/>
                    <a:gd name="connsiteX6" fmla="*/ 9421 w 10070"/>
                    <a:gd name="connsiteY6" fmla="*/ 32486 h 108501"/>
                    <a:gd name="connsiteX7" fmla="*/ 9421 w 10070"/>
                    <a:gd name="connsiteY7" fmla="*/ 108502 h 108501"/>
                    <a:gd name="connsiteX8" fmla="*/ 487 w 10070"/>
                    <a:gd name="connsiteY8" fmla="*/ 108502 h 108501"/>
                    <a:gd name="connsiteX9" fmla="*/ 487 w 10070"/>
                    <a:gd name="connsiteY9" fmla="*/ 32486 h 108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70" h="108501">
                      <a:moveTo>
                        <a:pt x="10071" y="0"/>
                      </a:moveTo>
                      <a:lnTo>
                        <a:pt x="10071" y="10720"/>
                      </a:lnTo>
                      <a:lnTo>
                        <a:pt x="0" y="10720"/>
                      </a:lnTo>
                      <a:lnTo>
                        <a:pt x="0" y="0"/>
                      </a:lnTo>
                      <a:lnTo>
                        <a:pt x="10071" y="0"/>
                      </a:lnTo>
                      <a:close/>
                      <a:moveTo>
                        <a:pt x="487" y="32486"/>
                      </a:moveTo>
                      <a:lnTo>
                        <a:pt x="9421" y="32486"/>
                      </a:lnTo>
                      <a:lnTo>
                        <a:pt x="9421" y="108502"/>
                      </a:lnTo>
                      <a:lnTo>
                        <a:pt x="487" y="108502"/>
                      </a:lnTo>
                      <a:lnTo>
                        <a:pt x="487" y="32486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40" name="자유형: 도형 139">
                  <a:extLst>
                    <a:ext uri="{FF2B5EF4-FFF2-40B4-BE49-F238E27FC236}">
                      <a16:creationId xmlns:a16="http://schemas.microsoft.com/office/drawing/2014/main" id="{FF0C61D5-6A25-0FED-C89A-4055013C8494}"/>
                    </a:ext>
                  </a:extLst>
                </p:cNvPr>
                <p:cNvSpPr/>
                <p:nvPr/>
              </p:nvSpPr>
              <p:spPr>
                <a:xfrm>
                  <a:off x="1263026" y="2914425"/>
                  <a:ext cx="8933" cy="111425"/>
                </a:xfrm>
                <a:custGeom>
                  <a:avLst/>
                  <a:gdLst>
                    <a:gd name="connsiteX0" fmla="*/ 8934 w 8933"/>
                    <a:gd name="connsiteY0" fmla="*/ 111425 h 111425"/>
                    <a:gd name="connsiteX1" fmla="*/ 0 w 8933"/>
                    <a:gd name="connsiteY1" fmla="*/ 111425 h 111425"/>
                    <a:gd name="connsiteX2" fmla="*/ 0 w 8933"/>
                    <a:gd name="connsiteY2" fmla="*/ 0 h 111425"/>
                    <a:gd name="connsiteX3" fmla="*/ 8934 w 8933"/>
                    <a:gd name="connsiteY3" fmla="*/ 0 h 111425"/>
                    <a:gd name="connsiteX4" fmla="*/ 8934 w 8933"/>
                    <a:gd name="connsiteY4" fmla="*/ 111425 h 111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33" h="111425">
                      <a:moveTo>
                        <a:pt x="8934" y="111425"/>
                      </a:moveTo>
                      <a:lnTo>
                        <a:pt x="0" y="111425"/>
                      </a:lnTo>
                      <a:lnTo>
                        <a:pt x="0" y="0"/>
                      </a:lnTo>
                      <a:lnTo>
                        <a:pt x="8934" y="0"/>
                      </a:lnTo>
                      <a:lnTo>
                        <a:pt x="8934" y="11142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41" name="그래픽 17">
                <a:extLst>
                  <a:ext uri="{FF2B5EF4-FFF2-40B4-BE49-F238E27FC236}">
                    <a16:creationId xmlns:a16="http://schemas.microsoft.com/office/drawing/2014/main" id="{BDFCC701-D0A2-8635-FC7A-467D333BF93E}"/>
                  </a:ext>
                </a:extLst>
              </p:cNvPr>
              <p:cNvGrpSpPr/>
              <p:nvPr/>
            </p:nvGrpSpPr>
            <p:grpSpPr>
              <a:xfrm>
                <a:off x="1826836" y="2482043"/>
                <a:ext cx="3524031" cy="572070"/>
                <a:chOff x="2168885" y="2482043"/>
                <a:chExt cx="3524031" cy="572070"/>
              </a:xfrm>
              <a:solidFill>
                <a:schemeClr val="tx2"/>
              </a:solidFill>
            </p:grpSpPr>
            <p:sp>
              <p:nvSpPr>
                <p:cNvPr id="142" name="자유형: 도형 141">
                  <a:extLst>
                    <a:ext uri="{FF2B5EF4-FFF2-40B4-BE49-F238E27FC236}">
                      <a16:creationId xmlns:a16="http://schemas.microsoft.com/office/drawing/2014/main" id="{541D3626-EC77-BEBC-1574-C19CA7E0C958}"/>
                    </a:ext>
                  </a:extLst>
                </p:cNvPr>
                <p:cNvSpPr/>
                <p:nvPr/>
              </p:nvSpPr>
              <p:spPr>
                <a:xfrm>
                  <a:off x="2168885" y="2517939"/>
                  <a:ext cx="114836" cy="74554"/>
                </a:xfrm>
                <a:custGeom>
                  <a:avLst/>
                  <a:gdLst>
                    <a:gd name="connsiteX0" fmla="*/ 51165 w 114836"/>
                    <a:gd name="connsiteY0" fmla="*/ 2112 h 74554"/>
                    <a:gd name="connsiteX1" fmla="*/ 54088 w 114836"/>
                    <a:gd name="connsiteY1" fmla="*/ 0 h 74554"/>
                    <a:gd name="connsiteX2" fmla="*/ 59936 w 114836"/>
                    <a:gd name="connsiteY2" fmla="*/ 0 h 74554"/>
                    <a:gd name="connsiteX3" fmla="*/ 62860 w 114836"/>
                    <a:gd name="connsiteY3" fmla="*/ 2112 h 74554"/>
                    <a:gd name="connsiteX4" fmla="*/ 82188 w 114836"/>
                    <a:gd name="connsiteY4" fmla="*/ 67408 h 74554"/>
                    <a:gd name="connsiteX5" fmla="*/ 105253 w 114836"/>
                    <a:gd name="connsiteY5" fmla="*/ 0 h 74554"/>
                    <a:gd name="connsiteX6" fmla="*/ 114836 w 114836"/>
                    <a:gd name="connsiteY6" fmla="*/ 0 h 74554"/>
                    <a:gd name="connsiteX7" fmla="*/ 88198 w 114836"/>
                    <a:gd name="connsiteY7" fmla="*/ 72443 h 74554"/>
                    <a:gd name="connsiteX8" fmla="*/ 85275 w 114836"/>
                    <a:gd name="connsiteY8" fmla="*/ 74554 h 74554"/>
                    <a:gd name="connsiteX9" fmla="*/ 79427 w 114836"/>
                    <a:gd name="connsiteY9" fmla="*/ 74554 h 74554"/>
                    <a:gd name="connsiteX10" fmla="*/ 76503 w 114836"/>
                    <a:gd name="connsiteY10" fmla="*/ 72443 h 74554"/>
                    <a:gd name="connsiteX11" fmla="*/ 57012 w 114836"/>
                    <a:gd name="connsiteY11" fmla="*/ 6822 h 74554"/>
                    <a:gd name="connsiteX12" fmla="*/ 37358 w 114836"/>
                    <a:gd name="connsiteY12" fmla="*/ 72443 h 74554"/>
                    <a:gd name="connsiteX13" fmla="*/ 34435 w 114836"/>
                    <a:gd name="connsiteY13" fmla="*/ 74554 h 74554"/>
                    <a:gd name="connsiteX14" fmla="*/ 28587 w 114836"/>
                    <a:gd name="connsiteY14" fmla="*/ 74554 h 74554"/>
                    <a:gd name="connsiteX15" fmla="*/ 25664 w 114836"/>
                    <a:gd name="connsiteY15" fmla="*/ 72443 h 74554"/>
                    <a:gd name="connsiteX16" fmla="*/ 0 w 114836"/>
                    <a:gd name="connsiteY16" fmla="*/ 0 h 74554"/>
                    <a:gd name="connsiteX17" fmla="*/ 9421 w 114836"/>
                    <a:gd name="connsiteY17" fmla="*/ 0 h 74554"/>
                    <a:gd name="connsiteX18" fmla="*/ 31673 w 114836"/>
                    <a:gd name="connsiteY18" fmla="*/ 67408 h 74554"/>
                    <a:gd name="connsiteX19" fmla="*/ 51165 w 114836"/>
                    <a:gd name="connsiteY19" fmla="*/ 2112 h 74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14836" h="74554">
                      <a:moveTo>
                        <a:pt x="51165" y="2112"/>
                      </a:moveTo>
                      <a:cubicBezTo>
                        <a:pt x="51814" y="812"/>
                        <a:pt x="52302" y="0"/>
                        <a:pt x="54088" y="0"/>
                      </a:cubicBezTo>
                      <a:lnTo>
                        <a:pt x="59936" y="0"/>
                      </a:lnTo>
                      <a:cubicBezTo>
                        <a:pt x="61722" y="0"/>
                        <a:pt x="62210" y="650"/>
                        <a:pt x="62860" y="2112"/>
                      </a:cubicBezTo>
                      <a:lnTo>
                        <a:pt x="82188" y="67408"/>
                      </a:lnTo>
                      <a:lnTo>
                        <a:pt x="105253" y="0"/>
                      </a:lnTo>
                      <a:lnTo>
                        <a:pt x="114836" y="0"/>
                      </a:lnTo>
                      <a:lnTo>
                        <a:pt x="88198" y="72443"/>
                      </a:lnTo>
                      <a:cubicBezTo>
                        <a:pt x="87549" y="73742"/>
                        <a:pt x="87061" y="74554"/>
                        <a:pt x="85275" y="74554"/>
                      </a:cubicBezTo>
                      <a:lnTo>
                        <a:pt x="79427" y="74554"/>
                      </a:lnTo>
                      <a:cubicBezTo>
                        <a:pt x="77640" y="74554"/>
                        <a:pt x="77153" y="73905"/>
                        <a:pt x="76503" y="72443"/>
                      </a:cubicBezTo>
                      <a:lnTo>
                        <a:pt x="57012" y="6822"/>
                      </a:lnTo>
                      <a:lnTo>
                        <a:pt x="37358" y="72443"/>
                      </a:lnTo>
                      <a:cubicBezTo>
                        <a:pt x="36709" y="73742"/>
                        <a:pt x="36221" y="74554"/>
                        <a:pt x="34435" y="74554"/>
                      </a:cubicBezTo>
                      <a:lnTo>
                        <a:pt x="28587" y="74554"/>
                      </a:lnTo>
                      <a:cubicBezTo>
                        <a:pt x="26801" y="74554"/>
                        <a:pt x="26313" y="73905"/>
                        <a:pt x="25664" y="72443"/>
                      </a:cubicBezTo>
                      <a:lnTo>
                        <a:pt x="0" y="0"/>
                      </a:lnTo>
                      <a:lnTo>
                        <a:pt x="9421" y="0"/>
                      </a:lnTo>
                      <a:lnTo>
                        <a:pt x="31673" y="67408"/>
                      </a:lnTo>
                      <a:lnTo>
                        <a:pt x="51165" y="211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43" name="자유형: 도형 142">
                  <a:extLst>
                    <a:ext uri="{FF2B5EF4-FFF2-40B4-BE49-F238E27FC236}">
                      <a16:creationId xmlns:a16="http://schemas.microsoft.com/office/drawing/2014/main" id="{F7E3A535-9970-308C-6E10-C1E4105590CE}"/>
                    </a:ext>
                  </a:extLst>
                </p:cNvPr>
                <p:cNvSpPr/>
                <p:nvPr/>
              </p:nvSpPr>
              <p:spPr>
                <a:xfrm>
                  <a:off x="2286158" y="2517939"/>
                  <a:ext cx="114673" cy="74554"/>
                </a:xfrm>
                <a:custGeom>
                  <a:avLst/>
                  <a:gdLst>
                    <a:gd name="connsiteX0" fmla="*/ 51165 w 114673"/>
                    <a:gd name="connsiteY0" fmla="*/ 2112 h 74554"/>
                    <a:gd name="connsiteX1" fmla="*/ 54088 w 114673"/>
                    <a:gd name="connsiteY1" fmla="*/ 0 h 74554"/>
                    <a:gd name="connsiteX2" fmla="*/ 59936 w 114673"/>
                    <a:gd name="connsiteY2" fmla="*/ 0 h 74554"/>
                    <a:gd name="connsiteX3" fmla="*/ 62859 w 114673"/>
                    <a:gd name="connsiteY3" fmla="*/ 2112 h 74554"/>
                    <a:gd name="connsiteX4" fmla="*/ 82188 w 114673"/>
                    <a:gd name="connsiteY4" fmla="*/ 67408 h 74554"/>
                    <a:gd name="connsiteX5" fmla="*/ 105253 w 114673"/>
                    <a:gd name="connsiteY5" fmla="*/ 0 h 74554"/>
                    <a:gd name="connsiteX6" fmla="*/ 114674 w 114673"/>
                    <a:gd name="connsiteY6" fmla="*/ 0 h 74554"/>
                    <a:gd name="connsiteX7" fmla="*/ 88036 w 114673"/>
                    <a:gd name="connsiteY7" fmla="*/ 72443 h 74554"/>
                    <a:gd name="connsiteX8" fmla="*/ 85112 w 114673"/>
                    <a:gd name="connsiteY8" fmla="*/ 74554 h 74554"/>
                    <a:gd name="connsiteX9" fmla="*/ 79265 w 114673"/>
                    <a:gd name="connsiteY9" fmla="*/ 74554 h 74554"/>
                    <a:gd name="connsiteX10" fmla="*/ 76341 w 114673"/>
                    <a:gd name="connsiteY10" fmla="*/ 72443 h 74554"/>
                    <a:gd name="connsiteX11" fmla="*/ 56850 w 114673"/>
                    <a:gd name="connsiteY11" fmla="*/ 6822 h 74554"/>
                    <a:gd name="connsiteX12" fmla="*/ 37196 w 114673"/>
                    <a:gd name="connsiteY12" fmla="*/ 72443 h 74554"/>
                    <a:gd name="connsiteX13" fmla="*/ 34272 w 114673"/>
                    <a:gd name="connsiteY13" fmla="*/ 74554 h 74554"/>
                    <a:gd name="connsiteX14" fmla="*/ 28425 w 114673"/>
                    <a:gd name="connsiteY14" fmla="*/ 74554 h 74554"/>
                    <a:gd name="connsiteX15" fmla="*/ 25501 w 114673"/>
                    <a:gd name="connsiteY15" fmla="*/ 72443 h 74554"/>
                    <a:gd name="connsiteX16" fmla="*/ 0 w 114673"/>
                    <a:gd name="connsiteY16" fmla="*/ 0 h 74554"/>
                    <a:gd name="connsiteX17" fmla="*/ 9421 w 114673"/>
                    <a:gd name="connsiteY17" fmla="*/ 0 h 74554"/>
                    <a:gd name="connsiteX18" fmla="*/ 31673 w 114673"/>
                    <a:gd name="connsiteY18" fmla="*/ 67408 h 74554"/>
                    <a:gd name="connsiteX19" fmla="*/ 51165 w 114673"/>
                    <a:gd name="connsiteY19" fmla="*/ 2112 h 74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14673" h="74554">
                      <a:moveTo>
                        <a:pt x="51165" y="2112"/>
                      </a:moveTo>
                      <a:cubicBezTo>
                        <a:pt x="51814" y="812"/>
                        <a:pt x="52302" y="0"/>
                        <a:pt x="54088" y="0"/>
                      </a:cubicBezTo>
                      <a:lnTo>
                        <a:pt x="59936" y="0"/>
                      </a:lnTo>
                      <a:cubicBezTo>
                        <a:pt x="61722" y="0"/>
                        <a:pt x="62210" y="650"/>
                        <a:pt x="62859" y="2112"/>
                      </a:cubicBezTo>
                      <a:lnTo>
                        <a:pt x="82188" y="67408"/>
                      </a:lnTo>
                      <a:lnTo>
                        <a:pt x="105253" y="0"/>
                      </a:lnTo>
                      <a:lnTo>
                        <a:pt x="114674" y="0"/>
                      </a:lnTo>
                      <a:lnTo>
                        <a:pt x="88036" y="72443"/>
                      </a:lnTo>
                      <a:cubicBezTo>
                        <a:pt x="87386" y="73742"/>
                        <a:pt x="86899" y="74554"/>
                        <a:pt x="85112" y="74554"/>
                      </a:cubicBezTo>
                      <a:lnTo>
                        <a:pt x="79265" y="74554"/>
                      </a:lnTo>
                      <a:cubicBezTo>
                        <a:pt x="77478" y="74554"/>
                        <a:pt x="76991" y="73905"/>
                        <a:pt x="76341" y="72443"/>
                      </a:cubicBezTo>
                      <a:lnTo>
                        <a:pt x="56850" y="6822"/>
                      </a:lnTo>
                      <a:lnTo>
                        <a:pt x="37196" y="72443"/>
                      </a:lnTo>
                      <a:cubicBezTo>
                        <a:pt x="36546" y="73742"/>
                        <a:pt x="36059" y="74554"/>
                        <a:pt x="34272" y="74554"/>
                      </a:cubicBezTo>
                      <a:lnTo>
                        <a:pt x="28425" y="74554"/>
                      </a:lnTo>
                      <a:cubicBezTo>
                        <a:pt x="26638" y="74554"/>
                        <a:pt x="26151" y="73905"/>
                        <a:pt x="25501" y="72443"/>
                      </a:cubicBezTo>
                      <a:lnTo>
                        <a:pt x="0" y="0"/>
                      </a:lnTo>
                      <a:lnTo>
                        <a:pt x="9421" y="0"/>
                      </a:lnTo>
                      <a:lnTo>
                        <a:pt x="31673" y="67408"/>
                      </a:lnTo>
                      <a:lnTo>
                        <a:pt x="51165" y="211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44" name="자유형: 도형 143">
                  <a:extLst>
                    <a:ext uri="{FF2B5EF4-FFF2-40B4-BE49-F238E27FC236}">
                      <a16:creationId xmlns:a16="http://schemas.microsoft.com/office/drawing/2014/main" id="{85091846-BB08-0894-05A3-8EA145FBBDD1}"/>
                    </a:ext>
                  </a:extLst>
                </p:cNvPr>
                <p:cNvSpPr/>
                <p:nvPr/>
              </p:nvSpPr>
              <p:spPr>
                <a:xfrm>
                  <a:off x="2403268" y="2517939"/>
                  <a:ext cx="114836" cy="74554"/>
                </a:xfrm>
                <a:custGeom>
                  <a:avLst/>
                  <a:gdLst>
                    <a:gd name="connsiteX0" fmla="*/ 51165 w 114836"/>
                    <a:gd name="connsiteY0" fmla="*/ 2112 h 74554"/>
                    <a:gd name="connsiteX1" fmla="*/ 54088 w 114836"/>
                    <a:gd name="connsiteY1" fmla="*/ 0 h 74554"/>
                    <a:gd name="connsiteX2" fmla="*/ 59936 w 114836"/>
                    <a:gd name="connsiteY2" fmla="*/ 0 h 74554"/>
                    <a:gd name="connsiteX3" fmla="*/ 62859 w 114836"/>
                    <a:gd name="connsiteY3" fmla="*/ 2112 h 74554"/>
                    <a:gd name="connsiteX4" fmla="*/ 82188 w 114836"/>
                    <a:gd name="connsiteY4" fmla="*/ 67408 h 74554"/>
                    <a:gd name="connsiteX5" fmla="*/ 105253 w 114836"/>
                    <a:gd name="connsiteY5" fmla="*/ 0 h 74554"/>
                    <a:gd name="connsiteX6" fmla="*/ 114836 w 114836"/>
                    <a:gd name="connsiteY6" fmla="*/ 0 h 74554"/>
                    <a:gd name="connsiteX7" fmla="*/ 88198 w 114836"/>
                    <a:gd name="connsiteY7" fmla="*/ 72443 h 74554"/>
                    <a:gd name="connsiteX8" fmla="*/ 85275 w 114836"/>
                    <a:gd name="connsiteY8" fmla="*/ 74554 h 74554"/>
                    <a:gd name="connsiteX9" fmla="*/ 79427 w 114836"/>
                    <a:gd name="connsiteY9" fmla="*/ 74554 h 74554"/>
                    <a:gd name="connsiteX10" fmla="*/ 76503 w 114836"/>
                    <a:gd name="connsiteY10" fmla="*/ 72443 h 74554"/>
                    <a:gd name="connsiteX11" fmla="*/ 57012 w 114836"/>
                    <a:gd name="connsiteY11" fmla="*/ 6822 h 74554"/>
                    <a:gd name="connsiteX12" fmla="*/ 37358 w 114836"/>
                    <a:gd name="connsiteY12" fmla="*/ 72443 h 74554"/>
                    <a:gd name="connsiteX13" fmla="*/ 34435 w 114836"/>
                    <a:gd name="connsiteY13" fmla="*/ 74554 h 74554"/>
                    <a:gd name="connsiteX14" fmla="*/ 28587 w 114836"/>
                    <a:gd name="connsiteY14" fmla="*/ 74554 h 74554"/>
                    <a:gd name="connsiteX15" fmla="*/ 25664 w 114836"/>
                    <a:gd name="connsiteY15" fmla="*/ 72443 h 74554"/>
                    <a:gd name="connsiteX16" fmla="*/ 0 w 114836"/>
                    <a:gd name="connsiteY16" fmla="*/ 0 h 74554"/>
                    <a:gd name="connsiteX17" fmla="*/ 9421 w 114836"/>
                    <a:gd name="connsiteY17" fmla="*/ 0 h 74554"/>
                    <a:gd name="connsiteX18" fmla="*/ 31673 w 114836"/>
                    <a:gd name="connsiteY18" fmla="*/ 67408 h 74554"/>
                    <a:gd name="connsiteX19" fmla="*/ 51165 w 114836"/>
                    <a:gd name="connsiteY19" fmla="*/ 2112 h 74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14836" h="74554">
                      <a:moveTo>
                        <a:pt x="51165" y="2112"/>
                      </a:moveTo>
                      <a:cubicBezTo>
                        <a:pt x="51814" y="812"/>
                        <a:pt x="52302" y="0"/>
                        <a:pt x="54088" y="0"/>
                      </a:cubicBezTo>
                      <a:lnTo>
                        <a:pt x="59936" y="0"/>
                      </a:lnTo>
                      <a:cubicBezTo>
                        <a:pt x="61722" y="0"/>
                        <a:pt x="62210" y="650"/>
                        <a:pt x="62859" y="2112"/>
                      </a:cubicBezTo>
                      <a:lnTo>
                        <a:pt x="82188" y="67408"/>
                      </a:lnTo>
                      <a:lnTo>
                        <a:pt x="105253" y="0"/>
                      </a:lnTo>
                      <a:lnTo>
                        <a:pt x="114836" y="0"/>
                      </a:lnTo>
                      <a:lnTo>
                        <a:pt x="88198" y="72443"/>
                      </a:lnTo>
                      <a:cubicBezTo>
                        <a:pt x="87549" y="73742"/>
                        <a:pt x="87061" y="74554"/>
                        <a:pt x="85275" y="74554"/>
                      </a:cubicBezTo>
                      <a:lnTo>
                        <a:pt x="79427" y="74554"/>
                      </a:lnTo>
                      <a:cubicBezTo>
                        <a:pt x="77640" y="74554"/>
                        <a:pt x="77153" y="73905"/>
                        <a:pt x="76503" y="72443"/>
                      </a:cubicBezTo>
                      <a:lnTo>
                        <a:pt x="57012" y="6822"/>
                      </a:lnTo>
                      <a:lnTo>
                        <a:pt x="37358" y="72443"/>
                      </a:lnTo>
                      <a:cubicBezTo>
                        <a:pt x="36709" y="73742"/>
                        <a:pt x="36221" y="74554"/>
                        <a:pt x="34435" y="74554"/>
                      </a:cubicBezTo>
                      <a:lnTo>
                        <a:pt x="28587" y="74554"/>
                      </a:lnTo>
                      <a:cubicBezTo>
                        <a:pt x="26801" y="74554"/>
                        <a:pt x="26313" y="73905"/>
                        <a:pt x="25664" y="72443"/>
                      </a:cubicBezTo>
                      <a:lnTo>
                        <a:pt x="0" y="0"/>
                      </a:lnTo>
                      <a:lnTo>
                        <a:pt x="9421" y="0"/>
                      </a:lnTo>
                      <a:lnTo>
                        <a:pt x="31673" y="67408"/>
                      </a:lnTo>
                      <a:lnTo>
                        <a:pt x="51165" y="211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45" name="자유형: 도형 144">
                  <a:extLst>
                    <a:ext uri="{FF2B5EF4-FFF2-40B4-BE49-F238E27FC236}">
                      <a16:creationId xmlns:a16="http://schemas.microsoft.com/office/drawing/2014/main" id="{CB036BA2-CF74-C978-D64E-5F5C3B8404F4}"/>
                    </a:ext>
                  </a:extLst>
                </p:cNvPr>
                <p:cNvSpPr/>
                <p:nvPr/>
              </p:nvSpPr>
              <p:spPr>
                <a:xfrm>
                  <a:off x="2533211" y="2580961"/>
                  <a:ext cx="12669" cy="13156"/>
                </a:xfrm>
                <a:custGeom>
                  <a:avLst/>
                  <a:gdLst>
                    <a:gd name="connsiteX0" fmla="*/ 12669 w 12669"/>
                    <a:gd name="connsiteY0" fmla="*/ 13157 h 13156"/>
                    <a:gd name="connsiteX1" fmla="*/ 0 w 12669"/>
                    <a:gd name="connsiteY1" fmla="*/ 13157 h 13156"/>
                    <a:gd name="connsiteX2" fmla="*/ 0 w 12669"/>
                    <a:gd name="connsiteY2" fmla="*/ 0 h 13156"/>
                    <a:gd name="connsiteX3" fmla="*/ 12669 w 12669"/>
                    <a:gd name="connsiteY3" fmla="*/ 0 h 13156"/>
                    <a:gd name="connsiteX4" fmla="*/ 12669 w 12669"/>
                    <a:gd name="connsiteY4" fmla="*/ 13157 h 13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669" h="13156">
                      <a:moveTo>
                        <a:pt x="12669" y="13157"/>
                      </a:moveTo>
                      <a:lnTo>
                        <a:pt x="0" y="13157"/>
                      </a:lnTo>
                      <a:lnTo>
                        <a:pt x="0" y="0"/>
                      </a:lnTo>
                      <a:lnTo>
                        <a:pt x="12669" y="0"/>
                      </a:lnTo>
                      <a:lnTo>
                        <a:pt x="12669" y="13157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46" name="자유형: 도형 145">
                  <a:extLst>
                    <a:ext uri="{FF2B5EF4-FFF2-40B4-BE49-F238E27FC236}">
                      <a16:creationId xmlns:a16="http://schemas.microsoft.com/office/drawing/2014/main" id="{C9FFB455-1B30-13CE-2562-A1E1DBF5C0B5}"/>
                    </a:ext>
                  </a:extLst>
                </p:cNvPr>
                <p:cNvSpPr/>
                <p:nvPr/>
              </p:nvSpPr>
              <p:spPr>
                <a:xfrm>
                  <a:off x="2569270" y="2515665"/>
                  <a:ext cx="62047" cy="78939"/>
                </a:xfrm>
                <a:custGeom>
                  <a:avLst/>
                  <a:gdLst>
                    <a:gd name="connsiteX0" fmla="*/ 53114 w 62047"/>
                    <a:gd name="connsiteY0" fmla="*/ 25501 h 78939"/>
                    <a:gd name="connsiteX1" fmla="*/ 31998 w 62047"/>
                    <a:gd name="connsiteY1" fmla="*/ 7797 h 78939"/>
                    <a:gd name="connsiteX2" fmla="*/ 8933 w 62047"/>
                    <a:gd name="connsiteY2" fmla="*/ 39470 h 78939"/>
                    <a:gd name="connsiteX3" fmla="*/ 31998 w 62047"/>
                    <a:gd name="connsiteY3" fmla="*/ 71306 h 78939"/>
                    <a:gd name="connsiteX4" fmla="*/ 52951 w 62047"/>
                    <a:gd name="connsiteY4" fmla="*/ 53276 h 78939"/>
                    <a:gd name="connsiteX5" fmla="*/ 62047 w 62047"/>
                    <a:gd name="connsiteY5" fmla="*/ 53276 h 78939"/>
                    <a:gd name="connsiteX6" fmla="*/ 32323 w 62047"/>
                    <a:gd name="connsiteY6" fmla="*/ 78940 h 78939"/>
                    <a:gd name="connsiteX7" fmla="*/ 0 w 62047"/>
                    <a:gd name="connsiteY7" fmla="*/ 39470 h 78939"/>
                    <a:gd name="connsiteX8" fmla="*/ 33135 w 62047"/>
                    <a:gd name="connsiteY8" fmla="*/ 0 h 78939"/>
                    <a:gd name="connsiteX9" fmla="*/ 62047 w 62047"/>
                    <a:gd name="connsiteY9" fmla="*/ 25339 h 78939"/>
                    <a:gd name="connsiteX10" fmla="*/ 53114 w 62047"/>
                    <a:gd name="connsiteY10" fmla="*/ 25339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2047" h="78939">
                      <a:moveTo>
                        <a:pt x="53114" y="25501"/>
                      </a:moveTo>
                      <a:cubicBezTo>
                        <a:pt x="52464" y="13644"/>
                        <a:pt x="44180" y="7797"/>
                        <a:pt x="31998" y="7797"/>
                      </a:cubicBezTo>
                      <a:cubicBezTo>
                        <a:pt x="19004" y="7797"/>
                        <a:pt x="8933" y="21765"/>
                        <a:pt x="8933" y="39470"/>
                      </a:cubicBezTo>
                      <a:cubicBezTo>
                        <a:pt x="8933" y="57175"/>
                        <a:pt x="19004" y="71306"/>
                        <a:pt x="31998" y="71306"/>
                      </a:cubicBezTo>
                      <a:cubicBezTo>
                        <a:pt x="43368" y="71306"/>
                        <a:pt x="51652" y="65296"/>
                        <a:pt x="52951" y="53276"/>
                      </a:cubicBezTo>
                      <a:lnTo>
                        <a:pt x="62047" y="53276"/>
                      </a:lnTo>
                      <a:cubicBezTo>
                        <a:pt x="59611" y="70331"/>
                        <a:pt x="48241" y="78940"/>
                        <a:pt x="32323" y="78940"/>
                      </a:cubicBezTo>
                      <a:cubicBezTo>
                        <a:pt x="10395" y="78940"/>
                        <a:pt x="0" y="60586"/>
                        <a:pt x="0" y="39470"/>
                      </a:cubicBezTo>
                      <a:cubicBezTo>
                        <a:pt x="0" y="18354"/>
                        <a:pt x="11045" y="0"/>
                        <a:pt x="33135" y="0"/>
                      </a:cubicBezTo>
                      <a:cubicBezTo>
                        <a:pt x="48566" y="0"/>
                        <a:pt x="61235" y="9421"/>
                        <a:pt x="62047" y="25339"/>
                      </a:cubicBezTo>
                      <a:lnTo>
                        <a:pt x="53114" y="25339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47" name="자유형: 도형 146">
                  <a:extLst>
                    <a:ext uri="{FF2B5EF4-FFF2-40B4-BE49-F238E27FC236}">
                      <a16:creationId xmlns:a16="http://schemas.microsoft.com/office/drawing/2014/main" id="{6F40BAB0-C5A4-DD03-7BF4-4B4CA2F6E3F0}"/>
                    </a:ext>
                  </a:extLst>
                </p:cNvPr>
                <p:cNvSpPr/>
                <p:nvPr/>
              </p:nvSpPr>
              <p:spPr>
                <a:xfrm>
                  <a:off x="2648697" y="2515665"/>
                  <a:ext cx="102491" cy="77478"/>
                </a:xfrm>
                <a:custGeom>
                  <a:avLst/>
                  <a:gdLst>
                    <a:gd name="connsiteX0" fmla="*/ 76828 w 102491"/>
                    <a:gd name="connsiteY0" fmla="*/ 162 h 77478"/>
                    <a:gd name="connsiteX1" fmla="*/ 102492 w 102491"/>
                    <a:gd name="connsiteY1" fmla="*/ 27288 h 77478"/>
                    <a:gd name="connsiteX2" fmla="*/ 102492 w 102491"/>
                    <a:gd name="connsiteY2" fmla="*/ 77478 h 77478"/>
                    <a:gd name="connsiteX3" fmla="*/ 93883 w 102491"/>
                    <a:gd name="connsiteY3" fmla="*/ 77478 h 77478"/>
                    <a:gd name="connsiteX4" fmla="*/ 93883 w 102491"/>
                    <a:gd name="connsiteY4" fmla="*/ 30049 h 77478"/>
                    <a:gd name="connsiteX5" fmla="*/ 75691 w 102491"/>
                    <a:gd name="connsiteY5" fmla="*/ 7634 h 77478"/>
                    <a:gd name="connsiteX6" fmla="*/ 55713 w 102491"/>
                    <a:gd name="connsiteY6" fmla="*/ 28750 h 77478"/>
                    <a:gd name="connsiteX7" fmla="*/ 55713 w 102491"/>
                    <a:gd name="connsiteY7" fmla="*/ 77316 h 77478"/>
                    <a:gd name="connsiteX8" fmla="*/ 47104 w 102491"/>
                    <a:gd name="connsiteY8" fmla="*/ 77316 h 77478"/>
                    <a:gd name="connsiteX9" fmla="*/ 47104 w 102491"/>
                    <a:gd name="connsiteY9" fmla="*/ 29887 h 77478"/>
                    <a:gd name="connsiteX10" fmla="*/ 29237 w 102491"/>
                    <a:gd name="connsiteY10" fmla="*/ 7472 h 77478"/>
                    <a:gd name="connsiteX11" fmla="*/ 8609 w 102491"/>
                    <a:gd name="connsiteY11" fmla="*/ 32810 h 77478"/>
                    <a:gd name="connsiteX12" fmla="*/ 8609 w 102491"/>
                    <a:gd name="connsiteY12" fmla="*/ 77316 h 77478"/>
                    <a:gd name="connsiteX13" fmla="*/ 0 w 102491"/>
                    <a:gd name="connsiteY13" fmla="*/ 77316 h 77478"/>
                    <a:gd name="connsiteX14" fmla="*/ 0 w 102491"/>
                    <a:gd name="connsiteY14" fmla="*/ 2436 h 77478"/>
                    <a:gd name="connsiteX15" fmla="*/ 9258 w 102491"/>
                    <a:gd name="connsiteY15" fmla="*/ 2436 h 77478"/>
                    <a:gd name="connsiteX16" fmla="*/ 8771 w 102491"/>
                    <a:gd name="connsiteY16" fmla="*/ 13806 h 77478"/>
                    <a:gd name="connsiteX17" fmla="*/ 31836 w 102491"/>
                    <a:gd name="connsiteY17" fmla="*/ 0 h 77478"/>
                    <a:gd name="connsiteX18" fmla="*/ 53926 w 102491"/>
                    <a:gd name="connsiteY18" fmla="*/ 15431 h 77478"/>
                    <a:gd name="connsiteX19" fmla="*/ 76828 w 102491"/>
                    <a:gd name="connsiteY19" fmla="*/ 0 h 774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02491" h="77478">
                      <a:moveTo>
                        <a:pt x="76828" y="162"/>
                      </a:moveTo>
                      <a:cubicBezTo>
                        <a:pt x="92746" y="162"/>
                        <a:pt x="102492" y="9421"/>
                        <a:pt x="102492" y="27288"/>
                      </a:cubicBezTo>
                      <a:lnTo>
                        <a:pt x="102492" y="77478"/>
                      </a:lnTo>
                      <a:lnTo>
                        <a:pt x="93883" y="77478"/>
                      </a:lnTo>
                      <a:lnTo>
                        <a:pt x="93883" y="30049"/>
                      </a:lnTo>
                      <a:cubicBezTo>
                        <a:pt x="93883" y="15268"/>
                        <a:pt x="88686" y="7634"/>
                        <a:pt x="75691" y="7634"/>
                      </a:cubicBezTo>
                      <a:cubicBezTo>
                        <a:pt x="66920" y="7634"/>
                        <a:pt x="57175" y="14943"/>
                        <a:pt x="55713" y="28750"/>
                      </a:cubicBezTo>
                      <a:lnTo>
                        <a:pt x="55713" y="77316"/>
                      </a:lnTo>
                      <a:lnTo>
                        <a:pt x="47104" y="77316"/>
                      </a:lnTo>
                      <a:lnTo>
                        <a:pt x="47104" y="29887"/>
                      </a:lnTo>
                      <a:cubicBezTo>
                        <a:pt x="47104" y="15106"/>
                        <a:pt x="41906" y="7472"/>
                        <a:pt x="29237" y="7472"/>
                      </a:cubicBezTo>
                      <a:cubicBezTo>
                        <a:pt x="19166" y="7472"/>
                        <a:pt x="8609" y="16568"/>
                        <a:pt x="8609" y="32810"/>
                      </a:cubicBezTo>
                      <a:lnTo>
                        <a:pt x="8609" y="77316"/>
                      </a:lnTo>
                      <a:lnTo>
                        <a:pt x="0" y="77316"/>
                      </a:lnTo>
                      <a:lnTo>
                        <a:pt x="0" y="2436"/>
                      </a:lnTo>
                      <a:lnTo>
                        <a:pt x="9258" y="2436"/>
                      </a:lnTo>
                      <a:lnTo>
                        <a:pt x="8771" y="13806"/>
                      </a:lnTo>
                      <a:cubicBezTo>
                        <a:pt x="12669" y="5847"/>
                        <a:pt x="21440" y="0"/>
                        <a:pt x="31836" y="0"/>
                      </a:cubicBezTo>
                      <a:cubicBezTo>
                        <a:pt x="42718" y="0"/>
                        <a:pt x="50028" y="4223"/>
                        <a:pt x="53926" y="15431"/>
                      </a:cubicBezTo>
                      <a:cubicBezTo>
                        <a:pt x="57824" y="6010"/>
                        <a:pt x="66433" y="0"/>
                        <a:pt x="76828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48" name="자유형: 도형 147">
                  <a:extLst>
                    <a:ext uri="{FF2B5EF4-FFF2-40B4-BE49-F238E27FC236}">
                      <a16:creationId xmlns:a16="http://schemas.microsoft.com/office/drawing/2014/main" id="{462A2189-2279-1FF2-A7C2-E8AB8545C672}"/>
                    </a:ext>
                  </a:extLst>
                </p:cNvPr>
                <p:cNvSpPr/>
                <p:nvPr/>
              </p:nvSpPr>
              <p:spPr>
                <a:xfrm>
                  <a:off x="2774416" y="2515665"/>
                  <a:ext cx="66595" cy="78939"/>
                </a:xfrm>
                <a:custGeom>
                  <a:avLst/>
                  <a:gdLst>
                    <a:gd name="connsiteX0" fmla="*/ 63834 w 66595"/>
                    <a:gd name="connsiteY0" fmla="*/ 41257 h 78939"/>
                    <a:gd name="connsiteX1" fmla="*/ 8934 w 66595"/>
                    <a:gd name="connsiteY1" fmla="*/ 41257 h 78939"/>
                    <a:gd name="connsiteX2" fmla="*/ 34922 w 66595"/>
                    <a:gd name="connsiteY2" fmla="*/ 71468 h 78939"/>
                    <a:gd name="connsiteX3" fmla="*/ 56038 w 66595"/>
                    <a:gd name="connsiteY3" fmla="*/ 53276 h 78939"/>
                    <a:gd name="connsiteX4" fmla="*/ 65621 w 66595"/>
                    <a:gd name="connsiteY4" fmla="*/ 53276 h 78939"/>
                    <a:gd name="connsiteX5" fmla="*/ 32323 w 66595"/>
                    <a:gd name="connsiteY5" fmla="*/ 78940 h 78939"/>
                    <a:gd name="connsiteX6" fmla="*/ 0 w 66595"/>
                    <a:gd name="connsiteY6" fmla="*/ 39470 h 78939"/>
                    <a:gd name="connsiteX7" fmla="*/ 32973 w 66595"/>
                    <a:gd name="connsiteY7" fmla="*/ 0 h 78939"/>
                    <a:gd name="connsiteX8" fmla="*/ 66595 w 66595"/>
                    <a:gd name="connsiteY8" fmla="*/ 38008 h 78939"/>
                    <a:gd name="connsiteX9" fmla="*/ 63834 w 66595"/>
                    <a:gd name="connsiteY9" fmla="*/ 41094 h 78939"/>
                    <a:gd name="connsiteX10" fmla="*/ 57662 w 66595"/>
                    <a:gd name="connsiteY10" fmla="*/ 33785 h 78939"/>
                    <a:gd name="connsiteX11" fmla="*/ 32973 w 66595"/>
                    <a:gd name="connsiteY11" fmla="*/ 7634 h 78939"/>
                    <a:gd name="connsiteX12" fmla="*/ 9096 w 66595"/>
                    <a:gd name="connsiteY12" fmla="*/ 33785 h 78939"/>
                    <a:gd name="connsiteX13" fmla="*/ 57662 w 66595"/>
                    <a:gd name="connsiteY13" fmla="*/ 33785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6595" h="78939">
                      <a:moveTo>
                        <a:pt x="63834" y="41257"/>
                      </a:moveTo>
                      <a:lnTo>
                        <a:pt x="8934" y="41257"/>
                      </a:lnTo>
                      <a:cubicBezTo>
                        <a:pt x="8934" y="58312"/>
                        <a:pt x="17055" y="71468"/>
                        <a:pt x="34922" y="71468"/>
                      </a:cubicBezTo>
                      <a:cubicBezTo>
                        <a:pt x="45155" y="71468"/>
                        <a:pt x="53439" y="63834"/>
                        <a:pt x="56038" y="53276"/>
                      </a:cubicBezTo>
                      <a:lnTo>
                        <a:pt x="65621" y="53276"/>
                      </a:lnTo>
                      <a:cubicBezTo>
                        <a:pt x="61235" y="71143"/>
                        <a:pt x="50190" y="78940"/>
                        <a:pt x="32323" y="78940"/>
                      </a:cubicBezTo>
                      <a:cubicBezTo>
                        <a:pt x="10071" y="78940"/>
                        <a:pt x="0" y="60586"/>
                        <a:pt x="0" y="39470"/>
                      </a:cubicBezTo>
                      <a:cubicBezTo>
                        <a:pt x="0" y="18354"/>
                        <a:pt x="10883" y="0"/>
                        <a:pt x="32973" y="0"/>
                      </a:cubicBezTo>
                      <a:cubicBezTo>
                        <a:pt x="56687" y="0"/>
                        <a:pt x="66271" y="15755"/>
                        <a:pt x="66595" y="38008"/>
                      </a:cubicBezTo>
                      <a:cubicBezTo>
                        <a:pt x="66595" y="40120"/>
                        <a:pt x="65783" y="41094"/>
                        <a:pt x="63834" y="41094"/>
                      </a:cubicBezTo>
                      <a:close/>
                      <a:moveTo>
                        <a:pt x="57662" y="33785"/>
                      </a:moveTo>
                      <a:cubicBezTo>
                        <a:pt x="56850" y="18192"/>
                        <a:pt x="48079" y="7634"/>
                        <a:pt x="32973" y="7634"/>
                      </a:cubicBezTo>
                      <a:cubicBezTo>
                        <a:pt x="19166" y="7634"/>
                        <a:pt x="10395" y="19491"/>
                        <a:pt x="9096" y="33785"/>
                      </a:cubicBezTo>
                      <a:lnTo>
                        <a:pt x="57662" y="3378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49" name="자유형: 도형 148">
                  <a:extLst>
                    <a:ext uri="{FF2B5EF4-FFF2-40B4-BE49-F238E27FC236}">
                      <a16:creationId xmlns:a16="http://schemas.microsoft.com/office/drawing/2014/main" id="{4500A495-E3B5-5755-2A22-8C0F1E88B0A8}"/>
                    </a:ext>
                  </a:extLst>
                </p:cNvPr>
                <p:cNvSpPr/>
                <p:nvPr/>
              </p:nvSpPr>
              <p:spPr>
                <a:xfrm>
                  <a:off x="2856604" y="2515827"/>
                  <a:ext cx="58474" cy="78939"/>
                </a:xfrm>
                <a:custGeom>
                  <a:avLst/>
                  <a:gdLst>
                    <a:gd name="connsiteX0" fmla="*/ 28912 w 58474"/>
                    <a:gd name="connsiteY0" fmla="*/ 0 h 78939"/>
                    <a:gd name="connsiteX1" fmla="*/ 55713 w 58474"/>
                    <a:gd name="connsiteY1" fmla="*/ 20303 h 78939"/>
                    <a:gd name="connsiteX2" fmla="*/ 46454 w 58474"/>
                    <a:gd name="connsiteY2" fmla="*/ 20303 h 78939"/>
                    <a:gd name="connsiteX3" fmla="*/ 28263 w 58474"/>
                    <a:gd name="connsiteY3" fmla="*/ 7472 h 78939"/>
                    <a:gd name="connsiteX4" fmla="*/ 11370 w 58474"/>
                    <a:gd name="connsiteY4" fmla="*/ 20303 h 78939"/>
                    <a:gd name="connsiteX5" fmla="*/ 44668 w 58474"/>
                    <a:gd name="connsiteY5" fmla="*/ 37521 h 78939"/>
                    <a:gd name="connsiteX6" fmla="*/ 58474 w 58474"/>
                    <a:gd name="connsiteY6" fmla="*/ 54576 h 78939"/>
                    <a:gd name="connsiteX7" fmla="*/ 27450 w 58474"/>
                    <a:gd name="connsiteY7" fmla="*/ 78940 h 78939"/>
                    <a:gd name="connsiteX8" fmla="*/ 0 w 58474"/>
                    <a:gd name="connsiteY8" fmla="*/ 56850 h 78939"/>
                    <a:gd name="connsiteX9" fmla="*/ 9258 w 58474"/>
                    <a:gd name="connsiteY9" fmla="*/ 56850 h 78939"/>
                    <a:gd name="connsiteX10" fmla="*/ 29562 w 58474"/>
                    <a:gd name="connsiteY10" fmla="*/ 71306 h 78939"/>
                    <a:gd name="connsiteX11" fmla="*/ 49378 w 58474"/>
                    <a:gd name="connsiteY11" fmla="*/ 55875 h 78939"/>
                    <a:gd name="connsiteX12" fmla="*/ 25501 w 58474"/>
                    <a:gd name="connsiteY12" fmla="*/ 40445 h 78939"/>
                    <a:gd name="connsiteX13" fmla="*/ 2599 w 58474"/>
                    <a:gd name="connsiteY13" fmla="*/ 20791 h 78939"/>
                    <a:gd name="connsiteX14" fmla="*/ 28912 w 58474"/>
                    <a:gd name="connsiteY14" fmla="*/ 0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474" h="78939">
                      <a:moveTo>
                        <a:pt x="28912" y="0"/>
                      </a:moveTo>
                      <a:cubicBezTo>
                        <a:pt x="42881" y="0"/>
                        <a:pt x="54251" y="4873"/>
                        <a:pt x="55713" y="20303"/>
                      </a:cubicBezTo>
                      <a:lnTo>
                        <a:pt x="46454" y="20303"/>
                      </a:lnTo>
                      <a:cubicBezTo>
                        <a:pt x="45805" y="10558"/>
                        <a:pt x="37196" y="7472"/>
                        <a:pt x="28263" y="7472"/>
                      </a:cubicBezTo>
                      <a:cubicBezTo>
                        <a:pt x="20141" y="7472"/>
                        <a:pt x="11370" y="10720"/>
                        <a:pt x="11370" y="20303"/>
                      </a:cubicBezTo>
                      <a:cubicBezTo>
                        <a:pt x="11370" y="32486"/>
                        <a:pt x="25014" y="30049"/>
                        <a:pt x="44668" y="37521"/>
                      </a:cubicBezTo>
                      <a:cubicBezTo>
                        <a:pt x="54901" y="40769"/>
                        <a:pt x="58474" y="46292"/>
                        <a:pt x="58474" y="54576"/>
                      </a:cubicBezTo>
                      <a:cubicBezTo>
                        <a:pt x="58474" y="71631"/>
                        <a:pt x="44505" y="78940"/>
                        <a:pt x="27450" y="78940"/>
                      </a:cubicBezTo>
                      <a:cubicBezTo>
                        <a:pt x="14943" y="78940"/>
                        <a:pt x="650" y="73255"/>
                        <a:pt x="0" y="56850"/>
                      </a:cubicBezTo>
                      <a:lnTo>
                        <a:pt x="9258" y="56850"/>
                      </a:lnTo>
                      <a:cubicBezTo>
                        <a:pt x="9908" y="68382"/>
                        <a:pt x="19979" y="71306"/>
                        <a:pt x="29562" y="71306"/>
                      </a:cubicBezTo>
                      <a:cubicBezTo>
                        <a:pt x="39145" y="71306"/>
                        <a:pt x="49541" y="67083"/>
                        <a:pt x="49378" y="55875"/>
                      </a:cubicBezTo>
                      <a:cubicBezTo>
                        <a:pt x="49378" y="44180"/>
                        <a:pt x="37034" y="43206"/>
                        <a:pt x="25501" y="40445"/>
                      </a:cubicBezTo>
                      <a:cubicBezTo>
                        <a:pt x="13806" y="37683"/>
                        <a:pt x="2599" y="35084"/>
                        <a:pt x="2599" y="20791"/>
                      </a:cubicBezTo>
                      <a:cubicBezTo>
                        <a:pt x="2599" y="5198"/>
                        <a:pt x="16243" y="0"/>
                        <a:pt x="28912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0" name="자유형: 도형 149">
                  <a:extLst>
                    <a:ext uri="{FF2B5EF4-FFF2-40B4-BE49-F238E27FC236}">
                      <a16:creationId xmlns:a16="http://schemas.microsoft.com/office/drawing/2014/main" id="{884D1BE8-C27E-5D46-BDE8-A72B4447BBE6}"/>
                    </a:ext>
                  </a:extLst>
                </p:cNvPr>
                <p:cNvSpPr/>
                <p:nvPr/>
              </p:nvSpPr>
              <p:spPr>
                <a:xfrm>
                  <a:off x="2935382" y="2515827"/>
                  <a:ext cx="35734" cy="77315"/>
                </a:xfrm>
                <a:custGeom>
                  <a:avLst/>
                  <a:gdLst>
                    <a:gd name="connsiteX0" fmla="*/ 8771 w 35734"/>
                    <a:gd name="connsiteY0" fmla="*/ 32648 h 77315"/>
                    <a:gd name="connsiteX1" fmla="*/ 8771 w 35734"/>
                    <a:gd name="connsiteY1" fmla="*/ 77316 h 77315"/>
                    <a:gd name="connsiteX2" fmla="*/ 0 w 35734"/>
                    <a:gd name="connsiteY2" fmla="*/ 77316 h 77315"/>
                    <a:gd name="connsiteX3" fmla="*/ 0 w 35734"/>
                    <a:gd name="connsiteY3" fmla="*/ 2274 h 77315"/>
                    <a:gd name="connsiteX4" fmla="*/ 9258 w 35734"/>
                    <a:gd name="connsiteY4" fmla="*/ 2274 h 77315"/>
                    <a:gd name="connsiteX5" fmla="*/ 8771 w 35734"/>
                    <a:gd name="connsiteY5" fmla="*/ 13157 h 77315"/>
                    <a:gd name="connsiteX6" fmla="*/ 29887 w 35734"/>
                    <a:gd name="connsiteY6" fmla="*/ 0 h 77315"/>
                    <a:gd name="connsiteX7" fmla="*/ 35734 w 35734"/>
                    <a:gd name="connsiteY7" fmla="*/ 487 h 77315"/>
                    <a:gd name="connsiteX8" fmla="*/ 35734 w 35734"/>
                    <a:gd name="connsiteY8" fmla="*/ 10071 h 77315"/>
                    <a:gd name="connsiteX9" fmla="*/ 30374 w 35734"/>
                    <a:gd name="connsiteY9" fmla="*/ 9421 h 77315"/>
                    <a:gd name="connsiteX10" fmla="*/ 8934 w 35734"/>
                    <a:gd name="connsiteY10" fmla="*/ 32486 h 773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5734" h="77315">
                      <a:moveTo>
                        <a:pt x="8771" y="32648"/>
                      </a:moveTo>
                      <a:lnTo>
                        <a:pt x="8771" y="77316"/>
                      </a:lnTo>
                      <a:lnTo>
                        <a:pt x="0" y="77316"/>
                      </a:lnTo>
                      <a:lnTo>
                        <a:pt x="0" y="2274"/>
                      </a:lnTo>
                      <a:lnTo>
                        <a:pt x="9258" y="2274"/>
                      </a:lnTo>
                      <a:lnTo>
                        <a:pt x="8771" y="13157"/>
                      </a:lnTo>
                      <a:cubicBezTo>
                        <a:pt x="13969" y="3573"/>
                        <a:pt x="22415" y="0"/>
                        <a:pt x="29887" y="0"/>
                      </a:cubicBezTo>
                      <a:cubicBezTo>
                        <a:pt x="32161" y="0"/>
                        <a:pt x="35084" y="0"/>
                        <a:pt x="35734" y="487"/>
                      </a:cubicBezTo>
                      <a:lnTo>
                        <a:pt x="35734" y="10071"/>
                      </a:lnTo>
                      <a:cubicBezTo>
                        <a:pt x="35734" y="10071"/>
                        <a:pt x="33298" y="9421"/>
                        <a:pt x="30374" y="9421"/>
                      </a:cubicBezTo>
                      <a:cubicBezTo>
                        <a:pt x="19979" y="9421"/>
                        <a:pt x="8934" y="16243"/>
                        <a:pt x="8934" y="3248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1" name="자유형: 도형 150">
                  <a:extLst>
                    <a:ext uri="{FF2B5EF4-FFF2-40B4-BE49-F238E27FC236}">
                      <a16:creationId xmlns:a16="http://schemas.microsoft.com/office/drawing/2014/main" id="{ECF46039-3893-C2ED-F16F-DCA54DF7EEDF}"/>
                    </a:ext>
                  </a:extLst>
                </p:cNvPr>
                <p:cNvSpPr/>
                <p:nvPr/>
              </p:nvSpPr>
              <p:spPr>
                <a:xfrm>
                  <a:off x="2975014" y="2515827"/>
                  <a:ext cx="67732" cy="78939"/>
                </a:xfrm>
                <a:custGeom>
                  <a:avLst/>
                  <a:gdLst>
                    <a:gd name="connsiteX0" fmla="*/ 67732 w 67732"/>
                    <a:gd name="connsiteY0" fmla="*/ 39470 h 78939"/>
                    <a:gd name="connsiteX1" fmla="*/ 33298 w 67732"/>
                    <a:gd name="connsiteY1" fmla="*/ 78940 h 78939"/>
                    <a:gd name="connsiteX2" fmla="*/ 0 w 67732"/>
                    <a:gd name="connsiteY2" fmla="*/ 39470 h 78939"/>
                    <a:gd name="connsiteX3" fmla="*/ 33298 w 67732"/>
                    <a:gd name="connsiteY3" fmla="*/ 0 h 78939"/>
                    <a:gd name="connsiteX4" fmla="*/ 67732 w 67732"/>
                    <a:gd name="connsiteY4" fmla="*/ 39470 h 78939"/>
                    <a:gd name="connsiteX5" fmla="*/ 33298 w 67732"/>
                    <a:gd name="connsiteY5" fmla="*/ 7634 h 78939"/>
                    <a:gd name="connsiteX6" fmla="*/ 8446 w 67732"/>
                    <a:gd name="connsiteY6" fmla="*/ 39470 h 78939"/>
                    <a:gd name="connsiteX7" fmla="*/ 33298 w 67732"/>
                    <a:gd name="connsiteY7" fmla="*/ 71143 h 78939"/>
                    <a:gd name="connsiteX8" fmla="*/ 58961 w 67732"/>
                    <a:gd name="connsiteY8" fmla="*/ 39470 h 78939"/>
                    <a:gd name="connsiteX9" fmla="*/ 33298 w 67732"/>
                    <a:gd name="connsiteY9" fmla="*/ 7634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7732" h="78939">
                      <a:moveTo>
                        <a:pt x="67732" y="39470"/>
                      </a:moveTo>
                      <a:cubicBezTo>
                        <a:pt x="67732" y="59773"/>
                        <a:pt x="56850" y="78940"/>
                        <a:pt x="33298" y="78940"/>
                      </a:cubicBezTo>
                      <a:cubicBezTo>
                        <a:pt x="9746" y="78940"/>
                        <a:pt x="0" y="59773"/>
                        <a:pt x="0" y="39470"/>
                      </a:cubicBezTo>
                      <a:cubicBezTo>
                        <a:pt x="0" y="19166"/>
                        <a:pt x="10233" y="0"/>
                        <a:pt x="33298" y="0"/>
                      </a:cubicBezTo>
                      <a:cubicBezTo>
                        <a:pt x="56362" y="0"/>
                        <a:pt x="67732" y="19166"/>
                        <a:pt x="67732" y="39470"/>
                      </a:cubicBezTo>
                      <a:close/>
                      <a:moveTo>
                        <a:pt x="33298" y="7634"/>
                      </a:moveTo>
                      <a:cubicBezTo>
                        <a:pt x="15431" y="7634"/>
                        <a:pt x="8446" y="25176"/>
                        <a:pt x="8446" y="39470"/>
                      </a:cubicBezTo>
                      <a:cubicBezTo>
                        <a:pt x="8446" y="53764"/>
                        <a:pt x="15431" y="71143"/>
                        <a:pt x="33298" y="71143"/>
                      </a:cubicBezTo>
                      <a:cubicBezTo>
                        <a:pt x="51165" y="71143"/>
                        <a:pt x="58961" y="53926"/>
                        <a:pt x="58961" y="39470"/>
                      </a:cubicBezTo>
                      <a:cubicBezTo>
                        <a:pt x="58961" y="25014"/>
                        <a:pt x="51165" y="7634"/>
                        <a:pt x="33298" y="763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2" name="자유형: 도형 151">
                  <a:extLst>
                    <a:ext uri="{FF2B5EF4-FFF2-40B4-BE49-F238E27FC236}">
                      <a16:creationId xmlns:a16="http://schemas.microsoft.com/office/drawing/2014/main" id="{30B3A0B3-47A5-D882-5EE0-1482106D387D}"/>
                    </a:ext>
                  </a:extLst>
                </p:cNvPr>
                <p:cNvSpPr/>
                <p:nvPr/>
              </p:nvSpPr>
              <p:spPr>
                <a:xfrm>
                  <a:off x="3058664" y="2482043"/>
                  <a:ext cx="65945" cy="113374"/>
                </a:xfrm>
                <a:custGeom>
                  <a:avLst/>
                  <a:gdLst>
                    <a:gd name="connsiteX0" fmla="*/ 9421 w 65945"/>
                    <a:gd name="connsiteY0" fmla="*/ 110938 h 113374"/>
                    <a:gd name="connsiteX1" fmla="*/ 0 w 65945"/>
                    <a:gd name="connsiteY1" fmla="*/ 110938 h 113374"/>
                    <a:gd name="connsiteX2" fmla="*/ 975 w 65945"/>
                    <a:gd name="connsiteY2" fmla="*/ 99893 h 113374"/>
                    <a:gd name="connsiteX3" fmla="*/ 975 w 65945"/>
                    <a:gd name="connsiteY3" fmla="*/ 0 h 113374"/>
                    <a:gd name="connsiteX4" fmla="*/ 9746 w 65945"/>
                    <a:gd name="connsiteY4" fmla="*/ 0 h 113374"/>
                    <a:gd name="connsiteX5" fmla="*/ 9746 w 65945"/>
                    <a:gd name="connsiteY5" fmla="*/ 49703 h 113374"/>
                    <a:gd name="connsiteX6" fmla="*/ 33785 w 65945"/>
                    <a:gd name="connsiteY6" fmla="*/ 34272 h 113374"/>
                    <a:gd name="connsiteX7" fmla="*/ 65946 w 65945"/>
                    <a:gd name="connsiteY7" fmla="*/ 73092 h 113374"/>
                    <a:gd name="connsiteX8" fmla="*/ 33785 w 65945"/>
                    <a:gd name="connsiteY8" fmla="*/ 113375 h 113374"/>
                    <a:gd name="connsiteX9" fmla="*/ 9908 w 65945"/>
                    <a:gd name="connsiteY9" fmla="*/ 100868 h 113374"/>
                    <a:gd name="connsiteX10" fmla="*/ 9258 w 65945"/>
                    <a:gd name="connsiteY10" fmla="*/ 111101 h 113374"/>
                    <a:gd name="connsiteX11" fmla="*/ 9746 w 65945"/>
                    <a:gd name="connsiteY11" fmla="*/ 72118 h 113374"/>
                    <a:gd name="connsiteX12" fmla="*/ 34597 w 65945"/>
                    <a:gd name="connsiteY12" fmla="*/ 105416 h 113374"/>
                    <a:gd name="connsiteX13" fmla="*/ 57174 w 65945"/>
                    <a:gd name="connsiteY13" fmla="*/ 72443 h 113374"/>
                    <a:gd name="connsiteX14" fmla="*/ 33460 w 65945"/>
                    <a:gd name="connsiteY14" fmla="*/ 41581 h 113374"/>
                    <a:gd name="connsiteX15" fmla="*/ 9746 w 65945"/>
                    <a:gd name="connsiteY15" fmla="*/ 71955 h 1133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65945" h="113374">
                      <a:moveTo>
                        <a:pt x="9421" y="110938"/>
                      </a:moveTo>
                      <a:lnTo>
                        <a:pt x="0" y="110938"/>
                      </a:lnTo>
                      <a:cubicBezTo>
                        <a:pt x="650" y="109151"/>
                        <a:pt x="975" y="103304"/>
                        <a:pt x="975" y="99893"/>
                      </a:cubicBezTo>
                      <a:lnTo>
                        <a:pt x="975" y="0"/>
                      </a:lnTo>
                      <a:lnTo>
                        <a:pt x="9746" y="0"/>
                      </a:lnTo>
                      <a:lnTo>
                        <a:pt x="9746" y="49703"/>
                      </a:lnTo>
                      <a:cubicBezTo>
                        <a:pt x="13644" y="40120"/>
                        <a:pt x="23714" y="34272"/>
                        <a:pt x="33785" y="34272"/>
                      </a:cubicBezTo>
                      <a:cubicBezTo>
                        <a:pt x="51652" y="34272"/>
                        <a:pt x="65946" y="45967"/>
                        <a:pt x="65946" y="73092"/>
                      </a:cubicBezTo>
                      <a:cubicBezTo>
                        <a:pt x="65946" y="100218"/>
                        <a:pt x="52951" y="113375"/>
                        <a:pt x="33785" y="113375"/>
                      </a:cubicBezTo>
                      <a:cubicBezTo>
                        <a:pt x="22415" y="113375"/>
                        <a:pt x="14456" y="108827"/>
                        <a:pt x="9908" y="100868"/>
                      </a:cubicBezTo>
                      <a:lnTo>
                        <a:pt x="9258" y="111101"/>
                      </a:lnTo>
                      <a:close/>
                      <a:moveTo>
                        <a:pt x="9746" y="72118"/>
                      </a:moveTo>
                      <a:cubicBezTo>
                        <a:pt x="9746" y="95020"/>
                        <a:pt x="16892" y="105416"/>
                        <a:pt x="34597" y="105416"/>
                      </a:cubicBezTo>
                      <a:cubicBezTo>
                        <a:pt x="48566" y="105416"/>
                        <a:pt x="57174" y="92909"/>
                        <a:pt x="57174" y="72443"/>
                      </a:cubicBezTo>
                      <a:cubicBezTo>
                        <a:pt x="57174" y="50353"/>
                        <a:pt x="46292" y="41581"/>
                        <a:pt x="33460" y="41581"/>
                      </a:cubicBezTo>
                      <a:cubicBezTo>
                        <a:pt x="21440" y="41581"/>
                        <a:pt x="9746" y="51814"/>
                        <a:pt x="9746" y="71955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3" name="자유형: 도형 152">
                  <a:extLst>
                    <a:ext uri="{FF2B5EF4-FFF2-40B4-BE49-F238E27FC236}">
                      <a16:creationId xmlns:a16="http://schemas.microsoft.com/office/drawing/2014/main" id="{5B477312-2503-BC73-C5AD-3D7AACE5C83A}"/>
                    </a:ext>
                  </a:extLst>
                </p:cNvPr>
                <p:cNvSpPr/>
                <p:nvPr/>
              </p:nvSpPr>
              <p:spPr>
                <a:xfrm>
                  <a:off x="3137442" y="2515827"/>
                  <a:ext cx="67732" cy="78939"/>
                </a:xfrm>
                <a:custGeom>
                  <a:avLst/>
                  <a:gdLst>
                    <a:gd name="connsiteX0" fmla="*/ 67732 w 67732"/>
                    <a:gd name="connsiteY0" fmla="*/ 39470 h 78939"/>
                    <a:gd name="connsiteX1" fmla="*/ 33298 w 67732"/>
                    <a:gd name="connsiteY1" fmla="*/ 78940 h 78939"/>
                    <a:gd name="connsiteX2" fmla="*/ 0 w 67732"/>
                    <a:gd name="connsiteY2" fmla="*/ 39470 h 78939"/>
                    <a:gd name="connsiteX3" fmla="*/ 33298 w 67732"/>
                    <a:gd name="connsiteY3" fmla="*/ 0 h 78939"/>
                    <a:gd name="connsiteX4" fmla="*/ 67732 w 67732"/>
                    <a:gd name="connsiteY4" fmla="*/ 39470 h 78939"/>
                    <a:gd name="connsiteX5" fmla="*/ 33298 w 67732"/>
                    <a:gd name="connsiteY5" fmla="*/ 7634 h 78939"/>
                    <a:gd name="connsiteX6" fmla="*/ 8446 w 67732"/>
                    <a:gd name="connsiteY6" fmla="*/ 39470 h 78939"/>
                    <a:gd name="connsiteX7" fmla="*/ 33298 w 67732"/>
                    <a:gd name="connsiteY7" fmla="*/ 71143 h 78939"/>
                    <a:gd name="connsiteX8" fmla="*/ 58961 w 67732"/>
                    <a:gd name="connsiteY8" fmla="*/ 39470 h 78939"/>
                    <a:gd name="connsiteX9" fmla="*/ 33298 w 67732"/>
                    <a:gd name="connsiteY9" fmla="*/ 7634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7732" h="78939">
                      <a:moveTo>
                        <a:pt x="67732" y="39470"/>
                      </a:moveTo>
                      <a:cubicBezTo>
                        <a:pt x="67732" y="59773"/>
                        <a:pt x="56850" y="78940"/>
                        <a:pt x="33298" y="78940"/>
                      </a:cubicBezTo>
                      <a:cubicBezTo>
                        <a:pt x="9746" y="78940"/>
                        <a:pt x="0" y="59773"/>
                        <a:pt x="0" y="39470"/>
                      </a:cubicBezTo>
                      <a:cubicBezTo>
                        <a:pt x="0" y="19166"/>
                        <a:pt x="10233" y="0"/>
                        <a:pt x="33298" y="0"/>
                      </a:cubicBezTo>
                      <a:cubicBezTo>
                        <a:pt x="56362" y="0"/>
                        <a:pt x="67732" y="19166"/>
                        <a:pt x="67732" y="39470"/>
                      </a:cubicBezTo>
                      <a:close/>
                      <a:moveTo>
                        <a:pt x="33298" y="7634"/>
                      </a:moveTo>
                      <a:cubicBezTo>
                        <a:pt x="15431" y="7634"/>
                        <a:pt x="8446" y="25176"/>
                        <a:pt x="8446" y="39470"/>
                      </a:cubicBezTo>
                      <a:cubicBezTo>
                        <a:pt x="8446" y="53764"/>
                        <a:pt x="15431" y="71143"/>
                        <a:pt x="33298" y="71143"/>
                      </a:cubicBezTo>
                      <a:cubicBezTo>
                        <a:pt x="51165" y="71143"/>
                        <a:pt x="58961" y="53926"/>
                        <a:pt x="58961" y="39470"/>
                      </a:cubicBezTo>
                      <a:cubicBezTo>
                        <a:pt x="58961" y="25014"/>
                        <a:pt x="51165" y="7634"/>
                        <a:pt x="33298" y="763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4" name="자유형: 도형 153">
                  <a:extLst>
                    <a:ext uri="{FF2B5EF4-FFF2-40B4-BE49-F238E27FC236}">
                      <a16:creationId xmlns:a16="http://schemas.microsoft.com/office/drawing/2014/main" id="{EA31074B-E5DA-794C-A4C5-9576A57A5C0A}"/>
                    </a:ext>
                  </a:extLst>
                </p:cNvPr>
                <p:cNvSpPr/>
                <p:nvPr/>
              </p:nvSpPr>
              <p:spPr>
                <a:xfrm>
                  <a:off x="3215245" y="2496336"/>
                  <a:ext cx="41418" cy="98756"/>
                </a:xfrm>
                <a:custGeom>
                  <a:avLst/>
                  <a:gdLst>
                    <a:gd name="connsiteX0" fmla="*/ 23552 w 41418"/>
                    <a:gd name="connsiteY0" fmla="*/ 0 h 98756"/>
                    <a:gd name="connsiteX1" fmla="*/ 23552 w 41418"/>
                    <a:gd name="connsiteY1" fmla="*/ 21765 h 98756"/>
                    <a:gd name="connsiteX2" fmla="*/ 40444 w 41418"/>
                    <a:gd name="connsiteY2" fmla="*/ 21765 h 98756"/>
                    <a:gd name="connsiteX3" fmla="*/ 40444 w 41418"/>
                    <a:gd name="connsiteY3" fmla="*/ 29562 h 98756"/>
                    <a:gd name="connsiteX4" fmla="*/ 23552 w 41418"/>
                    <a:gd name="connsiteY4" fmla="*/ 29562 h 98756"/>
                    <a:gd name="connsiteX5" fmla="*/ 23552 w 41418"/>
                    <a:gd name="connsiteY5" fmla="*/ 80077 h 98756"/>
                    <a:gd name="connsiteX6" fmla="*/ 33785 w 41418"/>
                    <a:gd name="connsiteY6" fmla="*/ 91609 h 98756"/>
                    <a:gd name="connsiteX7" fmla="*/ 41419 w 41418"/>
                    <a:gd name="connsiteY7" fmla="*/ 90635 h 98756"/>
                    <a:gd name="connsiteX8" fmla="*/ 41419 w 41418"/>
                    <a:gd name="connsiteY8" fmla="*/ 97619 h 98756"/>
                    <a:gd name="connsiteX9" fmla="*/ 32810 w 41418"/>
                    <a:gd name="connsiteY9" fmla="*/ 98756 h 98756"/>
                    <a:gd name="connsiteX10" fmla="*/ 14781 w 41418"/>
                    <a:gd name="connsiteY10" fmla="*/ 78940 h 98756"/>
                    <a:gd name="connsiteX11" fmla="*/ 14781 w 41418"/>
                    <a:gd name="connsiteY11" fmla="*/ 29724 h 98756"/>
                    <a:gd name="connsiteX12" fmla="*/ 0 w 41418"/>
                    <a:gd name="connsiteY12" fmla="*/ 29724 h 98756"/>
                    <a:gd name="connsiteX13" fmla="*/ 0 w 41418"/>
                    <a:gd name="connsiteY13" fmla="*/ 21928 h 98756"/>
                    <a:gd name="connsiteX14" fmla="*/ 14781 w 41418"/>
                    <a:gd name="connsiteY14" fmla="*/ 21928 h 98756"/>
                    <a:gd name="connsiteX15" fmla="*/ 14781 w 41418"/>
                    <a:gd name="connsiteY15" fmla="*/ 0 h 98756"/>
                    <a:gd name="connsiteX16" fmla="*/ 23552 w 41418"/>
                    <a:gd name="connsiteY16" fmla="*/ 0 h 98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41418" h="98756">
                      <a:moveTo>
                        <a:pt x="23552" y="0"/>
                      </a:moveTo>
                      <a:lnTo>
                        <a:pt x="23552" y="21765"/>
                      </a:lnTo>
                      <a:lnTo>
                        <a:pt x="40444" y="21765"/>
                      </a:lnTo>
                      <a:lnTo>
                        <a:pt x="40444" y="29562"/>
                      </a:lnTo>
                      <a:lnTo>
                        <a:pt x="23552" y="29562"/>
                      </a:lnTo>
                      <a:lnTo>
                        <a:pt x="23552" y="80077"/>
                      </a:lnTo>
                      <a:cubicBezTo>
                        <a:pt x="23552" y="89823"/>
                        <a:pt x="28100" y="91609"/>
                        <a:pt x="33785" y="91609"/>
                      </a:cubicBezTo>
                      <a:cubicBezTo>
                        <a:pt x="37521" y="91609"/>
                        <a:pt x="40282" y="90960"/>
                        <a:pt x="41419" y="90635"/>
                      </a:cubicBezTo>
                      <a:lnTo>
                        <a:pt x="41419" y="97619"/>
                      </a:lnTo>
                      <a:cubicBezTo>
                        <a:pt x="39145" y="98269"/>
                        <a:pt x="36059" y="98756"/>
                        <a:pt x="32810" y="98756"/>
                      </a:cubicBezTo>
                      <a:cubicBezTo>
                        <a:pt x="22253" y="98756"/>
                        <a:pt x="14781" y="95020"/>
                        <a:pt x="14781" y="78940"/>
                      </a:cubicBezTo>
                      <a:lnTo>
                        <a:pt x="14781" y="29724"/>
                      </a:lnTo>
                      <a:lnTo>
                        <a:pt x="0" y="29724"/>
                      </a:lnTo>
                      <a:lnTo>
                        <a:pt x="0" y="21928"/>
                      </a:lnTo>
                      <a:lnTo>
                        <a:pt x="14781" y="21928"/>
                      </a:lnTo>
                      <a:lnTo>
                        <a:pt x="14781" y="0"/>
                      </a:lnTo>
                      <a:lnTo>
                        <a:pt x="23552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5" name="자유형: 도형 154">
                  <a:extLst>
                    <a:ext uri="{FF2B5EF4-FFF2-40B4-BE49-F238E27FC236}">
                      <a16:creationId xmlns:a16="http://schemas.microsoft.com/office/drawing/2014/main" id="{42979B74-0A92-F1D8-5C42-303267CE323A}"/>
                    </a:ext>
                  </a:extLst>
                </p:cNvPr>
                <p:cNvSpPr/>
                <p:nvPr/>
              </p:nvSpPr>
              <p:spPr>
                <a:xfrm>
                  <a:off x="3273394" y="2484479"/>
                  <a:ext cx="10070" cy="108501"/>
                </a:xfrm>
                <a:custGeom>
                  <a:avLst/>
                  <a:gdLst>
                    <a:gd name="connsiteX0" fmla="*/ 10071 w 10070"/>
                    <a:gd name="connsiteY0" fmla="*/ 0 h 108501"/>
                    <a:gd name="connsiteX1" fmla="*/ 10071 w 10070"/>
                    <a:gd name="connsiteY1" fmla="*/ 10720 h 108501"/>
                    <a:gd name="connsiteX2" fmla="*/ 0 w 10070"/>
                    <a:gd name="connsiteY2" fmla="*/ 10720 h 108501"/>
                    <a:gd name="connsiteX3" fmla="*/ 0 w 10070"/>
                    <a:gd name="connsiteY3" fmla="*/ 0 h 108501"/>
                    <a:gd name="connsiteX4" fmla="*/ 10071 w 10070"/>
                    <a:gd name="connsiteY4" fmla="*/ 0 h 108501"/>
                    <a:gd name="connsiteX5" fmla="*/ 650 w 10070"/>
                    <a:gd name="connsiteY5" fmla="*/ 32486 h 108501"/>
                    <a:gd name="connsiteX6" fmla="*/ 9583 w 10070"/>
                    <a:gd name="connsiteY6" fmla="*/ 32486 h 108501"/>
                    <a:gd name="connsiteX7" fmla="*/ 9583 w 10070"/>
                    <a:gd name="connsiteY7" fmla="*/ 108502 h 108501"/>
                    <a:gd name="connsiteX8" fmla="*/ 650 w 10070"/>
                    <a:gd name="connsiteY8" fmla="*/ 108502 h 108501"/>
                    <a:gd name="connsiteX9" fmla="*/ 650 w 10070"/>
                    <a:gd name="connsiteY9" fmla="*/ 32486 h 108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70" h="108501">
                      <a:moveTo>
                        <a:pt x="10071" y="0"/>
                      </a:moveTo>
                      <a:lnTo>
                        <a:pt x="10071" y="10720"/>
                      </a:lnTo>
                      <a:lnTo>
                        <a:pt x="0" y="10720"/>
                      </a:lnTo>
                      <a:lnTo>
                        <a:pt x="0" y="0"/>
                      </a:lnTo>
                      <a:lnTo>
                        <a:pt x="10071" y="0"/>
                      </a:lnTo>
                      <a:close/>
                      <a:moveTo>
                        <a:pt x="650" y="32486"/>
                      </a:moveTo>
                      <a:lnTo>
                        <a:pt x="9583" y="32486"/>
                      </a:lnTo>
                      <a:lnTo>
                        <a:pt x="9583" y="108502"/>
                      </a:lnTo>
                      <a:lnTo>
                        <a:pt x="650" y="108502"/>
                      </a:lnTo>
                      <a:lnTo>
                        <a:pt x="650" y="32486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6" name="자유형: 도형 155">
                  <a:extLst>
                    <a:ext uri="{FF2B5EF4-FFF2-40B4-BE49-F238E27FC236}">
                      <a16:creationId xmlns:a16="http://schemas.microsoft.com/office/drawing/2014/main" id="{994C21EA-7210-11B7-0BD2-2DDB3D952072}"/>
                    </a:ext>
                  </a:extLst>
                </p:cNvPr>
                <p:cNvSpPr/>
                <p:nvPr/>
              </p:nvSpPr>
              <p:spPr>
                <a:xfrm>
                  <a:off x="3301494" y="2515665"/>
                  <a:ext cx="62047" cy="78939"/>
                </a:xfrm>
                <a:custGeom>
                  <a:avLst/>
                  <a:gdLst>
                    <a:gd name="connsiteX0" fmla="*/ 53114 w 62047"/>
                    <a:gd name="connsiteY0" fmla="*/ 25501 h 78939"/>
                    <a:gd name="connsiteX1" fmla="*/ 31998 w 62047"/>
                    <a:gd name="connsiteY1" fmla="*/ 7797 h 78939"/>
                    <a:gd name="connsiteX2" fmla="*/ 8934 w 62047"/>
                    <a:gd name="connsiteY2" fmla="*/ 39470 h 78939"/>
                    <a:gd name="connsiteX3" fmla="*/ 31998 w 62047"/>
                    <a:gd name="connsiteY3" fmla="*/ 71306 h 78939"/>
                    <a:gd name="connsiteX4" fmla="*/ 52951 w 62047"/>
                    <a:gd name="connsiteY4" fmla="*/ 53276 h 78939"/>
                    <a:gd name="connsiteX5" fmla="*/ 62047 w 62047"/>
                    <a:gd name="connsiteY5" fmla="*/ 53276 h 78939"/>
                    <a:gd name="connsiteX6" fmla="*/ 32323 w 62047"/>
                    <a:gd name="connsiteY6" fmla="*/ 78940 h 78939"/>
                    <a:gd name="connsiteX7" fmla="*/ 0 w 62047"/>
                    <a:gd name="connsiteY7" fmla="*/ 39470 h 78939"/>
                    <a:gd name="connsiteX8" fmla="*/ 33135 w 62047"/>
                    <a:gd name="connsiteY8" fmla="*/ 0 h 78939"/>
                    <a:gd name="connsiteX9" fmla="*/ 62047 w 62047"/>
                    <a:gd name="connsiteY9" fmla="*/ 25339 h 78939"/>
                    <a:gd name="connsiteX10" fmla="*/ 53114 w 62047"/>
                    <a:gd name="connsiteY10" fmla="*/ 25339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2047" h="78939">
                      <a:moveTo>
                        <a:pt x="53114" y="25501"/>
                      </a:moveTo>
                      <a:cubicBezTo>
                        <a:pt x="52464" y="13644"/>
                        <a:pt x="44180" y="7797"/>
                        <a:pt x="31998" y="7797"/>
                      </a:cubicBezTo>
                      <a:cubicBezTo>
                        <a:pt x="19004" y="7797"/>
                        <a:pt x="8934" y="21765"/>
                        <a:pt x="8934" y="39470"/>
                      </a:cubicBezTo>
                      <a:cubicBezTo>
                        <a:pt x="8934" y="57175"/>
                        <a:pt x="19004" y="71306"/>
                        <a:pt x="31998" y="71306"/>
                      </a:cubicBezTo>
                      <a:cubicBezTo>
                        <a:pt x="43368" y="71306"/>
                        <a:pt x="51814" y="65296"/>
                        <a:pt x="52951" y="53276"/>
                      </a:cubicBezTo>
                      <a:lnTo>
                        <a:pt x="62047" y="53276"/>
                      </a:lnTo>
                      <a:cubicBezTo>
                        <a:pt x="59611" y="70331"/>
                        <a:pt x="48241" y="78940"/>
                        <a:pt x="32323" y="78940"/>
                      </a:cubicBezTo>
                      <a:cubicBezTo>
                        <a:pt x="10395" y="78940"/>
                        <a:pt x="0" y="60586"/>
                        <a:pt x="0" y="39470"/>
                      </a:cubicBezTo>
                      <a:cubicBezTo>
                        <a:pt x="0" y="18354"/>
                        <a:pt x="11045" y="0"/>
                        <a:pt x="33135" y="0"/>
                      </a:cubicBezTo>
                      <a:cubicBezTo>
                        <a:pt x="48566" y="0"/>
                        <a:pt x="61235" y="9421"/>
                        <a:pt x="62047" y="25339"/>
                      </a:cubicBezTo>
                      <a:lnTo>
                        <a:pt x="53114" y="25339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7" name="자유형: 도형 156">
                  <a:extLst>
                    <a:ext uri="{FF2B5EF4-FFF2-40B4-BE49-F238E27FC236}">
                      <a16:creationId xmlns:a16="http://schemas.microsoft.com/office/drawing/2014/main" id="{562ABD6B-C31A-1DD0-6893-EE50B9B9A1A8}"/>
                    </a:ext>
                  </a:extLst>
                </p:cNvPr>
                <p:cNvSpPr/>
                <p:nvPr/>
              </p:nvSpPr>
              <p:spPr>
                <a:xfrm>
                  <a:off x="3376048" y="2515827"/>
                  <a:ext cx="58474" cy="78939"/>
                </a:xfrm>
                <a:custGeom>
                  <a:avLst/>
                  <a:gdLst>
                    <a:gd name="connsiteX0" fmla="*/ 29074 w 58474"/>
                    <a:gd name="connsiteY0" fmla="*/ 0 h 78939"/>
                    <a:gd name="connsiteX1" fmla="*/ 55875 w 58474"/>
                    <a:gd name="connsiteY1" fmla="*/ 20303 h 78939"/>
                    <a:gd name="connsiteX2" fmla="*/ 46617 w 58474"/>
                    <a:gd name="connsiteY2" fmla="*/ 20303 h 78939"/>
                    <a:gd name="connsiteX3" fmla="*/ 28263 w 58474"/>
                    <a:gd name="connsiteY3" fmla="*/ 7472 h 78939"/>
                    <a:gd name="connsiteX4" fmla="*/ 11370 w 58474"/>
                    <a:gd name="connsiteY4" fmla="*/ 20303 h 78939"/>
                    <a:gd name="connsiteX5" fmla="*/ 44668 w 58474"/>
                    <a:gd name="connsiteY5" fmla="*/ 37521 h 78939"/>
                    <a:gd name="connsiteX6" fmla="*/ 58474 w 58474"/>
                    <a:gd name="connsiteY6" fmla="*/ 54576 h 78939"/>
                    <a:gd name="connsiteX7" fmla="*/ 27450 w 58474"/>
                    <a:gd name="connsiteY7" fmla="*/ 78940 h 78939"/>
                    <a:gd name="connsiteX8" fmla="*/ 0 w 58474"/>
                    <a:gd name="connsiteY8" fmla="*/ 56850 h 78939"/>
                    <a:gd name="connsiteX9" fmla="*/ 9258 w 58474"/>
                    <a:gd name="connsiteY9" fmla="*/ 56850 h 78939"/>
                    <a:gd name="connsiteX10" fmla="*/ 29562 w 58474"/>
                    <a:gd name="connsiteY10" fmla="*/ 71306 h 78939"/>
                    <a:gd name="connsiteX11" fmla="*/ 49378 w 58474"/>
                    <a:gd name="connsiteY11" fmla="*/ 55875 h 78939"/>
                    <a:gd name="connsiteX12" fmla="*/ 25501 w 58474"/>
                    <a:gd name="connsiteY12" fmla="*/ 40445 h 78939"/>
                    <a:gd name="connsiteX13" fmla="*/ 2599 w 58474"/>
                    <a:gd name="connsiteY13" fmla="*/ 20791 h 78939"/>
                    <a:gd name="connsiteX14" fmla="*/ 28912 w 58474"/>
                    <a:gd name="connsiteY14" fmla="*/ 0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474" h="78939">
                      <a:moveTo>
                        <a:pt x="29074" y="0"/>
                      </a:moveTo>
                      <a:cubicBezTo>
                        <a:pt x="43206" y="0"/>
                        <a:pt x="54413" y="4873"/>
                        <a:pt x="55875" y="20303"/>
                      </a:cubicBezTo>
                      <a:lnTo>
                        <a:pt x="46617" y="20303"/>
                      </a:lnTo>
                      <a:cubicBezTo>
                        <a:pt x="45804" y="10558"/>
                        <a:pt x="37358" y="7472"/>
                        <a:pt x="28263" y="7472"/>
                      </a:cubicBezTo>
                      <a:cubicBezTo>
                        <a:pt x="20141" y="7472"/>
                        <a:pt x="11370" y="10720"/>
                        <a:pt x="11370" y="20303"/>
                      </a:cubicBezTo>
                      <a:cubicBezTo>
                        <a:pt x="11370" y="32486"/>
                        <a:pt x="25014" y="30049"/>
                        <a:pt x="44668" y="37521"/>
                      </a:cubicBezTo>
                      <a:cubicBezTo>
                        <a:pt x="54901" y="40769"/>
                        <a:pt x="58474" y="46292"/>
                        <a:pt x="58474" y="54576"/>
                      </a:cubicBezTo>
                      <a:cubicBezTo>
                        <a:pt x="58474" y="71631"/>
                        <a:pt x="44343" y="78940"/>
                        <a:pt x="27450" y="78940"/>
                      </a:cubicBezTo>
                      <a:cubicBezTo>
                        <a:pt x="14943" y="78940"/>
                        <a:pt x="650" y="73255"/>
                        <a:pt x="0" y="56850"/>
                      </a:cubicBezTo>
                      <a:lnTo>
                        <a:pt x="9258" y="56850"/>
                      </a:lnTo>
                      <a:cubicBezTo>
                        <a:pt x="9908" y="68382"/>
                        <a:pt x="19979" y="71306"/>
                        <a:pt x="29562" y="71306"/>
                      </a:cubicBezTo>
                      <a:cubicBezTo>
                        <a:pt x="39145" y="71306"/>
                        <a:pt x="49541" y="67083"/>
                        <a:pt x="49378" y="55875"/>
                      </a:cubicBezTo>
                      <a:cubicBezTo>
                        <a:pt x="49378" y="44180"/>
                        <a:pt x="37034" y="43206"/>
                        <a:pt x="25501" y="40445"/>
                      </a:cubicBezTo>
                      <a:cubicBezTo>
                        <a:pt x="13806" y="37683"/>
                        <a:pt x="2599" y="35084"/>
                        <a:pt x="2599" y="20791"/>
                      </a:cubicBezTo>
                      <a:cubicBezTo>
                        <a:pt x="2599" y="5198"/>
                        <a:pt x="16243" y="0"/>
                        <a:pt x="28912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8" name="자유형: 도형 157">
                  <a:extLst>
                    <a:ext uri="{FF2B5EF4-FFF2-40B4-BE49-F238E27FC236}">
                      <a16:creationId xmlns:a16="http://schemas.microsoft.com/office/drawing/2014/main" id="{87D7DC3D-2CEA-5413-8713-661C3A1B8DB7}"/>
                    </a:ext>
                  </a:extLst>
                </p:cNvPr>
                <p:cNvSpPr/>
                <p:nvPr/>
              </p:nvSpPr>
              <p:spPr>
                <a:xfrm>
                  <a:off x="3457262" y="2580961"/>
                  <a:ext cx="12507" cy="13156"/>
                </a:xfrm>
                <a:custGeom>
                  <a:avLst/>
                  <a:gdLst>
                    <a:gd name="connsiteX0" fmla="*/ 12507 w 12507"/>
                    <a:gd name="connsiteY0" fmla="*/ 13157 h 13156"/>
                    <a:gd name="connsiteX1" fmla="*/ 0 w 12507"/>
                    <a:gd name="connsiteY1" fmla="*/ 13157 h 13156"/>
                    <a:gd name="connsiteX2" fmla="*/ 0 w 12507"/>
                    <a:gd name="connsiteY2" fmla="*/ 0 h 13156"/>
                    <a:gd name="connsiteX3" fmla="*/ 12507 w 12507"/>
                    <a:gd name="connsiteY3" fmla="*/ 0 h 13156"/>
                    <a:gd name="connsiteX4" fmla="*/ 12507 w 12507"/>
                    <a:gd name="connsiteY4" fmla="*/ 13157 h 13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507" h="13156">
                      <a:moveTo>
                        <a:pt x="12507" y="13157"/>
                      </a:moveTo>
                      <a:lnTo>
                        <a:pt x="0" y="13157"/>
                      </a:lnTo>
                      <a:lnTo>
                        <a:pt x="0" y="0"/>
                      </a:lnTo>
                      <a:lnTo>
                        <a:pt x="12507" y="0"/>
                      </a:lnTo>
                      <a:lnTo>
                        <a:pt x="12507" y="13157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59" name="자유형: 도형 158">
                  <a:extLst>
                    <a:ext uri="{FF2B5EF4-FFF2-40B4-BE49-F238E27FC236}">
                      <a16:creationId xmlns:a16="http://schemas.microsoft.com/office/drawing/2014/main" id="{A8AD70C8-C941-5A0D-75C4-9E036AE7EBDC}"/>
                    </a:ext>
                  </a:extLst>
                </p:cNvPr>
                <p:cNvSpPr/>
                <p:nvPr/>
              </p:nvSpPr>
              <p:spPr>
                <a:xfrm>
                  <a:off x="3492346" y="2515827"/>
                  <a:ext cx="58149" cy="78939"/>
                </a:xfrm>
                <a:custGeom>
                  <a:avLst/>
                  <a:gdLst>
                    <a:gd name="connsiteX0" fmla="*/ 48728 w 58149"/>
                    <a:gd name="connsiteY0" fmla="*/ 24851 h 78939"/>
                    <a:gd name="connsiteX1" fmla="*/ 30536 w 58149"/>
                    <a:gd name="connsiteY1" fmla="*/ 7472 h 78939"/>
                    <a:gd name="connsiteX2" fmla="*/ 12832 w 58149"/>
                    <a:gd name="connsiteY2" fmla="*/ 21116 h 78939"/>
                    <a:gd name="connsiteX3" fmla="*/ 2761 w 58149"/>
                    <a:gd name="connsiteY3" fmla="*/ 21116 h 78939"/>
                    <a:gd name="connsiteX4" fmla="*/ 30699 w 58149"/>
                    <a:gd name="connsiteY4" fmla="*/ 0 h 78939"/>
                    <a:gd name="connsiteX5" fmla="*/ 57174 w 58149"/>
                    <a:gd name="connsiteY5" fmla="*/ 25339 h 78939"/>
                    <a:gd name="connsiteX6" fmla="*/ 57174 w 58149"/>
                    <a:gd name="connsiteY6" fmla="*/ 66108 h 78939"/>
                    <a:gd name="connsiteX7" fmla="*/ 58149 w 58149"/>
                    <a:gd name="connsiteY7" fmla="*/ 77153 h 78939"/>
                    <a:gd name="connsiteX8" fmla="*/ 49053 w 58149"/>
                    <a:gd name="connsiteY8" fmla="*/ 77153 h 78939"/>
                    <a:gd name="connsiteX9" fmla="*/ 48403 w 58149"/>
                    <a:gd name="connsiteY9" fmla="*/ 67083 h 78939"/>
                    <a:gd name="connsiteX10" fmla="*/ 24526 w 58149"/>
                    <a:gd name="connsiteY10" fmla="*/ 78940 h 78939"/>
                    <a:gd name="connsiteX11" fmla="*/ 0 w 58149"/>
                    <a:gd name="connsiteY11" fmla="*/ 56525 h 78939"/>
                    <a:gd name="connsiteX12" fmla="*/ 14618 w 58149"/>
                    <a:gd name="connsiteY12" fmla="*/ 35084 h 78939"/>
                    <a:gd name="connsiteX13" fmla="*/ 48728 w 58149"/>
                    <a:gd name="connsiteY13" fmla="*/ 31511 h 78939"/>
                    <a:gd name="connsiteX14" fmla="*/ 48728 w 58149"/>
                    <a:gd name="connsiteY14" fmla="*/ 24851 h 78939"/>
                    <a:gd name="connsiteX15" fmla="*/ 26313 w 58149"/>
                    <a:gd name="connsiteY15" fmla="*/ 71306 h 78939"/>
                    <a:gd name="connsiteX16" fmla="*/ 49216 w 58149"/>
                    <a:gd name="connsiteY16" fmla="*/ 38495 h 78939"/>
                    <a:gd name="connsiteX17" fmla="*/ 8934 w 58149"/>
                    <a:gd name="connsiteY17" fmla="*/ 56687 h 78939"/>
                    <a:gd name="connsiteX18" fmla="*/ 26313 w 58149"/>
                    <a:gd name="connsiteY18" fmla="*/ 71306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8149" h="78939">
                      <a:moveTo>
                        <a:pt x="48728" y="24851"/>
                      </a:moveTo>
                      <a:cubicBezTo>
                        <a:pt x="47916" y="11695"/>
                        <a:pt x="40607" y="7472"/>
                        <a:pt x="30536" y="7472"/>
                      </a:cubicBezTo>
                      <a:cubicBezTo>
                        <a:pt x="21440" y="7472"/>
                        <a:pt x="13644" y="10558"/>
                        <a:pt x="12832" y="21116"/>
                      </a:cubicBezTo>
                      <a:lnTo>
                        <a:pt x="2761" y="21116"/>
                      </a:lnTo>
                      <a:cubicBezTo>
                        <a:pt x="3573" y="6660"/>
                        <a:pt x="16567" y="0"/>
                        <a:pt x="30699" y="0"/>
                      </a:cubicBezTo>
                      <a:cubicBezTo>
                        <a:pt x="47429" y="0"/>
                        <a:pt x="57499" y="7634"/>
                        <a:pt x="57174" y="25339"/>
                      </a:cubicBezTo>
                      <a:lnTo>
                        <a:pt x="57174" y="66108"/>
                      </a:lnTo>
                      <a:cubicBezTo>
                        <a:pt x="57174" y="69681"/>
                        <a:pt x="57662" y="75529"/>
                        <a:pt x="58149" y="77153"/>
                      </a:cubicBezTo>
                      <a:lnTo>
                        <a:pt x="49053" y="77153"/>
                      </a:lnTo>
                      <a:lnTo>
                        <a:pt x="48403" y="67083"/>
                      </a:lnTo>
                      <a:cubicBezTo>
                        <a:pt x="45155" y="73742"/>
                        <a:pt x="35247" y="78940"/>
                        <a:pt x="24526" y="78940"/>
                      </a:cubicBezTo>
                      <a:cubicBezTo>
                        <a:pt x="10233" y="78940"/>
                        <a:pt x="0" y="71793"/>
                        <a:pt x="0" y="56525"/>
                      </a:cubicBezTo>
                      <a:cubicBezTo>
                        <a:pt x="0" y="46129"/>
                        <a:pt x="5360" y="38820"/>
                        <a:pt x="14618" y="35084"/>
                      </a:cubicBezTo>
                      <a:cubicBezTo>
                        <a:pt x="24364" y="30536"/>
                        <a:pt x="38170" y="31511"/>
                        <a:pt x="48728" y="31511"/>
                      </a:cubicBezTo>
                      <a:lnTo>
                        <a:pt x="48728" y="24851"/>
                      </a:lnTo>
                      <a:close/>
                      <a:moveTo>
                        <a:pt x="26313" y="71306"/>
                      </a:moveTo>
                      <a:cubicBezTo>
                        <a:pt x="44668" y="71306"/>
                        <a:pt x="49216" y="55388"/>
                        <a:pt x="49216" y="38495"/>
                      </a:cubicBezTo>
                      <a:cubicBezTo>
                        <a:pt x="35084" y="38495"/>
                        <a:pt x="8934" y="36546"/>
                        <a:pt x="8934" y="56687"/>
                      </a:cubicBezTo>
                      <a:cubicBezTo>
                        <a:pt x="8934" y="67570"/>
                        <a:pt x="17542" y="71306"/>
                        <a:pt x="26313" y="7130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0" name="자유형: 도형 159">
                  <a:extLst>
                    <a:ext uri="{FF2B5EF4-FFF2-40B4-BE49-F238E27FC236}">
                      <a16:creationId xmlns:a16="http://schemas.microsoft.com/office/drawing/2014/main" id="{6B2B06F9-3989-A7A2-B91E-7117DC980FB0}"/>
                    </a:ext>
                  </a:extLst>
                </p:cNvPr>
                <p:cNvSpPr/>
                <p:nvPr/>
              </p:nvSpPr>
              <p:spPr>
                <a:xfrm>
                  <a:off x="3573073" y="2484479"/>
                  <a:ext cx="10070" cy="108501"/>
                </a:xfrm>
                <a:custGeom>
                  <a:avLst/>
                  <a:gdLst>
                    <a:gd name="connsiteX0" fmla="*/ 10070 w 10070"/>
                    <a:gd name="connsiteY0" fmla="*/ 0 h 108501"/>
                    <a:gd name="connsiteX1" fmla="*/ 10070 w 10070"/>
                    <a:gd name="connsiteY1" fmla="*/ 10720 h 108501"/>
                    <a:gd name="connsiteX2" fmla="*/ 0 w 10070"/>
                    <a:gd name="connsiteY2" fmla="*/ 10720 h 108501"/>
                    <a:gd name="connsiteX3" fmla="*/ 0 w 10070"/>
                    <a:gd name="connsiteY3" fmla="*/ 0 h 108501"/>
                    <a:gd name="connsiteX4" fmla="*/ 10070 w 10070"/>
                    <a:gd name="connsiteY4" fmla="*/ 0 h 108501"/>
                    <a:gd name="connsiteX5" fmla="*/ 487 w 10070"/>
                    <a:gd name="connsiteY5" fmla="*/ 32486 h 108501"/>
                    <a:gd name="connsiteX6" fmla="*/ 9421 w 10070"/>
                    <a:gd name="connsiteY6" fmla="*/ 32486 h 108501"/>
                    <a:gd name="connsiteX7" fmla="*/ 9421 w 10070"/>
                    <a:gd name="connsiteY7" fmla="*/ 108502 h 108501"/>
                    <a:gd name="connsiteX8" fmla="*/ 487 w 10070"/>
                    <a:gd name="connsiteY8" fmla="*/ 108502 h 108501"/>
                    <a:gd name="connsiteX9" fmla="*/ 487 w 10070"/>
                    <a:gd name="connsiteY9" fmla="*/ 32486 h 108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70" h="108501">
                      <a:moveTo>
                        <a:pt x="10070" y="0"/>
                      </a:moveTo>
                      <a:lnTo>
                        <a:pt x="10070" y="10720"/>
                      </a:lnTo>
                      <a:lnTo>
                        <a:pt x="0" y="10720"/>
                      </a:lnTo>
                      <a:lnTo>
                        <a:pt x="0" y="0"/>
                      </a:lnTo>
                      <a:lnTo>
                        <a:pt x="10070" y="0"/>
                      </a:lnTo>
                      <a:close/>
                      <a:moveTo>
                        <a:pt x="487" y="32486"/>
                      </a:moveTo>
                      <a:lnTo>
                        <a:pt x="9421" y="32486"/>
                      </a:lnTo>
                      <a:lnTo>
                        <a:pt x="9421" y="108502"/>
                      </a:lnTo>
                      <a:lnTo>
                        <a:pt x="487" y="108502"/>
                      </a:lnTo>
                      <a:lnTo>
                        <a:pt x="487" y="32486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1" name="자유형: 도형 160">
                  <a:extLst>
                    <a:ext uri="{FF2B5EF4-FFF2-40B4-BE49-F238E27FC236}">
                      <a16:creationId xmlns:a16="http://schemas.microsoft.com/office/drawing/2014/main" id="{1EE4AFB8-51DA-C1AF-E42B-4BC5F62969A5}"/>
                    </a:ext>
                  </a:extLst>
                </p:cNvPr>
                <p:cNvSpPr/>
                <p:nvPr/>
              </p:nvSpPr>
              <p:spPr>
                <a:xfrm>
                  <a:off x="2168885" y="2734293"/>
                  <a:ext cx="114836" cy="74554"/>
                </a:xfrm>
                <a:custGeom>
                  <a:avLst/>
                  <a:gdLst>
                    <a:gd name="connsiteX0" fmla="*/ 51165 w 114836"/>
                    <a:gd name="connsiteY0" fmla="*/ 2112 h 74554"/>
                    <a:gd name="connsiteX1" fmla="*/ 54088 w 114836"/>
                    <a:gd name="connsiteY1" fmla="*/ 0 h 74554"/>
                    <a:gd name="connsiteX2" fmla="*/ 59936 w 114836"/>
                    <a:gd name="connsiteY2" fmla="*/ 0 h 74554"/>
                    <a:gd name="connsiteX3" fmla="*/ 62860 w 114836"/>
                    <a:gd name="connsiteY3" fmla="*/ 2112 h 74554"/>
                    <a:gd name="connsiteX4" fmla="*/ 82188 w 114836"/>
                    <a:gd name="connsiteY4" fmla="*/ 67408 h 74554"/>
                    <a:gd name="connsiteX5" fmla="*/ 105253 w 114836"/>
                    <a:gd name="connsiteY5" fmla="*/ 0 h 74554"/>
                    <a:gd name="connsiteX6" fmla="*/ 114836 w 114836"/>
                    <a:gd name="connsiteY6" fmla="*/ 0 h 74554"/>
                    <a:gd name="connsiteX7" fmla="*/ 88198 w 114836"/>
                    <a:gd name="connsiteY7" fmla="*/ 72443 h 74554"/>
                    <a:gd name="connsiteX8" fmla="*/ 85275 w 114836"/>
                    <a:gd name="connsiteY8" fmla="*/ 74554 h 74554"/>
                    <a:gd name="connsiteX9" fmla="*/ 79427 w 114836"/>
                    <a:gd name="connsiteY9" fmla="*/ 74554 h 74554"/>
                    <a:gd name="connsiteX10" fmla="*/ 76503 w 114836"/>
                    <a:gd name="connsiteY10" fmla="*/ 72443 h 74554"/>
                    <a:gd name="connsiteX11" fmla="*/ 57012 w 114836"/>
                    <a:gd name="connsiteY11" fmla="*/ 6822 h 74554"/>
                    <a:gd name="connsiteX12" fmla="*/ 37358 w 114836"/>
                    <a:gd name="connsiteY12" fmla="*/ 72443 h 74554"/>
                    <a:gd name="connsiteX13" fmla="*/ 34435 w 114836"/>
                    <a:gd name="connsiteY13" fmla="*/ 74554 h 74554"/>
                    <a:gd name="connsiteX14" fmla="*/ 28587 w 114836"/>
                    <a:gd name="connsiteY14" fmla="*/ 74554 h 74554"/>
                    <a:gd name="connsiteX15" fmla="*/ 25664 w 114836"/>
                    <a:gd name="connsiteY15" fmla="*/ 72443 h 74554"/>
                    <a:gd name="connsiteX16" fmla="*/ 0 w 114836"/>
                    <a:gd name="connsiteY16" fmla="*/ 0 h 74554"/>
                    <a:gd name="connsiteX17" fmla="*/ 9421 w 114836"/>
                    <a:gd name="connsiteY17" fmla="*/ 0 h 74554"/>
                    <a:gd name="connsiteX18" fmla="*/ 31673 w 114836"/>
                    <a:gd name="connsiteY18" fmla="*/ 67408 h 74554"/>
                    <a:gd name="connsiteX19" fmla="*/ 51165 w 114836"/>
                    <a:gd name="connsiteY19" fmla="*/ 2112 h 74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14836" h="74554">
                      <a:moveTo>
                        <a:pt x="51165" y="2112"/>
                      </a:moveTo>
                      <a:cubicBezTo>
                        <a:pt x="51814" y="812"/>
                        <a:pt x="52302" y="0"/>
                        <a:pt x="54088" y="0"/>
                      </a:cubicBezTo>
                      <a:lnTo>
                        <a:pt x="59936" y="0"/>
                      </a:lnTo>
                      <a:cubicBezTo>
                        <a:pt x="61722" y="0"/>
                        <a:pt x="62210" y="650"/>
                        <a:pt x="62860" y="2112"/>
                      </a:cubicBezTo>
                      <a:lnTo>
                        <a:pt x="82188" y="67408"/>
                      </a:lnTo>
                      <a:lnTo>
                        <a:pt x="105253" y="0"/>
                      </a:lnTo>
                      <a:lnTo>
                        <a:pt x="114836" y="0"/>
                      </a:lnTo>
                      <a:lnTo>
                        <a:pt x="88198" y="72443"/>
                      </a:lnTo>
                      <a:cubicBezTo>
                        <a:pt x="87549" y="73742"/>
                        <a:pt x="87061" y="74554"/>
                        <a:pt x="85275" y="74554"/>
                      </a:cubicBezTo>
                      <a:lnTo>
                        <a:pt x="79427" y="74554"/>
                      </a:lnTo>
                      <a:cubicBezTo>
                        <a:pt x="77640" y="74554"/>
                        <a:pt x="77153" y="73905"/>
                        <a:pt x="76503" y="72443"/>
                      </a:cubicBezTo>
                      <a:lnTo>
                        <a:pt x="57012" y="6822"/>
                      </a:lnTo>
                      <a:lnTo>
                        <a:pt x="37358" y="72443"/>
                      </a:lnTo>
                      <a:cubicBezTo>
                        <a:pt x="36709" y="73742"/>
                        <a:pt x="36221" y="74554"/>
                        <a:pt x="34435" y="74554"/>
                      </a:cubicBezTo>
                      <a:lnTo>
                        <a:pt x="28587" y="74554"/>
                      </a:lnTo>
                      <a:cubicBezTo>
                        <a:pt x="26801" y="74554"/>
                        <a:pt x="26313" y="73905"/>
                        <a:pt x="25664" y="72443"/>
                      </a:cubicBezTo>
                      <a:lnTo>
                        <a:pt x="0" y="0"/>
                      </a:lnTo>
                      <a:lnTo>
                        <a:pt x="9421" y="0"/>
                      </a:lnTo>
                      <a:lnTo>
                        <a:pt x="31673" y="67408"/>
                      </a:lnTo>
                      <a:lnTo>
                        <a:pt x="51165" y="211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2" name="자유형: 도형 161">
                  <a:extLst>
                    <a:ext uri="{FF2B5EF4-FFF2-40B4-BE49-F238E27FC236}">
                      <a16:creationId xmlns:a16="http://schemas.microsoft.com/office/drawing/2014/main" id="{AC6CF19C-DA3B-48AE-FB5C-3F66FDD338B6}"/>
                    </a:ext>
                  </a:extLst>
                </p:cNvPr>
                <p:cNvSpPr/>
                <p:nvPr/>
              </p:nvSpPr>
              <p:spPr>
                <a:xfrm>
                  <a:off x="2286158" y="2734293"/>
                  <a:ext cx="114673" cy="74554"/>
                </a:xfrm>
                <a:custGeom>
                  <a:avLst/>
                  <a:gdLst>
                    <a:gd name="connsiteX0" fmla="*/ 51165 w 114673"/>
                    <a:gd name="connsiteY0" fmla="*/ 2112 h 74554"/>
                    <a:gd name="connsiteX1" fmla="*/ 54088 w 114673"/>
                    <a:gd name="connsiteY1" fmla="*/ 0 h 74554"/>
                    <a:gd name="connsiteX2" fmla="*/ 59936 w 114673"/>
                    <a:gd name="connsiteY2" fmla="*/ 0 h 74554"/>
                    <a:gd name="connsiteX3" fmla="*/ 62859 w 114673"/>
                    <a:gd name="connsiteY3" fmla="*/ 2112 h 74554"/>
                    <a:gd name="connsiteX4" fmla="*/ 82188 w 114673"/>
                    <a:gd name="connsiteY4" fmla="*/ 67408 h 74554"/>
                    <a:gd name="connsiteX5" fmla="*/ 105253 w 114673"/>
                    <a:gd name="connsiteY5" fmla="*/ 0 h 74554"/>
                    <a:gd name="connsiteX6" fmla="*/ 114674 w 114673"/>
                    <a:gd name="connsiteY6" fmla="*/ 0 h 74554"/>
                    <a:gd name="connsiteX7" fmla="*/ 88036 w 114673"/>
                    <a:gd name="connsiteY7" fmla="*/ 72443 h 74554"/>
                    <a:gd name="connsiteX8" fmla="*/ 85112 w 114673"/>
                    <a:gd name="connsiteY8" fmla="*/ 74554 h 74554"/>
                    <a:gd name="connsiteX9" fmla="*/ 79265 w 114673"/>
                    <a:gd name="connsiteY9" fmla="*/ 74554 h 74554"/>
                    <a:gd name="connsiteX10" fmla="*/ 76341 w 114673"/>
                    <a:gd name="connsiteY10" fmla="*/ 72443 h 74554"/>
                    <a:gd name="connsiteX11" fmla="*/ 56850 w 114673"/>
                    <a:gd name="connsiteY11" fmla="*/ 6822 h 74554"/>
                    <a:gd name="connsiteX12" fmla="*/ 37196 w 114673"/>
                    <a:gd name="connsiteY12" fmla="*/ 72443 h 74554"/>
                    <a:gd name="connsiteX13" fmla="*/ 34272 w 114673"/>
                    <a:gd name="connsiteY13" fmla="*/ 74554 h 74554"/>
                    <a:gd name="connsiteX14" fmla="*/ 28425 w 114673"/>
                    <a:gd name="connsiteY14" fmla="*/ 74554 h 74554"/>
                    <a:gd name="connsiteX15" fmla="*/ 25501 w 114673"/>
                    <a:gd name="connsiteY15" fmla="*/ 72443 h 74554"/>
                    <a:gd name="connsiteX16" fmla="*/ 0 w 114673"/>
                    <a:gd name="connsiteY16" fmla="*/ 0 h 74554"/>
                    <a:gd name="connsiteX17" fmla="*/ 9421 w 114673"/>
                    <a:gd name="connsiteY17" fmla="*/ 0 h 74554"/>
                    <a:gd name="connsiteX18" fmla="*/ 31673 w 114673"/>
                    <a:gd name="connsiteY18" fmla="*/ 67408 h 74554"/>
                    <a:gd name="connsiteX19" fmla="*/ 51165 w 114673"/>
                    <a:gd name="connsiteY19" fmla="*/ 2112 h 74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14673" h="74554">
                      <a:moveTo>
                        <a:pt x="51165" y="2112"/>
                      </a:moveTo>
                      <a:cubicBezTo>
                        <a:pt x="51814" y="812"/>
                        <a:pt x="52302" y="0"/>
                        <a:pt x="54088" y="0"/>
                      </a:cubicBezTo>
                      <a:lnTo>
                        <a:pt x="59936" y="0"/>
                      </a:lnTo>
                      <a:cubicBezTo>
                        <a:pt x="61722" y="0"/>
                        <a:pt x="62210" y="650"/>
                        <a:pt x="62859" y="2112"/>
                      </a:cubicBezTo>
                      <a:lnTo>
                        <a:pt x="82188" y="67408"/>
                      </a:lnTo>
                      <a:lnTo>
                        <a:pt x="105253" y="0"/>
                      </a:lnTo>
                      <a:lnTo>
                        <a:pt x="114674" y="0"/>
                      </a:lnTo>
                      <a:lnTo>
                        <a:pt x="88036" y="72443"/>
                      </a:lnTo>
                      <a:cubicBezTo>
                        <a:pt x="87386" y="73742"/>
                        <a:pt x="86899" y="74554"/>
                        <a:pt x="85112" y="74554"/>
                      </a:cubicBezTo>
                      <a:lnTo>
                        <a:pt x="79265" y="74554"/>
                      </a:lnTo>
                      <a:cubicBezTo>
                        <a:pt x="77478" y="74554"/>
                        <a:pt x="76991" y="73905"/>
                        <a:pt x="76341" y="72443"/>
                      </a:cubicBezTo>
                      <a:lnTo>
                        <a:pt x="56850" y="6822"/>
                      </a:lnTo>
                      <a:lnTo>
                        <a:pt x="37196" y="72443"/>
                      </a:lnTo>
                      <a:cubicBezTo>
                        <a:pt x="36546" y="73742"/>
                        <a:pt x="36059" y="74554"/>
                        <a:pt x="34272" y="74554"/>
                      </a:cubicBezTo>
                      <a:lnTo>
                        <a:pt x="28425" y="74554"/>
                      </a:lnTo>
                      <a:cubicBezTo>
                        <a:pt x="26638" y="74554"/>
                        <a:pt x="26151" y="73905"/>
                        <a:pt x="25501" y="72443"/>
                      </a:cubicBezTo>
                      <a:lnTo>
                        <a:pt x="0" y="0"/>
                      </a:lnTo>
                      <a:lnTo>
                        <a:pt x="9421" y="0"/>
                      </a:lnTo>
                      <a:lnTo>
                        <a:pt x="31673" y="67408"/>
                      </a:lnTo>
                      <a:lnTo>
                        <a:pt x="51165" y="211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3" name="자유형: 도형 162">
                  <a:extLst>
                    <a:ext uri="{FF2B5EF4-FFF2-40B4-BE49-F238E27FC236}">
                      <a16:creationId xmlns:a16="http://schemas.microsoft.com/office/drawing/2014/main" id="{6C4C1350-B35B-15F1-F82E-0BAA9250A8E7}"/>
                    </a:ext>
                  </a:extLst>
                </p:cNvPr>
                <p:cNvSpPr/>
                <p:nvPr/>
              </p:nvSpPr>
              <p:spPr>
                <a:xfrm>
                  <a:off x="2403268" y="2734293"/>
                  <a:ext cx="114836" cy="74554"/>
                </a:xfrm>
                <a:custGeom>
                  <a:avLst/>
                  <a:gdLst>
                    <a:gd name="connsiteX0" fmla="*/ 51165 w 114836"/>
                    <a:gd name="connsiteY0" fmla="*/ 2112 h 74554"/>
                    <a:gd name="connsiteX1" fmla="*/ 54088 w 114836"/>
                    <a:gd name="connsiteY1" fmla="*/ 0 h 74554"/>
                    <a:gd name="connsiteX2" fmla="*/ 59936 w 114836"/>
                    <a:gd name="connsiteY2" fmla="*/ 0 h 74554"/>
                    <a:gd name="connsiteX3" fmla="*/ 62859 w 114836"/>
                    <a:gd name="connsiteY3" fmla="*/ 2112 h 74554"/>
                    <a:gd name="connsiteX4" fmla="*/ 82188 w 114836"/>
                    <a:gd name="connsiteY4" fmla="*/ 67408 h 74554"/>
                    <a:gd name="connsiteX5" fmla="*/ 105253 w 114836"/>
                    <a:gd name="connsiteY5" fmla="*/ 0 h 74554"/>
                    <a:gd name="connsiteX6" fmla="*/ 114836 w 114836"/>
                    <a:gd name="connsiteY6" fmla="*/ 0 h 74554"/>
                    <a:gd name="connsiteX7" fmla="*/ 88198 w 114836"/>
                    <a:gd name="connsiteY7" fmla="*/ 72443 h 74554"/>
                    <a:gd name="connsiteX8" fmla="*/ 85275 w 114836"/>
                    <a:gd name="connsiteY8" fmla="*/ 74554 h 74554"/>
                    <a:gd name="connsiteX9" fmla="*/ 79427 w 114836"/>
                    <a:gd name="connsiteY9" fmla="*/ 74554 h 74554"/>
                    <a:gd name="connsiteX10" fmla="*/ 76503 w 114836"/>
                    <a:gd name="connsiteY10" fmla="*/ 72443 h 74554"/>
                    <a:gd name="connsiteX11" fmla="*/ 57012 w 114836"/>
                    <a:gd name="connsiteY11" fmla="*/ 6822 h 74554"/>
                    <a:gd name="connsiteX12" fmla="*/ 37358 w 114836"/>
                    <a:gd name="connsiteY12" fmla="*/ 72443 h 74554"/>
                    <a:gd name="connsiteX13" fmla="*/ 34435 w 114836"/>
                    <a:gd name="connsiteY13" fmla="*/ 74554 h 74554"/>
                    <a:gd name="connsiteX14" fmla="*/ 28587 w 114836"/>
                    <a:gd name="connsiteY14" fmla="*/ 74554 h 74554"/>
                    <a:gd name="connsiteX15" fmla="*/ 25664 w 114836"/>
                    <a:gd name="connsiteY15" fmla="*/ 72443 h 74554"/>
                    <a:gd name="connsiteX16" fmla="*/ 0 w 114836"/>
                    <a:gd name="connsiteY16" fmla="*/ 0 h 74554"/>
                    <a:gd name="connsiteX17" fmla="*/ 9421 w 114836"/>
                    <a:gd name="connsiteY17" fmla="*/ 0 h 74554"/>
                    <a:gd name="connsiteX18" fmla="*/ 31673 w 114836"/>
                    <a:gd name="connsiteY18" fmla="*/ 67408 h 74554"/>
                    <a:gd name="connsiteX19" fmla="*/ 51165 w 114836"/>
                    <a:gd name="connsiteY19" fmla="*/ 2112 h 74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14836" h="74554">
                      <a:moveTo>
                        <a:pt x="51165" y="2112"/>
                      </a:moveTo>
                      <a:cubicBezTo>
                        <a:pt x="51814" y="812"/>
                        <a:pt x="52302" y="0"/>
                        <a:pt x="54088" y="0"/>
                      </a:cubicBezTo>
                      <a:lnTo>
                        <a:pt x="59936" y="0"/>
                      </a:lnTo>
                      <a:cubicBezTo>
                        <a:pt x="61722" y="0"/>
                        <a:pt x="62210" y="650"/>
                        <a:pt x="62859" y="2112"/>
                      </a:cubicBezTo>
                      <a:lnTo>
                        <a:pt x="82188" y="67408"/>
                      </a:lnTo>
                      <a:lnTo>
                        <a:pt x="105253" y="0"/>
                      </a:lnTo>
                      <a:lnTo>
                        <a:pt x="114836" y="0"/>
                      </a:lnTo>
                      <a:lnTo>
                        <a:pt x="88198" y="72443"/>
                      </a:lnTo>
                      <a:cubicBezTo>
                        <a:pt x="87549" y="73742"/>
                        <a:pt x="87061" y="74554"/>
                        <a:pt x="85275" y="74554"/>
                      </a:cubicBezTo>
                      <a:lnTo>
                        <a:pt x="79427" y="74554"/>
                      </a:lnTo>
                      <a:cubicBezTo>
                        <a:pt x="77640" y="74554"/>
                        <a:pt x="77153" y="73905"/>
                        <a:pt x="76503" y="72443"/>
                      </a:cubicBezTo>
                      <a:lnTo>
                        <a:pt x="57012" y="6822"/>
                      </a:lnTo>
                      <a:lnTo>
                        <a:pt x="37358" y="72443"/>
                      </a:lnTo>
                      <a:cubicBezTo>
                        <a:pt x="36709" y="73742"/>
                        <a:pt x="36221" y="74554"/>
                        <a:pt x="34435" y="74554"/>
                      </a:cubicBezTo>
                      <a:lnTo>
                        <a:pt x="28587" y="74554"/>
                      </a:lnTo>
                      <a:cubicBezTo>
                        <a:pt x="26801" y="74554"/>
                        <a:pt x="26313" y="73905"/>
                        <a:pt x="25664" y="72443"/>
                      </a:cubicBezTo>
                      <a:lnTo>
                        <a:pt x="0" y="0"/>
                      </a:lnTo>
                      <a:lnTo>
                        <a:pt x="9421" y="0"/>
                      </a:lnTo>
                      <a:lnTo>
                        <a:pt x="31673" y="67408"/>
                      </a:lnTo>
                      <a:lnTo>
                        <a:pt x="51165" y="211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4" name="자유형: 도형 163">
                  <a:extLst>
                    <a:ext uri="{FF2B5EF4-FFF2-40B4-BE49-F238E27FC236}">
                      <a16:creationId xmlns:a16="http://schemas.microsoft.com/office/drawing/2014/main" id="{123FB672-60DD-4F44-EF7D-21CB27C24E7A}"/>
                    </a:ext>
                  </a:extLst>
                </p:cNvPr>
                <p:cNvSpPr/>
                <p:nvPr/>
              </p:nvSpPr>
              <p:spPr>
                <a:xfrm>
                  <a:off x="2533211" y="2797315"/>
                  <a:ext cx="12669" cy="13156"/>
                </a:xfrm>
                <a:custGeom>
                  <a:avLst/>
                  <a:gdLst>
                    <a:gd name="connsiteX0" fmla="*/ 12669 w 12669"/>
                    <a:gd name="connsiteY0" fmla="*/ 13157 h 13156"/>
                    <a:gd name="connsiteX1" fmla="*/ 0 w 12669"/>
                    <a:gd name="connsiteY1" fmla="*/ 13157 h 13156"/>
                    <a:gd name="connsiteX2" fmla="*/ 0 w 12669"/>
                    <a:gd name="connsiteY2" fmla="*/ 0 h 13156"/>
                    <a:gd name="connsiteX3" fmla="*/ 12669 w 12669"/>
                    <a:gd name="connsiteY3" fmla="*/ 0 h 13156"/>
                    <a:gd name="connsiteX4" fmla="*/ 12669 w 12669"/>
                    <a:gd name="connsiteY4" fmla="*/ 13157 h 13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669" h="13156">
                      <a:moveTo>
                        <a:pt x="12669" y="13157"/>
                      </a:moveTo>
                      <a:lnTo>
                        <a:pt x="0" y="13157"/>
                      </a:lnTo>
                      <a:lnTo>
                        <a:pt x="0" y="0"/>
                      </a:lnTo>
                      <a:lnTo>
                        <a:pt x="12669" y="0"/>
                      </a:lnTo>
                      <a:lnTo>
                        <a:pt x="12669" y="13157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5" name="자유형: 도형 164">
                  <a:extLst>
                    <a:ext uri="{FF2B5EF4-FFF2-40B4-BE49-F238E27FC236}">
                      <a16:creationId xmlns:a16="http://schemas.microsoft.com/office/drawing/2014/main" id="{E1194D24-D7BC-E035-2E1B-BFED350C5092}"/>
                    </a:ext>
                  </a:extLst>
                </p:cNvPr>
                <p:cNvSpPr/>
                <p:nvPr/>
              </p:nvSpPr>
              <p:spPr>
                <a:xfrm>
                  <a:off x="2565046" y="2734455"/>
                  <a:ext cx="69519" cy="103466"/>
                </a:xfrm>
                <a:custGeom>
                  <a:avLst/>
                  <a:gdLst>
                    <a:gd name="connsiteX0" fmla="*/ 0 w 69519"/>
                    <a:gd name="connsiteY0" fmla="*/ 0 h 103466"/>
                    <a:gd name="connsiteX1" fmla="*/ 10071 w 69519"/>
                    <a:gd name="connsiteY1" fmla="*/ 0 h 103466"/>
                    <a:gd name="connsiteX2" fmla="*/ 35409 w 69519"/>
                    <a:gd name="connsiteY2" fmla="*/ 65621 h 103466"/>
                    <a:gd name="connsiteX3" fmla="*/ 59773 w 69519"/>
                    <a:gd name="connsiteY3" fmla="*/ 0 h 103466"/>
                    <a:gd name="connsiteX4" fmla="*/ 69519 w 69519"/>
                    <a:gd name="connsiteY4" fmla="*/ 0 h 103466"/>
                    <a:gd name="connsiteX5" fmla="*/ 28262 w 69519"/>
                    <a:gd name="connsiteY5" fmla="*/ 103466 h 103466"/>
                    <a:gd name="connsiteX6" fmla="*/ 18842 w 69519"/>
                    <a:gd name="connsiteY6" fmla="*/ 103466 h 103466"/>
                    <a:gd name="connsiteX7" fmla="*/ 30049 w 69519"/>
                    <a:gd name="connsiteY7" fmla="*/ 74392 h 103466"/>
                    <a:gd name="connsiteX8" fmla="*/ 0 w 69519"/>
                    <a:gd name="connsiteY8" fmla="*/ 0 h 103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9519" h="103466">
                      <a:moveTo>
                        <a:pt x="0" y="0"/>
                      </a:moveTo>
                      <a:lnTo>
                        <a:pt x="10071" y="0"/>
                      </a:lnTo>
                      <a:lnTo>
                        <a:pt x="35409" y="65621"/>
                      </a:lnTo>
                      <a:lnTo>
                        <a:pt x="59773" y="0"/>
                      </a:lnTo>
                      <a:lnTo>
                        <a:pt x="69519" y="0"/>
                      </a:lnTo>
                      <a:lnTo>
                        <a:pt x="28262" y="103466"/>
                      </a:lnTo>
                      <a:lnTo>
                        <a:pt x="18842" y="103466"/>
                      </a:lnTo>
                      <a:lnTo>
                        <a:pt x="30049" y="7439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6" name="자유형: 도형 165">
                  <a:extLst>
                    <a:ext uri="{FF2B5EF4-FFF2-40B4-BE49-F238E27FC236}">
                      <a16:creationId xmlns:a16="http://schemas.microsoft.com/office/drawing/2014/main" id="{B18E37D7-41F2-2BAF-B032-A5717ABA90AA}"/>
                    </a:ext>
                  </a:extLst>
                </p:cNvPr>
                <p:cNvSpPr/>
                <p:nvPr/>
              </p:nvSpPr>
              <p:spPr>
                <a:xfrm>
                  <a:off x="2641550" y="2732181"/>
                  <a:ext cx="67732" cy="78939"/>
                </a:xfrm>
                <a:custGeom>
                  <a:avLst/>
                  <a:gdLst>
                    <a:gd name="connsiteX0" fmla="*/ 67732 w 67732"/>
                    <a:gd name="connsiteY0" fmla="*/ 39470 h 78939"/>
                    <a:gd name="connsiteX1" fmla="*/ 33298 w 67732"/>
                    <a:gd name="connsiteY1" fmla="*/ 78940 h 78939"/>
                    <a:gd name="connsiteX2" fmla="*/ 0 w 67732"/>
                    <a:gd name="connsiteY2" fmla="*/ 39470 h 78939"/>
                    <a:gd name="connsiteX3" fmla="*/ 33298 w 67732"/>
                    <a:gd name="connsiteY3" fmla="*/ 0 h 78939"/>
                    <a:gd name="connsiteX4" fmla="*/ 67732 w 67732"/>
                    <a:gd name="connsiteY4" fmla="*/ 39470 h 78939"/>
                    <a:gd name="connsiteX5" fmla="*/ 33298 w 67732"/>
                    <a:gd name="connsiteY5" fmla="*/ 7634 h 78939"/>
                    <a:gd name="connsiteX6" fmla="*/ 8446 w 67732"/>
                    <a:gd name="connsiteY6" fmla="*/ 39470 h 78939"/>
                    <a:gd name="connsiteX7" fmla="*/ 33298 w 67732"/>
                    <a:gd name="connsiteY7" fmla="*/ 71143 h 78939"/>
                    <a:gd name="connsiteX8" fmla="*/ 58961 w 67732"/>
                    <a:gd name="connsiteY8" fmla="*/ 39470 h 78939"/>
                    <a:gd name="connsiteX9" fmla="*/ 33298 w 67732"/>
                    <a:gd name="connsiteY9" fmla="*/ 7634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7732" h="78939">
                      <a:moveTo>
                        <a:pt x="67732" y="39470"/>
                      </a:moveTo>
                      <a:cubicBezTo>
                        <a:pt x="67732" y="59773"/>
                        <a:pt x="56850" y="78940"/>
                        <a:pt x="33298" y="78940"/>
                      </a:cubicBezTo>
                      <a:cubicBezTo>
                        <a:pt x="9746" y="78940"/>
                        <a:pt x="0" y="59773"/>
                        <a:pt x="0" y="39470"/>
                      </a:cubicBezTo>
                      <a:cubicBezTo>
                        <a:pt x="0" y="19166"/>
                        <a:pt x="10233" y="0"/>
                        <a:pt x="33298" y="0"/>
                      </a:cubicBezTo>
                      <a:cubicBezTo>
                        <a:pt x="56362" y="0"/>
                        <a:pt x="67732" y="19166"/>
                        <a:pt x="67732" y="39470"/>
                      </a:cubicBezTo>
                      <a:close/>
                      <a:moveTo>
                        <a:pt x="33298" y="7634"/>
                      </a:moveTo>
                      <a:cubicBezTo>
                        <a:pt x="15431" y="7634"/>
                        <a:pt x="8446" y="25176"/>
                        <a:pt x="8446" y="39470"/>
                      </a:cubicBezTo>
                      <a:cubicBezTo>
                        <a:pt x="8446" y="53764"/>
                        <a:pt x="15431" y="71143"/>
                        <a:pt x="33298" y="71143"/>
                      </a:cubicBezTo>
                      <a:cubicBezTo>
                        <a:pt x="51165" y="71143"/>
                        <a:pt x="58961" y="53926"/>
                        <a:pt x="58961" y="39470"/>
                      </a:cubicBezTo>
                      <a:cubicBezTo>
                        <a:pt x="58961" y="25014"/>
                        <a:pt x="51165" y="7634"/>
                        <a:pt x="33298" y="763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7" name="자유형: 도형 166">
                  <a:extLst>
                    <a:ext uri="{FF2B5EF4-FFF2-40B4-BE49-F238E27FC236}">
                      <a16:creationId xmlns:a16="http://schemas.microsoft.com/office/drawing/2014/main" id="{366DA3FD-E34F-57AC-4812-6D7053E6129C}"/>
                    </a:ext>
                  </a:extLst>
                </p:cNvPr>
                <p:cNvSpPr/>
                <p:nvPr/>
              </p:nvSpPr>
              <p:spPr>
                <a:xfrm>
                  <a:off x="2728449" y="2734618"/>
                  <a:ext cx="57174" cy="76665"/>
                </a:xfrm>
                <a:custGeom>
                  <a:avLst/>
                  <a:gdLst>
                    <a:gd name="connsiteX0" fmla="*/ 48891 w 57174"/>
                    <a:gd name="connsiteY0" fmla="*/ 74879 h 76665"/>
                    <a:gd name="connsiteX1" fmla="*/ 49378 w 57174"/>
                    <a:gd name="connsiteY1" fmla="*/ 62372 h 76665"/>
                    <a:gd name="connsiteX2" fmla="*/ 25014 w 57174"/>
                    <a:gd name="connsiteY2" fmla="*/ 76666 h 76665"/>
                    <a:gd name="connsiteX3" fmla="*/ 0 w 57174"/>
                    <a:gd name="connsiteY3" fmla="*/ 49378 h 76665"/>
                    <a:gd name="connsiteX4" fmla="*/ 0 w 57174"/>
                    <a:gd name="connsiteY4" fmla="*/ 0 h 76665"/>
                    <a:gd name="connsiteX5" fmla="*/ 8771 w 57174"/>
                    <a:gd name="connsiteY5" fmla="*/ 0 h 76665"/>
                    <a:gd name="connsiteX6" fmla="*/ 8771 w 57174"/>
                    <a:gd name="connsiteY6" fmla="*/ 46942 h 76665"/>
                    <a:gd name="connsiteX7" fmla="*/ 27288 w 57174"/>
                    <a:gd name="connsiteY7" fmla="*/ 69357 h 76665"/>
                    <a:gd name="connsiteX8" fmla="*/ 49216 w 57174"/>
                    <a:gd name="connsiteY8" fmla="*/ 44018 h 76665"/>
                    <a:gd name="connsiteX9" fmla="*/ 49216 w 57174"/>
                    <a:gd name="connsiteY9" fmla="*/ 0 h 76665"/>
                    <a:gd name="connsiteX10" fmla="*/ 57175 w 57174"/>
                    <a:gd name="connsiteY10" fmla="*/ 0 h 76665"/>
                    <a:gd name="connsiteX11" fmla="*/ 57175 w 57174"/>
                    <a:gd name="connsiteY11" fmla="*/ 75042 h 76665"/>
                    <a:gd name="connsiteX12" fmla="*/ 49053 w 57174"/>
                    <a:gd name="connsiteY12" fmla="*/ 75042 h 76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7174" h="76665">
                      <a:moveTo>
                        <a:pt x="48891" y="74879"/>
                      </a:moveTo>
                      <a:lnTo>
                        <a:pt x="49378" y="62372"/>
                      </a:lnTo>
                      <a:cubicBezTo>
                        <a:pt x="44343" y="72118"/>
                        <a:pt x="35572" y="76666"/>
                        <a:pt x="25014" y="76666"/>
                      </a:cubicBezTo>
                      <a:cubicBezTo>
                        <a:pt x="8934" y="76666"/>
                        <a:pt x="0" y="67245"/>
                        <a:pt x="0" y="49378"/>
                      </a:cubicBezTo>
                      <a:lnTo>
                        <a:pt x="0" y="0"/>
                      </a:lnTo>
                      <a:lnTo>
                        <a:pt x="8771" y="0"/>
                      </a:lnTo>
                      <a:lnTo>
                        <a:pt x="8771" y="46942"/>
                      </a:lnTo>
                      <a:cubicBezTo>
                        <a:pt x="8771" y="61723"/>
                        <a:pt x="13969" y="69357"/>
                        <a:pt x="27288" y="69357"/>
                      </a:cubicBezTo>
                      <a:cubicBezTo>
                        <a:pt x="38008" y="69357"/>
                        <a:pt x="49216" y="60261"/>
                        <a:pt x="49216" y="44018"/>
                      </a:cubicBezTo>
                      <a:lnTo>
                        <a:pt x="49216" y="0"/>
                      </a:lnTo>
                      <a:lnTo>
                        <a:pt x="57175" y="0"/>
                      </a:lnTo>
                      <a:lnTo>
                        <a:pt x="57175" y="75042"/>
                      </a:lnTo>
                      <a:lnTo>
                        <a:pt x="49053" y="7504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8" name="자유형: 도형 167">
                  <a:extLst>
                    <a:ext uri="{FF2B5EF4-FFF2-40B4-BE49-F238E27FC236}">
                      <a16:creationId xmlns:a16="http://schemas.microsoft.com/office/drawing/2014/main" id="{56423F75-F208-3522-B76E-9BD87E4660F3}"/>
                    </a:ext>
                  </a:extLst>
                </p:cNvPr>
                <p:cNvSpPr/>
                <p:nvPr/>
              </p:nvSpPr>
              <p:spPr>
                <a:xfrm>
                  <a:off x="2801541" y="2712852"/>
                  <a:ext cx="41419" cy="98756"/>
                </a:xfrm>
                <a:custGeom>
                  <a:avLst/>
                  <a:gdLst>
                    <a:gd name="connsiteX0" fmla="*/ 23552 w 41419"/>
                    <a:gd name="connsiteY0" fmla="*/ 0 h 98756"/>
                    <a:gd name="connsiteX1" fmla="*/ 23552 w 41419"/>
                    <a:gd name="connsiteY1" fmla="*/ 21765 h 98756"/>
                    <a:gd name="connsiteX2" fmla="*/ 40445 w 41419"/>
                    <a:gd name="connsiteY2" fmla="*/ 21765 h 98756"/>
                    <a:gd name="connsiteX3" fmla="*/ 40445 w 41419"/>
                    <a:gd name="connsiteY3" fmla="*/ 29562 h 98756"/>
                    <a:gd name="connsiteX4" fmla="*/ 23552 w 41419"/>
                    <a:gd name="connsiteY4" fmla="*/ 29562 h 98756"/>
                    <a:gd name="connsiteX5" fmla="*/ 23552 w 41419"/>
                    <a:gd name="connsiteY5" fmla="*/ 80077 h 98756"/>
                    <a:gd name="connsiteX6" fmla="*/ 33785 w 41419"/>
                    <a:gd name="connsiteY6" fmla="*/ 91609 h 98756"/>
                    <a:gd name="connsiteX7" fmla="*/ 41419 w 41419"/>
                    <a:gd name="connsiteY7" fmla="*/ 90635 h 98756"/>
                    <a:gd name="connsiteX8" fmla="*/ 41419 w 41419"/>
                    <a:gd name="connsiteY8" fmla="*/ 97619 h 98756"/>
                    <a:gd name="connsiteX9" fmla="*/ 32810 w 41419"/>
                    <a:gd name="connsiteY9" fmla="*/ 98756 h 98756"/>
                    <a:gd name="connsiteX10" fmla="*/ 14781 w 41419"/>
                    <a:gd name="connsiteY10" fmla="*/ 78940 h 98756"/>
                    <a:gd name="connsiteX11" fmla="*/ 14781 w 41419"/>
                    <a:gd name="connsiteY11" fmla="*/ 29724 h 98756"/>
                    <a:gd name="connsiteX12" fmla="*/ 0 w 41419"/>
                    <a:gd name="connsiteY12" fmla="*/ 29724 h 98756"/>
                    <a:gd name="connsiteX13" fmla="*/ 0 w 41419"/>
                    <a:gd name="connsiteY13" fmla="*/ 21928 h 98756"/>
                    <a:gd name="connsiteX14" fmla="*/ 14781 w 41419"/>
                    <a:gd name="connsiteY14" fmla="*/ 21928 h 98756"/>
                    <a:gd name="connsiteX15" fmla="*/ 14781 w 41419"/>
                    <a:gd name="connsiteY15" fmla="*/ 162 h 98756"/>
                    <a:gd name="connsiteX16" fmla="*/ 23552 w 41419"/>
                    <a:gd name="connsiteY16" fmla="*/ 162 h 98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41419" h="98756">
                      <a:moveTo>
                        <a:pt x="23552" y="0"/>
                      </a:moveTo>
                      <a:lnTo>
                        <a:pt x="23552" y="21765"/>
                      </a:lnTo>
                      <a:lnTo>
                        <a:pt x="40445" y="21765"/>
                      </a:lnTo>
                      <a:lnTo>
                        <a:pt x="40445" y="29562"/>
                      </a:lnTo>
                      <a:lnTo>
                        <a:pt x="23552" y="29562"/>
                      </a:lnTo>
                      <a:lnTo>
                        <a:pt x="23552" y="80077"/>
                      </a:lnTo>
                      <a:cubicBezTo>
                        <a:pt x="23552" y="89823"/>
                        <a:pt x="28100" y="91609"/>
                        <a:pt x="33785" y="91609"/>
                      </a:cubicBezTo>
                      <a:cubicBezTo>
                        <a:pt x="37521" y="91609"/>
                        <a:pt x="40282" y="90960"/>
                        <a:pt x="41419" y="90635"/>
                      </a:cubicBezTo>
                      <a:lnTo>
                        <a:pt x="41419" y="97619"/>
                      </a:lnTo>
                      <a:cubicBezTo>
                        <a:pt x="39145" y="98269"/>
                        <a:pt x="36059" y="98756"/>
                        <a:pt x="32810" y="98756"/>
                      </a:cubicBezTo>
                      <a:cubicBezTo>
                        <a:pt x="22253" y="98756"/>
                        <a:pt x="14781" y="95020"/>
                        <a:pt x="14781" y="78940"/>
                      </a:cubicBezTo>
                      <a:lnTo>
                        <a:pt x="14781" y="29724"/>
                      </a:lnTo>
                      <a:lnTo>
                        <a:pt x="0" y="29724"/>
                      </a:lnTo>
                      <a:lnTo>
                        <a:pt x="0" y="21928"/>
                      </a:lnTo>
                      <a:lnTo>
                        <a:pt x="14781" y="21928"/>
                      </a:lnTo>
                      <a:lnTo>
                        <a:pt x="14781" y="162"/>
                      </a:lnTo>
                      <a:lnTo>
                        <a:pt x="23552" y="16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9" name="자유형: 도형 168">
                  <a:extLst>
                    <a:ext uri="{FF2B5EF4-FFF2-40B4-BE49-F238E27FC236}">
                      <a16:creationId xmlns:a16="http://schemas.microsoft.com/office/drawing/2014/main" id="{ACF8A892-3A92-6369-EDE1-E1217F70E333}"/>
                    </a:ext>
                  </a:extLst>
                </p:cNvPr>
                <p:cNvSpPr/>
                <p:nvPr/>
              </p:nvSpPr>
              <p:spPr>
                <a:xfrm>
                  <a:off x="2860340" y="2734618"/>
                  <a:ext cx="57174" cy="76665"/>
                </a:xfrm>
                <a:custGeom>
                  <a:avLst/>
                  <a:gdLst>
                    <a:gd name="connsiteX0" fmla="*/ 48891 w 57174"/>
                    <a:gd name="connsiteY0" fmla="*/ 74879 h 76665"/>
                    <a:gd name="connsiteX1" fmla="*/ 49378 w 57174"/>
                    <a:gd name="connsiteY1" fmla="*/ 62372 h 76665"/>
                    <a:gd name="connsiteX2" fmla="*/ 25014 w 57174"/>
                    <a:gd name="connsiteY2" fmla="*/ 76666 h 76665"/>
                    <a:gd name="connsiteX3" fmla="*/ 0 w 57174"/>
                    <a:gd name="connsiteY3" fmla="*/ 49378 h 76665"/>
                    <a:gd name="connsiteX4" fmla="*/ 0 w 57174"/>
                    <a:gd name="connsiteY4" fmla="*/ 0 h 76665"/>
                    <a:gd name="connsiteX5" fmla="*/ 8771 w 57174"/>
                    <a:gd name="connsiteY5" fmla="*/ 0 h 76665"/>
                    <a:gd name="connsiteX6" fmla="*/ 8771 w 57174"/>
                    <a:gd name="connsiteY6" fmla="*/ 46942 h 76665"/>
                    <a:gd name="connsiteX7" fmla="*/ 27288 w 57174"/>
                    <a:gd name="connsiteY7" fmla="*/ 69357 h 76665"/>
                    <a:gd name="connsiteX8" fmla="*/ 49216 w 57174"/>
                    <a:gd name="connsiteY8" fmla="*/ 44018 h 76665"/>
                    <a:gd name="connsiteX9" fmla="*/ 49216 w 57174"/>
                    <a:gd name="connsiteY9" fmla="*/ 0 h 76665"/>
                    <a:gd name="connsiteX10" fmla="*/ 57175 w 57174"/>
                    <a:gd name="connsiteY10" fmla="*/ 0 h 76665"/>
                    <a:gd name="connsiteX11" fmla="*/ 57175 w 57174"/>
                    <a:gd name="connsiteY11" fmla="*/ 75042 h 76665"/>
                    <a:gd name="connsiteX12" fmla="*/ 49053 w 57174"/>
                    <a:gd name="connsiteY12" fmla="*/ 75042 h 76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7174" h="76665">
                      <a:moveTo>
                        <a:pt x="48891" y="74879"/>
                      </a:moveTo>
                      <a:lnTo>
                        <a:pt x="49378" y="62372"/>
                      </a:lnTo>
                      <a:cubicBezTo>
                        <a:pt x="44343" y="72118"/>
                        <a:pt x="35409" y="76666"/>
                        <a:pt x="25014" y="76666"/>
                      </a:cubicBezTo>
                      <a:cubicBezTo>
                        <a:pt x="8934" y="76666"/>
                        <a:pt x="0" y="67245"/>
                        <a:pt x="0" y="49378"/>
                      </a:cubicBezTo>
                      <a:lnTo>
                        <a:pt x="0" y="0"/>
                      </a:lnTo>
                      <a:lnTo>
                        <a:pt x="8771" y="0"/>
                      </a:lnTo>
                      <a:lnTo>
                        <a:pt x="8771" y="46942"/>
                      </a:lnTo>
                      <a:cubicBezTo>
                        <a:pt x="8771" y="61723"/>
                        <a:pt x="13969" y="69357"/>
                        <a:pt x="27288" y="69357"/>
                      </a:cubicBezTo>
                      <a:cubicBezTo>
                        <a:pt x="38008" y="69357"/>
                        <a:pt x="49216" y="60261"/>
                        <a:pt x="49216" y="44018"/>
                      </a:cubicBezTo>
                      <a:lnTo>
                        <a:pt x="49216" y="0"/>
                      </a:lnTo>
                      <a:lnTo>
                        <a:pt x="57175" y="0"/>
                      </a:lnTo>
                      <a:lnTo>
                        <a:pt x="57175" y="75042"/>
                      </a:lnTo>
                      <a:lnTo>
                        <a:pt x="49053" y="7504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0" name="자유형: 도형 169">
                  <a:extLst>
                    <a:ext uri="{FF2B5EF4-FFF2-40B4-BE49-F238E27FC236}">
                      <a16:creationId xmlns:a16="http://schemas.microsoft.com/office/drawing/2014/main" id="{FA08005C-9EB9-ED0B-59CE-EFD08C0EFB7B}"/>
                    </a:ext>
                  </a:extLst>
                </p:cNvPr>
                <p:cNvSpPr/>
                <p:nvPr/>
              </p:nvSpPr>
              <p:spPr>
                <a:xfrm>
                  <a:off x="2939280" y="2698559"/>
                  <a:ext cx="65945" cy="113374"/>
                </a:xfrm>
                <a:custGeom>
                  <a:avLst/>
                  <a:gdLst>
                    <a:gd name="connsiteX0" fmla="*/ 9421 w 65945"/>
                    <a:gd name="connsiteY0" fmla="*/ 110938 h 113374"/>
                    <a:gd name="connsiteX1" fmla="*/ 0 w 65945"/>
                    <a:gd name="connsiteY1" fmla="*/ 110938 h 113374"/>
                    <a:gd name="connsiteX2" fmla="*/ 975 w 65945"/>
                    <a:gd name="connsiteY2" fmla="*/ 99893 h 113374"/>
                    <a:gd name="connsiteX3" fmla="*/ 975 w 65945"/>
                    <a:gd name="connsiteY3" fmla="*/ 0 h 113374"/>
                    <a:gd name="connsiteX4" fmla="*/ 9746 w 65945"/>
                    <a:gd name="connsiteY4" fmla="*/ 0 h 113374"/>
                    <a:gd name="connsiteX5" fmla="*/ 9746 w 65945"/>
                    <a:gd name="connsiteY5" fmla="*/ 49703 h 113374"/>
                    <a:gd name="connsiteX6" fmla="*/ 33785 w 65945"/>
                    <a:gd name="connsiteY6" fmla="*/ 34272 h 113374"/>
                    <a:gd name="connsiteX7" fmla="*/ 65946 w 65945"/>
                    <a:gd name="connsiteY7" fmla="*/ 73092 h 113374"/>
                    <a:gd name="connsiteX8" fmla="*/ 33785 w 65945"/>
                    <a:gd name="connsiteY8" fmla="*/ 113375 h 113374"/>
                    <a:gd name="connsiteX9" fmla="*/ 9908 w 65945"/>
                    <a:gd name="connsiteY9" fmla="*/ 100868 h 113374"/>
                    <a:gd name="connsiteX10" fmla="*/ 9258 w 65945"/>
                    <a:gd name="connsiteY10" fmla="*/ 111101 h 113374"/>
                    <a:gd name="connsiteX11" fmla="*/ 9746 w 65945"/>
                    <a:gd name="connsiteY11" fmla="*/ 72118 h 113374"/>
                    <a:gd name="connsiteX12" fmla="*/ 34597 w 65945"/>
                    <a:gd name="connsiteY12" fmla="*/ 105416 h 113374"/>
                    <a:gd name="connsiteX13" fmla="*/ 57175 w 65945"/>
                    <a:gd name="connsiteY13" fmla="*/ 72443 h 113374"/>
                    <a:gd name="connsiteX14" fmla="*/ 33460 w 65945"/>
                    <a:gd name="connsiteY14" fmla="*/ 41582 h 113374"/>
                    <a:gd name="connsiteX15" fmla="*/ 9746 w 65945"/>
                    <a:gd name="connsiteY15" fmla="*/ 71955 h 1133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65945" h="113374">
                      <a:moveTo>
                        <a:pt x="9421" y="110938"/>
                      </a:moveTo>
                      <a:lnTo>
                        <a:pt x="0" y="110938"/>
                      </a:lnTo>
                      <a:cubicBezTo>
                        <a:pt x="650" y="109151"/>
                        <a:pt x="975" y="103304"/>
                        <a:pt x="975" y="99893"/>
                      </a:cubicBezTo>
                      <a:lnTo>
                        <a:pt x="975" y="0"/>
                      </a:lnTo>
                      <a:lnTo>
                        <a:pt x="9746" y="0"/>
                      </a:lnTo>
                      <a:lnTo>
                        <a:pt x="9746" y="49703"/>
                      </a:lnTo>
                      <a:cubicBezTo>
                        <a:pt x="13644" y="40120"/>
                        <a:pt x="23714" y="34272"/>
                        <a:pt x="33785" y="34272"/>
                      </a:cubicBezTo>
                      <a:cubicBezTo>
                        <a:pt x="51652" y="34272"/>
                        <a:pt x="65946" y="45967"/>
                        <a:pt x="65946" y="73092"/>
                      </a:cubicBezTo>
                      <a:cubicBezTo>
                        <a:pt x="65946" y="100218"/>
                        <a:pt x="52951" y="113375"/>
                        <a:pt x="33785" y="113375"/>
                      </a:cubicBezTo>
                      <a:cubicBezTo>
                        <a:pt x="22415" y="113375"/>
                        <a:pt x="14456" y="108827"/>
                        <a:pt x="9908" y="100868"/>
                      </a:cubicBezTo>
                      <a:lnTo>
                        <a:pt x="9258" y="111101"/>
                      </a:lnTo>
                      <a:close/>
                      <a:moveTo>
                        <a:pt x="9746" y="72118"/>
                      </a:moveTo>
                      <a:cubicBezTo>
                        <a:pt x="9746" y="95020"/>
                        <a:pt x="16892" y="105416"/>
                        <a:pt x="34597" y="105416"/>
                      </a:cubicBezTo>
                      <a:cubicBezTo>
                        <a:pt x="48566" y="105416"/>
                        <a:pt x="57175" y="92909"/>
                        <a:pt x="57175" y="72443"/>
                      </a:cubicBezTo>
                      <a:cubicBezTo>
                        <a:pt x="57175" y="50353"/>
                        <a:pt x="46292" y="41582"/>
                        <a:pt x="33460" y="41582"/>
                      </a:cubicBezTo>
                      <a:cubicBezTo>
                        <a:pt x="21440" y="41582"/>
                        <a:pt x="9746" y="51814"/>
                        <a:pt x="9746" y="71955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1" name="자유형: 도형 170">
                  <a:extLst>
                    <a:ext uri="{FF2B5EF4-FFF2-40B4-BE49-F238E27FC236}">
                      <a16:creationId xmlns:a16="http://schemas.microsoft.com/office/drawing/2014/main" id="{52CEBA7C-B509-D7F7-F420-9D20494E0F49}"/>
                    </a:ext>
                  </a:extLst>
                </p:cNvPr>
                <p:cNvSpPr/>
                <p:nvPr/>
              </p:nvSpPr>
              <p:spPr>
                <a:xfrm>
                  <a:off x="3019032" y="2732019"/>
                  <a:ext cx="66595" cy="78939"/>
                </a:xfrm>
                <a:custGeom>
                  <a:avLst/>
                  <a:gdLst>
                    <a:gd name="connsiteX0" fmla="*/ 63834 w 66595"/>
                    <a:gd name="connsiteY0" fmla="*/ 41257 h 78939"/>
                    <a:gd name="connsiteX1" fmla="*/ 8933 w 66595"/>
                    <a:gd name="connsiteY1" fmla="*/ 41257 h 78939"/>
                    <a:gd name="connsiteX2" fmla="*/ 34922 w 66595"/>
                    <a:gd name="connsiteY2" fmla="*/ 71468 h 78939"/>
                    <a:gd name="connsiteX3" fmla="*/ 56200 w 66595"/>
                    <a:gd name="connsiteY3" fmla="*/ 53276 h 78939"/>
                    <a:gd name="connsiteX4" fmla="*/ 65621 w 66595"/>
                    <a:gd name="connsiteY4" fmla="*/ 53276 h 78939"/>
                    <a:gd name="connsiteX5" fmla="*/ 32323 w 66595"/>
                    <a:gd name="connsiteY5" fmla="*/ 78940 h 78939"/>
                    <a:gd name="connsiteX6" fmla="*/ 0 w 66595"/>
                    <a:gd name="connsiteY6" fmla="*/ 39470 h 78939"/>
                    <a:gd name="connsiteX7" fmla="*/ 32973 w 66595"/>
                    <a:gd name="connsiteY7" fmla="*/ 0 h 78939"/>
                    <a:gd name="connsiteX8" fmla="*/ 66595 w 66595"/>
                    <a:gd name="connsiteY8" fmla="*/ 38008 h 78939"/>
                    <a:gd name="connsiteX9" fmla="*/ 63834 w 66595"/>
                    <a:gd name="connsiteY9" fmla="*/ 41094 h 78939"/>
                    <a:gd name="connsiteX10" fmla="*/ 57662 w 66595"/>
                    <a:gd name="connsiteY10" fmla="*/ 33785 h 78939"/>
                    <a:gd name="connsiteX11" fmla="*/ 32973 w 66595"/>
                    <a:gd name="connsiteY11" fmla="*/ 7634 h 78939"/>
                    <a:gd name="connsiteX12" fmla="*/ 9096 w 66595"/>
                    <a:gd name="connsiteY12" fmla="*/ 33785 h 78939"/>
                    <a:gd name="connsiteX13" fmla="*/ 57662 w 66595"/>
                    <a:gd name="connsiteY13" fmla="*/ 33785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6595" h="78939">
                      <a:moveTo>
                        <a:pt x="63834" y="41257"/>
                      </a:moveTo>
                      <a:lnTo>
                        <a:pt x="8933" y="41257"/>
                      </a:lnTo>
                      <a:cubicBezTo>
                        <a:pt x="8933" y="58312"/>
                        <a:pt x="17055" y="71468"/>
                        <a:pt x="34922" y="71468"/>
                      </a:cubicBezTo>
                      <a:cubicBezTo>
                        <a:pt x="45155" y="71468"/>
                        <a:pt x="53439" y="63834"/>
                        <a:pt x="56200" y="53276"/>
                      </a:cubicBezTo>
                      <a:lnTo>
                        <a:pt x="65621" y="53276"/>
                      </a:lnTo>
                      <a:cubicBezTo>
                        <a:pt x="61235" y="71143"/>
                        <a:pt x="50190" y="78940"/>
                        <a:pt x="32323" y="78940"/>
                      </a:cubicBezTo>
                      <a:cubicBezTo>
                        <a:pt x="10070" y="78940"/>
                        <a:pt x="0" y="60586"/>
                        <a:pt x="0" y="39470"/>
                      </a:cubicBezTo>
                      <a:cubicBezTo>
                        <a:pt x="0" y="18354"/>
                        <a:pt x="10883" y="0"/>
                        <a:pt x="32973" y="0"/>
                      </a:cubicBezTo>
                      <a:cubicBezTo>
                        <a:pt x="56687" y="0"/>
                        <a:pt x="66271" y="15755"/>
                        <a:pt x="66595" y="38008"/>
                      </a:cubicBezTo>
                      <a:cubicBezTo>
                        <a:pt x="66595" y="40120"/>
                        <a:pt x="65783" y="41094"/>
                        <a:pt x="63834" y="41094"/>
                      </a:cubicBezTo>
                      <a:close/>
                      <a:moveTo>
                        <a:pt x="57662" y="33785"/>
                      </a:moveTo>
                      <a:cubicBezTo>
                        <a:pt x="56850" y="18192"/>
                        <a:pt x="48078" y="7634"/>
                        <a:pt x="32973" y="7634"/>
                      </a:cubicBezTo>
                      <a:cubicBezTo>
                        <a:pt x="19166" y="7634"/>
                        <a:pt x="10395" y="19491"/>
                        <a:pt x="9096" y="33785"/>
                      </a:cubicBezTo>
                      <a:lnTo>
                        <a:pt x="57662" y="3378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2" name="자유형: 도형 171">
                  <a:extLst>
                    <a:ext uri="{FF2B5EF4-FFF2-40B4-BE49-F238E27FC236}">
                      <a16:creationId xmlns:a16="http://schemas.microsoft.com/office/drawing/2014/main" id="{BB1105E7-790A-573A-407E-D964C2F35AA3}"/>
                    </a:ext>
                  </a:extLst>
                </p:cNvPr>
                <p:cNvSpPr/>
                <p:nvPr/>
              </p:nvSpPr>
              <p:spPr>
                <a:xfrm>
                  <a:off x="3108205" y="2797315"/>
                  <a:ext cx="12507" cy="13156"/>
                </a:xfrm>
                <a:custGeom>
                  <a:avLst/>
                  <a:gdLst>
                    <a:gd name="connsiteX0" fmla="*/ 12507 w 12507"/>
                    <a:gd name="connsiteY0" fmla="*/ 13157 h 13156"/>
                    <a:gd name="connsiteX1" fmla="*/ 0 w 12507"/>
                    <a:gd name="connsiteY1" fmla="*/ 13157 h 13156"/>
                    <a:gd name="connsiteX2" fmla="*/ 0 w 12507"/>
                    <a:gd name="connsiteY2" fmla="*/ 0 h 13156"/>
                    <a:gd name="connsiteX3" fmla="*/ 12507 w 12507"/>
                    <a:gd name="connsiteY3" fmla="*/ 0 h 13156"/>
                    <a:gd name="connsiteX4" fmla="*/ 12507 w 12507"/>
                    <a:gd name="connsiteY4" fmla="*/ 13157 h 13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507" h="13156">
                      <a:moveTo>
                        <a:pt x="12507" y="13157"/>
                      </a:moveTo>
                      <a:lnTo>
                        <a:pt x="0" y="13157"/>
                      </a:lnTo>
                      <a:lnTo>
                        <a:pt x="0" y="0"/>
                      </a:lnTo>
                      <a:lnTo>
                        <a:pt x="12507" y="0"/>
                      </a:lnTo>
                      <a:lnTo>
                        <a:pt x="12507" y="13157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3" name="자유형: 도형 172">
                  <a:extLst>
                    <a:ext uri="{FF2B5EF4-FFF2-40B4-BE49-F238E27FC236}">
                      <a16:creationId xmlns:a16="http://schemas.microsoft.com/office/drawing/2014/main" id="{BC94C6EB-CD6F-3D54-9C75-FA64CD69341C}"/>
                    </a:ext>
                  </a:extLst>
                </p:cNvPr>
                <p:cNvSpPr/>
                <p:nvPr/>
              </p:nvSpPr>
              <p:spPr>
                <a:xfrm>
                  <a:off x="3144101" y="2732019"/>
                  <a:ext cx="62047" cy="78939"/>
                </a:xfrm>
                <a:custGeom>
                  <a:avLst/>
                  <a:gdLst>
                    <a:gd name="connsiteX0" fmla="*/ 53114 w 62047"/>
                    <a:gd name="connsiteY0" fmla="*/ 25501 h 78939"/>
                    <a:gd name="connsiteX1" fmla="*/ 31998 w 62047"/>
                    <a:gd name="connsiteY1" fmla="*/ 7797 h 78939"/>
                    <a:gd name="connsiteX2" fmla="*/ 8934 w 62047"/>
                    <a:gd name="connsiteY2" fmla="*/ 39470 h 78939"/>
                    <a:gd name="connsiteX3" fmla="*/ 31998 w 62047"/>
                    <a:gd name="connsiteY3" fmla="*/ 71306 h 78939"/>
                    <a:gd name="connsiteX4" fmla="*/ 52951 w 62047"/>
                    <a:gd name="connsiteY4" fmla="*/ 53276 h 78939"/>
                    <a:gd name="connsiteX5" fmla="*/ 62047 w 62047"/>
                    <a:gd name="connsiteY5" fmla="*/ 53276 h 78939"/>
                    <a:gd name="connsiteX6" fmla="*/ 32323 w 62047"/>
                    <a:gd name="connsiteY6" fmla="*/ 78940 h 78939"/>
                    <a:gd name="connsiteX7" fmla="*/ 0 w 62047"/>
                    <a:gd name="connsiteY7" fmla="*/ 39470 h 78939"/>
                    <a:gd name="connsiteX8" fmla="*/ 32973 w 62047"/>
                    <a:gd name="connsiteY8" fmla="*/ 0 h 78939"/>
                    <a:gd name="connsiteX9" fmla="*/ 61885 w 62047"/>
                    <a:gd name="connsiteY9" fmla="*/ 25339 h 78939"/>
                    <a:gd name="connsiteX10" fmla="*/ 52951 w 62047"/>
                    <a:gd name="connsiteY10" fmla="*/ 25339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2047" h="78939">
                      <a:moveTo>
                        <a:pt x="53114" y="25501"/>
                      </a:moveTo>
                      <a:cubicBezTo>
                        <a:pt x="52464" y="13644"/>
                        <a:pt x="44180" y="7797"/>
                        <a:pt x="31998" y="7797"/>
                      </a:cubicBezTo>
                      <a:cubicBezTo>
                        <a:pt x="19004" y="7797"/>
                        <a:pt x="8934" y="21765"/>
                        <a:pt x="8934" y="39470"/>
                      </a:cubicBezTo>
                      <a:cubicBezTo>
                        <a:pt x="8934" y="57175"/>
                        <a:pt x="19004" y="71306"/>
                        <a:pt x="31998" y="71306"/>
                      </a:cubicBezTo>
                      <a:cubicBezTo>
                        <a:pt x="43368" y="71306"/>
                        <a:pt x="51814" y="65296"/>
                        <a:pt x="52951" y="53276"/>
                      </a:cubicBezTo>
                      <a:lnTo>
                        <a:pt x="62047" y="53276"/>
                      </a:lnTo>
                      <a:cubicBezTo>
                        <a:pt x="59611" y="70331"/>
                        <a:pt x="48241" y="78940"/>
                        <a:pt x="32323" y="78940"/>
                      </a:cubicBezTo>
                      <a:cubicBezTo>
                        <a:pt x="10395" y="78940"/>
                        <a:pt x="0" y="60586"/>
                        <a:pt x="0" y="39470"/>
                      </a:cubicBezTo>
                      <a:cubicBezTo>
                        <a:pt x="0" y="18354"/>
                        <a:pt x="11045" y="0"/>
                        <a:pt x="32973" y="0"/>
                      </a:cubicBezTo>
                      <a:cubicBezTo>
                        <a:pt x="48403" y="0"/>
                        <a:pt x="61073" y="9421"/>
                        <a:pt x="61885" y="25339"/>
                      </a:cubicBezTo>
                      <a:lnTo>
                        <a:pt x="52951" y="25339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4" name="자유형: 도형 173">
                  <a:extLst>
                    <a:ext uri="{FF2B5EF4-FFF2-40B4-BE49-F238E27FC236}">
                      <a16:creationId xmlns:a16="http://schemas.microsoft.com/office/drawing/2014/main" id="{32B9558B-0FF6-2B10-C080-A9A5AA14CD50}"/>
                    </a:ext>
                  </a:extLst>
                </p:cNvPr>
                <p:cNvSpPr/>
                <p:nvPr/>
              </p:nvSpPr>
              <p:spPr>
                <a:xfrm>
                  <a:off x="3215569" y="2732181"/>
                  <a:ext cx="67732" cy="78939"/>
                </a:xfrm>
                <a:custGeom>
                  <a:avLst/>
                  <a:gdLst>
                    <a:gd name="connsiteX0" fmla="*/ 67732 w 67732"/>
                    <a:gd name="connsiteY0" fmla="*/ 39470 h 78939"/>
                    <a:gd name="connsiteX1" fmla="*/ 33298 w 67732"/>
                    <a:gd name="connsiteY1" fmla="*/ 78940 h 78939"/>
                    <a:gd name="connsiteX2" fmla="*/ 0 w 67732"/>
                    <a:gd name="connsiteY2" fmla="*/ 39470 h 78939"/>
                    <a:gd name="connsiteX3" fmla="*/ 33298 w 67732"/>
                    <a:gd name="connsiteY3" fmla="*/ 0 h 78939"/>
                    <a:gd name="connsiteX4" fmla="*/ 67732 w 67732"/>
                    <a:gd name="connsiteY4" fmla="*/ 39470 h 78939"/>
                    <a:gd name="connsiteX5" fmla="*/ 33298 w 67732"/>
                    <a:gd name="connsiteY5" fmla="*/ 7634 h 78939"/>
                    <a:gd name="connsiteX6" fmla="*/ 8446 w 67732"/>
                    <a:gd name="connsiteY6" fmla="*/ 39470 h 78939"/>
                    <a:gd name="connsiteX7" fmla="*/ 33298 w 67732"/>
                    <a:gd name="connsiteY7" fmla="*/ 71143 h 78939"/>
                    <a:gd name="connsiteX8" fmla="*/ 58961 w 67732"/>
                    <a:gd name="connsiteY8" fmla="*/ 39470 h 78939"/>
                    <a:gd name="connsiteX9" fmla="*/ 33298 w 67732"/>
                    <a:gd name="connsiteY9" fmla="*/ 7634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7732" h="78939">
                      <a:moveTo>
                        <a:pt x="67732" y="39470"/>
                      </a:moveTo>
                      <a:cubicBezTo>
                        <a:pt x="67732" y="59773"/>
                        <a:pt x="56850" y="78940"/>
                        <a:pt x="33298" y="78940"/>
                      </a:cubicBezTo>
                      <a:cubicBezTo>
                        <a:pt x="9746" y="78940"/>
                        <a:pt x="0" y="59773"/>
                        <a:pt x="0" y="39470"/>
                      </a:cubicBezTo>
                      <a:cubicBezTo>
                        <a:pt x="0" y="19166"/>
                        <a:pt x="10233" y="0"/>
                        <a:pt x="33298" y="0"/>
                      </a:cubicBezTo>
                      <a:cubicBezTo>
                        <a:pt x="56362" y="0"/>
                        <a:pt x="67732" y="19166"/>
                        <a:pt x="67732" y="39470"/>
                      </a:cubicBezTo>
                      <a:close/>
                      <a:moveTo>
                        <a:pt x="33298" y="7634"/>
                      </a:moveTo>
                      <a:cubicBezTo>
                        <a:pt x="15431" y="7634"/>
                        <a:pt x="8446" y="25176"/>
                        <a:pt x="8446" y="39470"/>
                      </a:cubicBezTo>
                      <a:cubicBezTo>
                        <a:pt x="8446" y="53764"/>
                        <a:pt x="15431" y="71143"/>
                        <a:pt x="33298" y="71143"/>
                      </a:cubicBezTo>
                      <a:cubicBezTo>
                        <a:pt x="51165" y="71143"/>
                        <a:pt x="58961" y="53926"/>
                        <a:pt x="58961" y="39470"/>
                      </a:cubicBezTo>
                      <a:cubicBezTo>
                        <a:pt x="58961" y="25014"/>
                        <a:pt x="51165" y="7634"/>
                        <a:pt x="33298" y="763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5" name="자유형: 도형 174">
                  <a:extLst>
                    <a:ext uri="{FF2B5EF4-FFF2-40B4-BE49-F238E27FC236}">
                      <a16:creationId xmlns:a16="http://schemas.microsoft.com/office/drawing/2014/main" id="{15185F09-DE1E-B117-EB41-3317D8686CC0}"/>
                    </a:ext>
                  </a:extLst>
                </p:cNvPr>
                <p:cNvSpPr/>
                <p:nvPr/>
              </p:nvSpPr>
              <p:spPr>
                <a:xfrm>
                  <a:off x="3301169" y="2732181"/>
                  <a:ext cx="102491" cy="77315"/>
                </a:xfrm>
                <a:custGeom>
                  <a:avLst/>
                  <a:gdLst>
                    <a:gd name="connsiteX0" fmla="*/ 76828 w 102491"/>
                    <a:gd name="connsiteY0" fmla="*/ 0 h 77315"/>
                    <a:gd name="connsiteX1" fmla="*/ 102492 w 102491"/>
                    <a:gd name="connsiteY1" fmla="*/ 27125 h 77315"/>
                    <a:gd name="connsiteX2" fmla="*/ 102492 w 102491"/>
                    <a:gd name="connsiteY2" fmla="*/ 77316 h 77315"/>
                    <a:gd name="connsiteX3" fmla="*/ 93883 w 102491"/>
                    <a:gd name="connsiteY3" fmla="*/ 77316 h 77315"/>
                    <a:gd name="connsiteX4" fmla="*/ 93883 w 102491"/>
                    <a:gd name="connsiteY4" fmla="*/ 29887 h 77315"/>
                    <a:gd name="connsiteX5" fmla="*/ 75691 w 102491"/>
                    <a:gd name="connsiteY5" fmla="*/ 7472 h 77315"/>
                    <a:gd name="connsiteX6" fmla="*/ 55713 w 102491"/>
                    <a:gd name="connsiteY6" fmla="*/ 28750 h 77315"/>
                    <a:gd name="connsiteX7" fmla="*/ 55713 w 102491"/>
                    <a:gd name="connsiteY7" fmla="*/ 77316 h 77315"/>
                    <a:gd name="connsiteX8" fmla="*/ 47104 w 102491"/>
                    <a:gd name="connsiteY8" fmla="*/ 77316 h 77315"/>
                    <a:gd name="connsiteX9" fmla="*/ 47104 w 102491"/>
                    <a:gd name="connsiteY9" fmla="*/ 29887 h 77315"/>
                    <a:gd name="connsiteX10" fmla="*/ 29237 w 102491"/>
                    <a:gd name="connsiteY10" fmla="*/ 7472 h 77315"/>
                    <a:gd name="connsiteX11" fmla="*/ 8609 w 102491"/>
                    <a:gd name="connsiteY11" fmla="*/ 32810 h 77315"/>
                    <a:gd name="connsiteX12" fmla="*/ 8609 w 102491"/>
                    <a:gd name="connsiteY12" fmla="*/ 77316 h 77315"/>
                    <a:gd name="connsiteX13" fmla="*/ 0 w 102491"/>
                    <a:gd name="connsiteY13" fmla="*/ 77316 h 77315"/>
                    <a:gd name="connsiteX14" fmla="*/ 0 w 102491"/>
                    <a:gd name="connsiteY14" fmla="*/ 2436 h 77315"/>
                    <a:gd name="connsiteX15" fmla="*/ 9258 w 102491"/>
                    <a:gd name="connsiteY15" fmla="*/ 2436 h 77315"/>
                    <a:gd name="connsiteX16" fmla="*/ 8771 w 102491"/>
                    <a:gd name="connsiteY16" fmla="*/ 13806 h 77315"/>
                    <a:gd name="connsiteX17" fmla="*/ 31836 w 102491"/>
                    <a:gd name="connsiteY17" fmla="*/ 0 h 77315"/>
                    <a:gd name="connsiteX18" fmla="*/ 53926 w 102491"/>
                    <a:gd name="connsiteY18" fmla="*/ 15431 h 77315"/>
                    <a:gd name="connsiteX19" fmla="*/ 76828 w 102491"/>
                    <a:gd name="connsiteY19" fmla="*/ 0 h 773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02491" h="77315">
                      <a:moveTo>
                        <a:pt x="76828" y="0"/>
                      </a:moveTo>
                      <a:cubicBezTo>
                        <a:pt x="92746" y="0"/>
                        <a:pt x="102492" y="9258"/>
                        <a:pt x="102492" y="27125"/>
                      </a:cubicBezTo>
                      <a:lnTo>
                        <a:pt x="102492" y="77316"/>
                      </a:lnTo>
                      <a:lnTo>
                        <a:pt x="93883" y="77316"/>
                      </a:lnTo>
                      <a:lnTo>
                        <a:pt x="93883" y="29887"/>
                      </a:lnTo>
                      <a:cubicBezTo>
                        <a:pt x="93883" y="15106"/>
                        <a:pt x="88686" y="7472"/>
                        <a:pt x="75691" y="7472"/>
                      </a:cubicBezTo>
                      <a:cubicBezTo>
                        <a:pt x="66920" y="7472"/>
                        <a:pt x="57175" y="14781"/>
                        <a:pt x="55713" y="28750"/>
                      </a:cubicBezTo>
                      <a:lnTo>
                        <a:pt x="55713" y="77316"/>
                      </a:lnTo>
                      <a:lnTo>
                        <a:pt x="47104" y="77316"/>
                      </a:lnTo>
                      <a:lnTo>
                        <a:pt x="47104" y="29887"/>
                      </a:lnTo>
                      <a:cubicBezTo>
                        <a:pt x="47104" y="15106"/>
                        <a:pt x="41906" y="7472"/>
                        <a:pt x="29237" y="7472"/>
                      </a:cubicBezTo>
                      <a:cubicBezTo>
                        <a:pt x="19166" y="7472"/>
                        <a:pt x="8609" y="16568"/>
                        <a:pt x="8609" y="32810"/>
                      </a:cubicBezTo>
                      <a:lnTo>
                        <a:pt x="8609" y="77316"/>
                      </a:lnTo>
                      <a:lnTo>
                        <a:pt x="0" y="77316"/>
                      </a:lnTo>
                      <a:lnTo>
                        <a:pt x="0" y="2436"/>
                      </a:lnTo>
                      <a:lnTo>
                        <a:pt x="9258" y="2436"/>
                      </a:lnTo>
                      <a:lnTo>
                        <a:pt x="8771" y="13806"/>
                      </a:lnTo>
                      <a:cubicBezTo>
                        <a:pt x="12669" y="5847"/>
                        <a:pt x="21441" y="0"/>
                        <a:pt x="31836" y="0"/>
                      </a:cubicBezTo>
                      <a:cubicBezTo>
                        <a:pt x="42881" y="0"/>
                        <a:pt x="50028" y="4223"/>
                        <a:pt x="53926" y="15431"/>
                      </a:cubicBezTo>
                      <a:cubicBezTo>
                        <a:pt x="57824" y="6010"/>
                        <a:pt x="66433" y="0"/>
                        <a:pt x="76828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6" name="자유형: 도형 175">
                  <a:extLst>
                    <a:ext uri="{FF2B5EF4-FFF2-40B4-BE49-F238E27FC236}">
                      <a16:creationId xmlns:a16="http://schemas.microsoft.com/office/drawing/2014/main" id="{C80A03FB-11DB-191F-2D80-DE073D3E837D}"/>
                    </a:ext>
                  </a:extLst>
                </p:cNvPr>
                <p:cNvSpPr/>
                <p:nvPr/>
              </p:nvSpPr>
              <p:spPr>
                <a:xfrm>
                  <a:off x="3422827" y="2687838"/>
                  <a:ext cx="58798" cy="139362"/>
                </a:xfrm>
                <a:custGeom>
                  <a:avLst/>
                  <a:gdLst>
                    <a:gd name="connsiteX0" fmla="*/ 9908 w 58798"/>
                    <a:gd name="connsiteY0" fmla="*/ 139363 h 139362"/>
                    <a:gd name="connsiteX1" fmla="*/ 0 w 58798"/>
                    <a:gd name="connsiteY1" fmla="*/ 139363 h 139362"/>
                    <a:gd name="connsiteX2" fmla="*/ 49540 w 58798"/>
                    <a:gd name="connsiteY2" fmla="*/ 0 h 139362"/>
                    <a:gd name="connsiteX3" fmla="*/ 58799 w 58798"/>
                    <a:gd name="connsiteY3" fmla="*/ 0 h 139362"/>
                    <a:gd name="connsiteX4" fmla="*/ 9908 w 58798"/>
                    <a:gd name="connsiteY4" fmla="*/ 139363 h 139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798" h="139362">
                      <a:moveTo>
                        <a:pt x="9908" y="139363"/>
                      </a:moveTo>
                      <a:lnTo>
                        <a:pt x="0" y="139363"/>
                      </a:lnTo>
                      <a:lnTo>
                        <a:pt x="49540" y="0"/>
                      </a:lnTo>
                      <a:lnTo>
                        <a:pt x="58799" y="0"/>
                      </a:lnTo>
                      <a:lnTo>
                        <a:pt x="9908" y="139363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7" name="자유형: 도형 176">
                  <a:extLst>
                    <a:ext uri="{FF2B5EF4-FFF2-40B4-BE49-F238E27FC236}">
                      <a16:creationId xmlns:a16="http://schemas.microsoft.com/office/drawing/2014/main" id="{62C1BA0D-416A-29B3-13E5-2FCBBB66F6F1}"/>
                    </a:ext>
                  </a:extLst>
                </p:cNvPr>
                <p:cNvSpPr/>
                <p:nvPr/>
              </p:nvSpPr>
              <p:spPr>
                <a:xfrm>
                  <a:off x="3496090" y="2694660"/>
                  <a:ext cx="106251" cy="119221"/>
                </a:xfrm>
                <a:custGeom>
                  <a:avLst/>
                  <a:gdLst>
                    <a:gd name="connsiteX0" fmla="*/ 76496 w 106251"/>
                    <a:gd name="connsiteY0" fmla="*/ 30212 h 119221"/>
                    <a:gd name="connsiteX1" fmla="*/ 84130 w 106251"/>
                    <a:gd name="connsiteY1" fmla="*/ 30212 h 119221"/>
                    <a:gd name="connsiteX2" fmla="*/ 69836 w 106251"/>
                    <a:gd name="connsiteY2" fmla="*/ 75366 h 119221"/>
                    <a:gd name="connsiteX3" fmla="*/ 72597 w 106251"/>
                    <a:gd name="connsiteY3" fmla="*/ 87711 h 119221"/>
                    <a:gd name="connsiteX4" fmla="*/ 97774 w 106251"/>
                    <a:gd name="connsiteY4" fmla="*/ 49053 h 119221"/>
                    <a:gd name="connsiteX5" fmla="*/ 60903 w 106251"/>
                    <a:gd name="connsiteY5" fmla="*/ 6660 h 119221"/>
                    <a:gd name="connsiteX6" fmla="*/ 8763 w 106251"/>
                    <a:gd name="connsiteY6" fmla="*/ 63184 h 119221"/>
                    <a:gd name="connsiteX7" fmla="*/ 53756 w 106251"/>
                    <a:gd name="connsiteY7" fmla="*/ 112238 h 119221"/>
                    <a:gd name="connsiteX8" fmla="*/ 95987 w 106251"/>
                    <a:gd name="connsiteY8" fmla="*/ 89985 h 119221"/>
                    <a:gd name="connsiteX9" fmla="*/ 104596 w 106251"/>
                    <a:gd name="connsiteY9" fmla="*/ 89985 h 119221"/>
                    <a:gd name="connsiteX10" fmla="*/ 53756 w 106251"/>
                    <a:gd name="connsiteY10" fmla="*/ 119222 h 119221"/>
                    <a:gd name="connsiteX11" fmla="*/ 155 w 106251"/>
                    <a:gd name="connsiteY11" fmla="*/ 62047 h 119221"/>
                    <a:gd name="connsiteX12" fmla="*/ 60740 w 106251"/>
                    <a:gd name="connsiteY12" fmla="*/ 0 h 119221"/>
                    <a:gd name="connsiteX13" fmla="*/ 106058 w 106251"/>
                    <a:gd name="connsiteY13" fmla="*/ 49378 h 119221"/>
                    <a:gd name="connsiteX14" fmla="*/ 72760 w 106251"/>
                    <a:gd name="connsiteY14" fmla="*/ 94046 h 119221"/>
                    <a:gd name="connsiteX15" fmla="*/ 63339 w 106251"/>
                    <a:gd name="connsiteY15" fmla="*/ 80402 h 119221"/>
                    <a:gd name="connsiteX16" fmla="*/ 42224 w 106251"/>
                    <a:gd name="connsiteY16" fmla="*/ 93721 h 119221"/>
                    <a:gd name="connsiteX17" fmla="*/ 23219 w 106251"/>
                    <a:gd name="connsiteY17" fmla="*/ 71793 h 119221"/>
                    <a:gd name="connsiteX18" fmla="*/ 57329 w 106251"/>
                    <a:gd name="connsiteY18" fmla="*/ 27613 h 119221"/>
                    <a:gd name="connsiteX19" fmla="*/ 72597 w 106251"/>
                    <a:gd name="connsiteY19" fmla="*/ 41257 h 119221"/>
                    <a:gd name="connsiteX20" fmla="*/ 76658 w 106251"/>
                    <a:gd name="connsiteY20" fmla="*/ 30049 h 119221"/>
                    <a:gd name="connsiteX21" fmla="*/ 43523 w 106251"/>
                    <a:gd name="connsiteY21" fmla="*/ 86736 h 119221"/>
                    <a:gd name="connsiteX22" fmla="*/ 67887 w 106251"/>
                    <a:gd name="connsiteY22" fmla="*/ 48403 h 119221"/>
                    <a:gd name="connsiteX23" fmla="*/ 56680 w 106251"/>
                    <a:gd name="connsiteY23" fmla="*/ 34760 h 119221"/>
                    <a:gd name="connsiteX24" fmla="*/ 31503 w 106251"/>
                    <a:gd name="connsiteY24" fmla="*/ 71793 h 119221"/>
                    <a:gd name="connsiteX25" fmla="*/ 43523 w 106251"/>
                    <a:gd name="connsiteY25" fmla="*/ 86736 h 1192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06251" h="119221">
                      <a:moveTo>
                        <a:pt x="76496" y="30212"/>
                      </a:moveTo>
                      <a:lnTo>
                        <a:pt x="84130" y="30212"/>
                      </a:lnTo>
                      <a:lnTo>
                        <a:pt x="69836" y="75366"/>
                      </a:lnTo>
                      <a:cubicBezTo>
                        <a:pt x="67400" y="82188"/>
                        <a:pt x="67725" y="87711"/>
                        <a:pt x="72597" y="87711"/>
                      </a:cubicBezTo>
                      <a:cubicBezTo>
                        <a:pt x="85754" y="87711"/>
                        <a:pt x="96312" y="66920"/>
                        <a:pt x="97774" y="49053"/>
                      </a:cubicBezTo>
                      <a:cubicBezTo>
                        <a:pt x="99723" y="22740"/>
                        <a:pt x="85916" y="6660"/>
                        <a:pt x="60903" y="6660"/>
                      </a:cubicBezTo>
                      <a:cubicBezTo>
                        <a:pt x="31341" y="6660"/>
                        <a:pt x="10063" y="33785"/>
                        <a:pt x="8763" y="63184"/>
                      </a:cubicBezTo>
                      <a:cubicBezTo>
                        <a:pt x="7139" y="96807"/>
                        <a:pt x="21920" y="112238"/>
                        <a:pt x="53756" y="112238"/>
                      </a:cubicBezTo>
                      <a:cubicBezTo>
                        <a:pt x="70648" y="112238"/>
                        <a:pt x="88515" y="104279"/>
                        <a:pt x="95987" y="89985"/>
                      </a:cubicBezTo>
                      <a:lnTo>
                        <a:pt x="104596" y="89985"/>
                      </a:lnTo>
                      <a:cubicBezTo>
                        <a:pt x="96149" y="107365"/>
                        <a:pt x="78120" y="119222"/>
                        <a:pt x="53756" y="119222"/>
                      </a:cubicBezTo>
                      <a:cubicBezTo>
                        <a:pt x="14611" y="119222"/>
                        <a:pt x="-1794" y="100543"/>
                        <a:pt x="155" y="62047"/>
                      </a:cubicBezTo>
                      <a:cubicBezTo>
                        <a:pt x="1941" y="29237"/>
                        <a:pt x="26143" y="0"/>
                        <a:pt x="60740" y="0"/>
                      </a:cubicBezTo>
                      <a:cubicBezTo>
                        <a:pt x="93063" y="0"/>
                        <a:pt x="108169" y="19816"/>
                        <a:pt x="106058" y="49378"/>
                      </a:cubicBezTo>
                      <a:cubicBezTo>
                        <a:pt x="104108" y="74067"/>
                        <a:pt x="88515" y="94046"/>
                        <a:pt x="72760" y="94046"/>
                      </a:cubicBezTo>
                      <a:cubicBezTo>
                        <a:pt x="65451" y="94046"/>
                        <a:pt x="61715" y="90147"/>
                        <a:pt x="63339" y="80402"/>
                      </a:cubicBezTo>
                      <a:cubicBezTo>
                        <a:pt x="58304" y="89335"/>
                        <a:pt x="50832" y="93721"/>
                        <a:pt x="42224" y="93721"/>
                      </a:cubicBezTo>
                      <a:cubicBezTo>
                        <a:pt x="29392" y="93721"/>
                        <a:pt x="23219" y="84625"/>
                        <a:pt x="23219" y="71793"/>
                      </a:cubicBezTo>
                      <a:cubicBezTo>
                        <a:pt x="23219" y="51002"/>
                        <a:pt x="35077" y="27613"/>
                        <a:pt x="57329" y="27613"/>
                      </a:cubicBezTo>
                      <a:cubicBezTo>
                        <a:pt x="66588" y="27613"/>
                        <a:pt x="72760" y="32648"/>
                        <a:pt x="72597" y="41257"/>
                      </a:cubicBezTo>
                      <a:lnTo>
                        <a:pt x="76658" y="30049"/>
                      </a:lnTo>
                      <a:close/>
                      <a:moveTo>
                        <a:pt x="43523" y="86736"/>
                      </a:moveTo>
                      <a:cubicBezTo>
                        <a:pt x="58141" y="86736"/>
                        <a:pt x="67887" y="62697"/>
                        <a:pt x="67887" y="48403"/>
                      </a:cubicBezTo>
                      <a:cubicBezTo>
                        <a:pt x="67887" y="39795"/>
                        <a:pt x="63502" y="34760"/>
                        <a:pt x="56680" y="34760"/>
                      </a:cubicBezTo>
                      <a:cubicBezTo>
                        <a:pt x="40924" y="34760"/>
                        <a:pt x="31503" y="57012"/>
                        <a:pt x="31503" y="71793"/>
                      </a:cubicBezTo>
                      <a:cubicBezTo>
                        <a:pt x="31503" y="80727"/>
                        <a:pt x="35077" y="86736"/>
                        <a:pt x="43523" y="8673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8" name="자유형: 도형 177">
                  <a:extLst>
                    <a:ext uri="{FF2B5EF4-FFF2-40B4-BE49-F238E27FC236}">
                      <a16:creationId xmlns:a16="http://schemas.microsoft.com/office/drawing/2014/main" id="{5FD2BFC2-2670-1501-940E-679B36F5D3BE}"/>
                    </a:ext>
                  </a:extLst>
                </p:cNvPr>
                <p:cNvSpPr/>
                <p:nvPr/>
              </p:nvSpPr>
              <p:spPr>
                <a:xfrm>
                  <a:off x="3620177" y="2732019"/>
                  <a:ext cx="62047" cy="78939"/>
                </a:xfrm>
                <a:custGeom>
                  <a:avLst/>
                  <a:gdLst>
                    <a:gd name="connsiteX0" fmla="*/ 53114 w 62047"/>
                    <a:gd name="connsiteY0" fmla="*/ 25501 h 78939"/>
                    <a:gd name="connsiteX1" fmla="*/ 31998 w 62047"/>
                    <a:gd name="connsiteY1" fmla="*/ 7797 h 78939"/>
                    <a:gd name="connsiteX2" fmla="*/ 8934 w 62047"/>
                    <a:gd name="connsiteY2" fmla="*/ 39470 h 78939"/>
                    <a:gd name="connsiteX3" fmla="*/ 31998 w 62047"/>
                    <a:gd name="connsiteY3" fmla="*/ 71306 h 78939"/>
                    <a:gd name="connsiteX4" fmla="*/ 52951 w 62047"/>
                    <a:gd name="connsiteY4" fmla="*/ 53276 h 78939"/>
                    <a:gd name="connsiteX5" fmla="*/ 62048 w 62047"/>
                    <a:gd name="connsiteY5" fmla="*/ 53276 h 78939"/>
                    <a:gd name="connsiteX6" fmla="*/ 32323 w 62047"/>
                    <a:gd name="connsiteY6" fmla="*/ 78940 h 78939"/>
                    <a:gd name="connsiteX7" fmla="*/ 0 w 62047"/>
                    <a:gd name="connsiteY7" fmla="*/ 39470 h 78939"/>
                    <a:gd name="connsiteX8" fmla="*/ 33135 w 62047"/>
                    <a:gd name="connsiteY8" fmla="*/ 0 h 78939"/>
                    <a:gd name="connsiteX9" fmla="*/ 62048 w 62047"/>
                    <a:gd name="connsiteY9" fmla="*/ 25339 h 78939"/>
                    <a:gd name="connsiteX10" fmla="*/ 53114 w 62047"/>
                    <a:gd name="connsiteY10" fmla="*/ 25339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2047" h="78939">
                      <a:moveTo>
                        <a:pt x="53114" y="25501"/>
                      </a:moveTo>
                      <a:cubicBezTo>
                        <a:pt x="52464" y="13644"/>
                        <a:pt x="44180" y="7797"/>
                        <a:pt x="31998" y="7797"/>
                      </a:cubicBezTo>
                      <a:cubicBezTo>
                        <a:pt x="19004" y="7797"/>
                        <a:pt x="8934" y="21765"/>
                        <a:pt x="8934" y="39470"/>
                      </a:cubicBezTo>
                      <a:cubicBezTo>
                        <a:pt x="8934" y="57175"/>
                        <a:pt x="19004" y="71306"/>
                        <a:pt x="31998" y="71306"/>
                      </a:cubicBezTo>
                      <a:cubicBezTo>
                        <a:pt x="43368" y="71306"/>
                        <a:pt x="51652" y="65296"/>
                        <a:pt x="52951" y="53276"/>
                      </a:cubicBezTo>
                      <a:lnTo>
                        <a:pt x="62048" y="53276"/>
                      </a:lnTo>
                      <a:cubicBezTo>
                        <a:pt x="59611" y="70331"/>
                        <a:pt x="48241" y="78940"/>
                        <a:pt x="32323" y="78940"/>
                      </a:cubicBezTo>
                      <a:cubicBezTo>
                        <a:pt x="10395" y="78940"/>
                        <a:pt x="0" y="60586"/>
                        <a:pt x="0" y="39470"/>
                      </a:cubicBezTo>
                      <a:cubicBezTo>
                        <a:pt x="0" y="18354"/>
                        <a:pt x="11045" y="0"/>
                        <a:pt x="33135" y="0"/>
                      </a:cubicBezTo>
                      <a:cubicBezTo>
                        <a:pt x="48566" y="0"/>
                        <a:pt x="61235" y="9421"/>
                        <a:pt x="62048" y="25339"/>
                      </a:cubicBezTo>
                      <a:lnTo>
                        <a:pt x="53114" y="25339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79" name="자유형: 도형 178">
                  <a:extLst>
                    <a:ext uri="{FF2B5EF4-FFF2-40B4-BE49-F238E27FC236}">
                      <a16:creationId xmlns:a16="http://schemas.microsoft.com/office/drawing/2014/main" id="{A587A5B6-8C87-7056-2D0E-D5FF0CB8F59F}"/>
                    </a:ext>
                  </a:extLst>
                </p:cNvPr>
                <p:cNvSpPr/>
                <p:nvPr/>
              </p:nvSpPr>
              <p:spPr>
                <a:xfrm>
                  <a:off x="3699442" y="2732181"/>
                  <a:ext cx="102491" cy="77315"/>
                </a:xfrm>
                <a:custGeom>
                  <a:avLst/>
                  <a:gdLst>
                    <a:gd name="connsiteX0" fmla="*/ 76828 w 102491"/>
                    <a:gd name="connsiteY0" fmla="*/ 0 h 77315"/>
                    <a:gd name="connsiteX1" fmla="*/ 102492 w 102491"/>
                    <a:gd name="connsiteY1" fmla="*/ 27125 h 77315"/>
                    <a:gd name="connsiteX2" fmla="*/ 102492 w 102491"/>
                    <a:gd name="connsiteY2" fmla="*/ 77316 h 77315"/>
                    <a:gd name="connsiteX3" fmla="*/ 93883 w 102491"/>
                    <a:gd name="connsiteY3" fmla="*/ 77316 h 77315"/>
                    <a:gd name="connsiteX4" fmla="*/ 93883 w 102491"/>
                    <a:gd name="connsiteY4" fmla="*/ 29887 h 77315"/>
                    <a:gd name="connsiteX5" fmla="*/ 75691 w 102491"/>
                    <a:gd name="connsiteY5" fmla="*/ 7472 h 77315"/>
                    <a:gd name="connsiteX6" fmla="*/ 55713 w 102491"/>
                    <a:gd name="connsiteY6" fmla="*/ 28750 h 77315"/>
                    <a:gd name="connsiteX7" fmla="*/ 55713 w 102491"/>
                    <a:gd name="connsiteY7" fmla="*/ 77316 h 77315"/>
                    <a:gd name="connsiteX8" fmla="*/ 47104 w 102491"/>
                    <a:gd name="connsiteY8" fmla="*/ 77316 h 77315"/>
                    <a:gd name="connsiteX9" fmla="*/ 47104 w 102491"/>
                    <a:gd name="connsiteY9" fmla="*/ 29887 h 77315"/>
                    <a:gd name="connsiteX10" fmla="*/ 29237 w 102491"/>
                    <a:gd name="connsiteY10" fmla="*/ 7472 h 77315"/>
                    <a:gd name="connsiteX11" fmla="*/ 8609 w 102491"/>
                    <a:gd name="connsiteY11" fmla="*/ 32810 h 77315"/>
                    <a:gd name="connsiteX12" fmla="*/ 8609 w 102491"/>
                    <a:gd name="connsiteY12" fmla="*/ 77316 h 77315"/>
                    <a:gd name="connsiteX13" fmla="*/ 0 w 102491"/>
                    <a:gd name="connsiteY13" fmla="*/ 77316 h 77315"/>
                    <a:gd name="connsiteX14" fmla="*/ 0 w 102491"/>
                    <a:gd name="connsiteY14" fmla="*/ 2436 h 77315"/>
                    <a:gd name="connsiteX15" fmla="*/ 9258 w 102491"/>
                    <a:gd name="connsiteY15" fmla="*/ 2436 h 77315"/>
                    <a:gd name="connsiteX16" fmla="*/ 8771 w 102491"/>
                    <a:gd name="connsiteY16" fmla="*/ 13806 h 77315"/>
                    <a:gd name="connsiteX17" fmla="*/ 31836 w 102491"/>
                    <a:gd name="connsiteY17" fmla="*/ 0 h 77315"/>
                    <a:gd name="connsiteX18" fmla="*/ 53926 w 102491"/>
                    <a:gd name="connsiteY18" fmla="*/ 15431 h 77315"/>
                    <a:gd name="connsiteX19" fmla="*/ 76828 w 102491"/>
                    <a:gd name="connsiteY19" fmla="*/ 0 h 773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02491" h="77315">
                      <a:moveTo>
                        <a:pt x="76828" y="0"/>
                      </a:moveTo>
                      <a:cubicBezTo>
                        <a:pt x="92746" y="0"/>
                        <a:pt x="102492" y="9258"/>
                        <a:pt x="102492" y="27125"/>
                      </a:cubicBezTo>
                      <a:lnTo>
                        <a:pt x="102492" y="77316"/>
                      </a:lnTo>
                      <a:lnTo>
                        <a:pt x="93883" y="77316"/>
                      </a:lnTo>
                      <a:lnTo>
                        <a:pt x="93883" y="29887"/>
                      </a:lnTo>
                      <a:cubicBezTo>
                        <a:pt x="93883" y="15106"/>
                        <a:pt x="88685" y="7472"/>
                        <a:pt x="75691" y="7472"/>
                      </a:cubicBezTo>
                      <a:cubicBezTo>
                        <a:pt x="66920" y="7472"/>
                        <a:pt x="57174" y="14781"/>
                        <a:pt x="55713" y="28750"/>
                      </a:cubicBezTo>
                      <a:lnTo>
                        <a:pt x="55713" y="77316"/>
                      </a:lnTo>
                      <a:lnTo>
                        <a:pt x="47104" y="77316"/>
                      </a:lnTo>
                      <a:lnTo>
                        <a:pt x="47104" y="29887"/>
                      </a:lnTo>
                      <a:cubicBezTo>
                        <a:pt x="47104" y="15106"/>
                        <a:pt x="41906" y="7472"/>
                        <a:pt x="29237" y="7472"/>
                      </a:cubicBezTo>
                      <a:cubicBezTo>
                        <a:pt x="19166" y="7472"/>
                        <a:pt x="8609" y="16568"/>
                        <a:pt x="8609" y="32810"/>
                      </a:cubicBezTo>
                      <a:lnTo>
                        <a:pt x="8609" y="77316"/>
                      </a:lnTo>
                      <a:lnTo>
                        <a:pt x="0" y="77316"/>
                      </a:lnTo>
                      <a:lnTo>
                        <a:pt x="0" y="2436"/>
                      </a:lnTo>
                      <a:lnTo>
                        <a:pt x="9258" y="2436"/>
                      </a:lnTo>
                      <a:lnTo>
                        <a:pt x="8771" y="13806"/>
                      </a:lnTo>
                      <a:cubicBezTo>
                        <a:pt x="12669" y="5847"/>
                        <a:pt x="21440" y="0"/>
                        <a:pt x="31836" y="0"/>
                      </a:cubicBezTo>
                      <a:cubicBezTo>
                        <a:pt x="42718" y="0"/>
                        <a:pt x="50028" y="4223"/>
                        <a:pt x="53926" y="15431"/>
                      </a:cubicBezTo>
                      <a:cubicBezTo>
                        <a:pt x="57824" y="6010"/>
                        <a:pt x="66433" y="0"/>
                        <a:pt x="76828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0" name="자유형: 도형 179">
                  <a:extLst>
                    <a:ext uri="{FF2B5EF4-FFF2-40B4-BE49-F238E27FC236}">
                      <a16:creationId xmlns:a16="http://schemas.microsoft.com/office/drawing/2014/main" id="{89704017-B358-ACE0-501A-4432589C0152}"/>
                    </a:ext>
                  </a:extLst>
                </p:cNvPr>
                <p:cNvSpPr/>
                <p:nvPr/>
              </p:nvSpPr>
              <p:spPr>
                <a:xfrm>
                  <a:off x="3825161" y="2732019"/>
                  <a:ext cx="66595" cy="78939"/>
                </a:xfrm>
                <a:custGeom>
                  <a:avLst/>
                  <a:gdLst>
                    <a:gd name="connsiteX0" fmla="*/ 63834 w 66595"/>
                    <a:gd name="connsiteY0" fmla="*/ 41257 h 78939"/>
                    <a:gd name="connsiteX1" fmla="*/ 8934 w 66595"/>
                    <a:gd name="connsiteY1" fmla="*/ 41257 h 78939"/>
                    <a:gd name="connsiteX2" fmla="*/ 34922 w 66595"/>
                    <a:gd name="connsiteY2" fmla="*/ 71468 h 78939"/>
                    <a:gd name="connsiteX3" fmla="*/ 56200 w 66595"/>
                    <a:gd name="connsiteY3" fmla="*/ 53276 h 78939"/>
                    <a:gd name="connsiteX4" fmla="*/ 65621 w 66595"/>
                    <a:gd name="connsiteY4" fmla="*/ 53276 h 78939"/>
                    <a:gd name="connsiteX5" fmla="*/ 32323 w 66595"/>
                    <a:gd name="connsiteY5" fmla="*/ 78940 h 78939"/>
                    <a:gd name="connsiteX6" fmla="*/ 0 w 66595"/>
                    <a:gd name="connsiteY6" fmla="*/ 39470 h 78939"/>
                    <a:gd name="connsiteX7" fmla="*/ 32973 w 66595"/>
                    <a:gd name="connsiteY7" fmla="*/ 0 h 78939"/>
                    <a:gd name="connsiteX8" fmla="*/ 66595 w 66595"/>
                    <a:gd name="connsiteY8" fmla="*/ 38008 h 78939"/>
                    <a:gd name="connsiteX9" fmla="*/ 63834 w 66595"/>
                    <a:gd name="connsiteY9" fmla="*/ 41094 h 78939"/>
                    <a:gd name="connsiteX10" fmla="*/ 57662 w 66595"/>
                    <a:gd name="connsiteY10" fmla="*/ 33785 h 78939"/>
                    <a:gd name="connsiteX11" fmla="*/ 32973 w 66595"/>
                    <a:gd name="connsiteY11" fmla="*/ 7634 h 78939"/>
                    <a:gd name="connsiteX12" fmla="*/ 9096 w 66595"/>
                    <a:gd name="connsiteY12" fmla="*/ 33785 h 78939"/>
                    <a:gd name="connsiteX13" fmla="*/ 57662 w 66595"/>
                    <a:gd name="connsiteY13" fmla="*/ 33785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6595" h="78939">
                      <a:moveTo>
                        <a:pt x="63834" y="41257"/>
                      </a:moveTo>
                      <a:lnTo>
                        <a:pt x="8934" y="41257"/>
                      </a:lnTo>
                      <a:cubicBezTo>
                        <a:pt x="8934" y="58312"/>
                        <a:pt x="17055" y="71468"/>
                        <a:pt x="34922" y="71468"/>
                      </a:cubicBezTo>
                      <a:cubicBezTo>
                        <a:pt x="45155" y="71468"/>
                        <a:pt x="53439" y="63834"/>
                        <a:pt x="56200" y="53276"/>
                      </a:cubicBezTo>
                      <a:lnTo>
                        <a:pt x="65621" y="53276"/>
                      </a:lnTo>
                      <a:cubicBezTo>
                        <a:pt x="61235" y="71143"/>
                        <a:pt x="50190" y="78940"/>
                        <a:pt x="32323" y="78940"/>
                      </a:cubicBezTo>
                      <a:cubicBezTo>
                        <a:pt x="10071" y="78940"/>
                        <a:pt x="0" y="60586"/>
                        <a:pt x="0" y="39470"/>
                      </a:cubicBezTo>
                      <a:cubicBezTo>
                        <a:pt x="0" y="18354"/>
                        <a:pt x="10883" y="0"/>
                        <a:pt x="32973" y="0"/>
                      </a:cubicBezTo>
                      <a:cubicBezTo>
                        <a:pt x="56687" y="0"/>
                        <a:pt x="66271" y="15755"/>
                        <a:pt x="66595" y="38008"/>
                      </a:cubicBezTo>
                      <a:cubicBezTo>
                        <a:pt x="66595" y="40120"/>
                        <a:pt x="65783" y="41094"/>
                        <a:pt x="63834" y="41094"/>
                      </a:cubicBezTo>
                      <a:close/>
                      <a:moveTo>
                        <a:pt x="57662" y="33785"/>
                      </a:moveTo>
                      <a:cubicBezTo>
                        <a:pt x="56850" y="18192"/>
                        <a:pt x="48079" y="7634"/>
                        <a:pt x="32973" y="7634"/>
                      </a:cubicBezTo>
                      <a:cubicBezTo>
                        <a:pt x="19004" y="7634"/>
                        <a:pt x="10395" y="19491"/>
                        <a:pt x="9096" y="33785"/>
                      </a:cubicBezTo>
                      <a:lnTo>
                        <a:pt x="57662" y="3378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1" name="자유형: 도형 180">
                  <a:extLst>
                    <a:ext uri="{FF2B5EF4-FFF2-40B4-BE49-F238E27FC236}">
                      <a16:creationId xmlns:a16="http://schemas.microsoft.com/office/drawing/2014/main" id="{C47FCAED-BFA4-D8BE-B73D-6B1568AA3964}"/>
                    </a:ext>
                  </a:extLst>
                </p:cNvPr>
                <p:cNvSpPr/>
                <p:nvPr/>
              </p:nvSpPr>
              <p:spPr>
                <a:xfrm>
                  <a:off x="3907349" y="2731856"/>
                  <a:ext cx="58473" cy="79102"/>
                </a:xfrm>
                <a:custGeom>
                  <a:avLst/>
                  <a:gdLst>
                    <a:gd name="connsiteX0" fmla="*/ 28912 w 58473"/>
                    <a:gd name="connsiteY0" fmla="*/ 325 h 79102"/>
                    <a:gd name="connsiteX1" fmla="*/ 55713 w 58473"/>
                    <a:gd name="connsiteY1" fmla="*/ 20628 h 79102"/>
                    <a:gd name="connsiteX2" fmla="*/ 46454 w 58473"/>
                    <a:gd name="connsiteY2" fmla="*/ 20628 h 79102"/>
                    <a:gd name="connsiteX3" fmla="*/ 28262 w 58473"/>
                    <a:gd name="connsiteY3" fmla="*/ 7797 h 79102"/>
                    <a:gd name="connsiteX4" fmla="*/ 11370 w 58473"/>
                    <a:gd name="connsiteY4" fmla="*/ 20628 h 79102"/>
                    <a:gd name="connsiteX5" fmla="*/ 44668 w 58473"/>
                    <a:gd name="connsiteY5" fmla="*/ 37846 h 79102"/>
                    <a:gd name="connsiteX6" fmla="*/ 58474 w 58473"/>
                    <a:gd name="connsiteY6" fmla="*/ 54901 h 79102"/>
                    <a:gd name="connsiteX7" fmla="*/ 27450 w 58473"/>
                    <a:gd name="connsiteY7" fmla="*/ 79102 h 79102"/>
                    <a:gd name="connsiteX8" fmla="*/ 0 w 58473"/>
                    <a:gd name="connsiteY8" fmla="*/ 57012 h 79102"/>
                    <a:gd name="connsiteX9" fmla="*/ 9258 w 58473"/>
                    <a:gd name="connsiteY9" fmla="*/ 57012 h 79102"/>
                    <a:gd name="connsiteX10" fmla="*/ 29562 w 58473"/>
                    <a:gd name="connsiteY10" fmla="*/ 71468 h 79102"/>
                    <a:gd name="connsiteX11" fmla="*/ 49378 w 58473"/>
                    <a:gd name="connsiteY11" fmla="*/ 56038 h 79102"/>
                    <a:gd name="connsiteX12" fmla="*/ 25501 w 58473"/>
                    <a:gd name="connsiteY12" fmla="*/ 40607 h 79102"/>
                    <a:gd name="connsiteX13" fmla="*/ 2761 w 58473"/>
                    <a:gd name="connsiteY13" fmla="*/ 20791 h 79102"/>
                    <a:gd name="connsiteX14" fmla="*/ 29074 w 58473"/>
                    <a:gd name="connsiteY14" fmla="*/ 0 h 791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473" h="79102">
                      <a:moveTo>
                        <a:pt x="28912" y="325"/>
                      </a:moveTo>
                      <a:cubicBezTo>
                        <a:pt x="42881" y="325"/>
                        <a:pt x="54251" y="5198"/>
                        <a:pt x="55713" y="20628"/>
                      </a:cubicBezTo>
                      <a:lnTo>
                        <a:pt x="46454" y="20628"/>
                      </a:lnTo>
                      <a:cubicBezTo>
                        <a:pt x="45804" y="10883"/>
                        <a:pt x="37196" y="7797"/>
                        <a:pt x="28262" y="7797"/>
                      </a:cubicBezTo>
                      <a:cubicBezTo>
                        <a:pt x="20141" y="7797"/>
                        <a:pt x="11370" y="11045"/>
                        <a:pt x="11370" y="20628"/>
                      </a:cubicBezTo>
                      <a:cubicBezTo>
                        <a:pt x="11370" y="32810"/>
                        <a:pt x="25014" y="30374"/>
                        <a:pt x="44668" y="37846"/>
                      </a:cubicBezTo>
                      <a:cubicBezTo>
                        <a:pt x="54900" y="41094"/>
                        <a:pt x="58474" y="46617"/>
                        <a:pt x="58474" y="54901"/>
                      </a:cubicBezTo>
                      <a:cubicBezTo>
                        <a:pt x="58474" y="71955"/>
                        <a:pt x="44505" y="79102"/>
                        <a:pt x="27450" y="79102"/>
                      </a:cubicBezTo>
                      <a:cubicBezTo>
                        <a:pt x="14943" y="79102"/>
                        <a:pt x="650" y="73417"/>
                        <a:pt x="0" y="57012"/>
                      </a:cubicBezTo>
                      <a:lnTo>
                        <a:pt x="9258" y="57012"/>
                      </a:lnTo>
                      <a:cubicBezTo>
                        <a:pt x="9908" y="68545"/>
                        <a:pt x="19979" y="71468"/>
                        <a:pt x="29562" y="71468"/>
                      </a:cubicBezTo>
                      <a:cubicBezTo>
                        <a:pt x="39145" y="71468"/>
                        <a:pt x="49540" y="67245"/>
                        <a:pt x="49378" y="56038"/>
                      </a:cubicBezTo>
                      <a:cubicBezTo>
                        <a:pt x="49378" y="44343"/>
                        <a:pt x="37034" y="43368"/>
                        <a:pt x="25501" y="40607"/>
                      </a:cubicBezTo>
                      <a:cubicBezTo>
                        <a:pt x="13806" y="37846"/>
                        <a:pt x="2761" y="35247"/>
                        <a:pt x="2761" y="20791"/>
                      </a:cubicBezTo>
                      <a:cubicBezTo>
                        <a:pt x="2761" y="5360"/>
                        <a:pt x="16405" y="0"/>
                        <a:pt x="29074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2" name="자유형: 도형 181">
                  <a:extLst>
                    <a:ext uri="{FF2B5EF4-FFF2-40B4-BE49-F238E27FC236}">
                      <a16:creationId xmlns:a16="http://schemas.microsoft.com/office/drawing/2014/main" id="{C4BC8249-2D50-239D-CD56-3B1B5B665B2E}"/>
                    </a:ext>
                  </a:extLst>
                </p:cNvPr>
                <p:cNvSpPr/>
                <p:nvPr/>
              </p:nvSpPr>
              <p:spPr>
                <a:xfrm>
                  <a:off x="2174570" y="2948697"/>
                  <a:ext cx="58473" cy="78939"/>
                </a:xfrm>
                <a:custGeom>
                  <a:avLst/>
                  <a:gdLst>
                    <a:gd name="connsiteX0" fmla="*/ 28912 w 58473"/>
                    <a:gd name="connsiteY0" fmla="*/ 0 h 78939"/>
                    <a:gd name="connsiteX1" fmla="*/ 55713 w 58473"/>
                    <a:gd name="connsiteY1" fmla="*/ 20303 h 78939"/>
                    <a:gd name="connsiteX2" fmla="*/ 46454 w 58473"/>
                    <a:gd name="connsiteY2" fmla="*/ 20303 h 78939"/>
                    <a:gd name="connsiteX3" fmla="*/ 28262 w 58473"/>
                    <a:gd name="connsiteY3" fmla="*/ 7472 h 78939"/>
                    <a:gd name="connsiteX4" fmla="*/ 11370 w 58473"/>
                    <a:gd name="connsiteY4" fmla="*/ 20303 h 78939"/>
                    <a:gd name="connsiteX5" fmla="*/ 44668 w 58473"/>
                    <a:gd name="connsiteY5" fmla="*/ 37521 h 78939"/>
                    <a:gd name="connsiteX6" fmla="*/ 58474 w 58473"/>
                    <a:gd name="connsiteY6" fmla="*/ 54576 h 78939"/>
                    <a:gd name="connsiteX7" fmla="*/ 27450 w 58473"/>
                    <a:gd name="connsiteY7" fmla="*/ 78940 h 78939"/>
                    <a:gd name="connsiteX8" fmla="*/ 0 w 58473"/>
                    <a:gd name="connsiteY8" fmla="*/ 56850 h 78939"/>
                    <a:gd name="connsiteX9" fmla="*/ 9258 w 58473"/>
                    <a:gd name="connsiteY9" fmla="*/ 56850 h 78939"/>
                    <a:gd name="connsiteX10" fmla="*/ 29562 w 58473"/>
                    <a:gd name="connsiteY10" fmla="*/ 71306 h 78939"/>
                    <a:gd name="connsiteX11" fmla="*/ 49378 w 58473"/>
                    <a:gd name="connsiteY11" fmla="*/ 55875 h 78939"/>
                    <a:gd name="connsiteX12" fmla="*/ 25501 w 58473"/>
                    <a:gd name="connsiteY12" fmla="*/ 40444 h 78939"/>
                    <a:gd name="connsiteX13" fmla="*/ 2599 w 58473"/>
                    <a:gd name="connsiteY13" fmla="*/ 20791 h 78939"/>
                    <a:gd name="connsiteX14" fmla="*/ 28912 w 58473"/>
                    <a:gd name="connsiteY14" fmla="*/ 0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473" h="78939">
                      <a:moveTo>
                        <a:pt x="28912" y="0"/>
                      </a:moveTo>
                      <a:cubicBezTo>
                        <a:pt x="42881" y="0"/>
                        <a:pt x="54251" y="4873"/>
                        <a:pt x="55713" y="20303"/>
                      </a:cubicBezTo>
                      <a:lnTo>
                        <a:pt x="46454" y="20303"/>
                      </a:lnTo>
                      <a:cubicBezTo>
                        <a:pt x="45805" y="10558"/>
                        <a:pt x="37196" y="7472"/>
                        <a:pt x="28262" y="7472"/>
                      </a:cubicBezTo>
                      <a:cubicBezTo>
                        <a:pt x="20141" y="7472"/>
                        <a:pt x="11370" y="10720"/>
                        <a:pt x="11370" y="20303"/>
                      </a:cubicBezTo>
                      <a:cubicBezTo>
                        <a:pt x="11370" y="32486"/>
                        <a:pt x="25014" y="30049"/>
                        <a:pt x="44668" y="37521"/>
                      </a:cubicBezTo>
                      <a:cubicBezTo>
                        <a:pt x="54901" y="40769"/>
                        <a:pt x="58474" y="46292"/>
                        <a:pt x="58474" y="54576"/>
                      </a:cubicBezTo>
                      <a:cubicBezTo>
                        <a:pt x="58474" y="71631"/>
                        <a:pt x="44505" y="78940"/>
                        <a:pt x="27450" y="78940"/>
                      </a:cubicBezTo>
                      <a:cubicBezTo>
                        <a:pt x="14943" y="78940"/>
                        <a:pt x="650" y="73255"/>
                        <a:pt x="0" y="56850"/>
                      </a:cubicBezTo>
                      <a:lnTo>
                        <a:pt x="9258" y="56850"/>
                      </a:lnTo>
                      <a:cubicBezTo>
                        <a:pt x="9908" y="68382"/>
                        <a:pt x="19979" y="71306"/>
                        <a:pt x="29562" y="71306"/>
                      </a:cubicBezTo>
                      <a:cubicBezTo>
                        <a:pt x="39145" y="71306"/>
                        <a:pt x="49541" y="67083"/>
                        <a:pt x="49378" y="55875"/>
                      </a:cubicBezTo>
                      <a:cubicBezTo>
                        <a:pt x="49378" y="44180"/>
                        <a:pt x="37034" y="43206"/>
                        <a:pt x="25501" y="40444"/>
                      </a:cubicBezTo>
                      <a:cubicBezTo>
                        <a:pt x="13806" y="37683"/>
                        <a:pt x="2599" y="35084"/>
                        <a:pt x="2599" y="20791"/>
                      </a:cubicBezTo>
                      <a:cubicBezTo>
                        <a:pt x="2599" y="5198"/>
                        <a:pt x="16243" y="0"/>
                        <a:pt x="28912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3" name="자유형: 도형 182">
                  <a:extLst>
                    <a:ext uri="{FF2B5EF4-FFF2-40B4-BE49-F238E27FC236}">
                      <a16:creationId xmlns:a16="http://schemas.microsoft.com/office/drawing/2014/main" id="{E06F422D-0D12-E145-11A5-2B50E90C6137}"/>
                    </a:ext>
                  </a:extLst>
                </p:cNvPr>
                <p:cNvSpPr/>
                <p:nvPr/>
              </p:nvSpPr>
              <p:spPr>
                <a:xfrm>
                  <a:off x="2246850" y="2948697"/>
                  <a:ext cx="58149" cy="78939"/>
                </a:xfrm>
                <a:custGeom>
                  <a:avLst/>
                  <a:gdLst>
                    <a:gd name="connsiteX0" fmla="*/ 48728 w 58149"/>
                    <a:gd name="connsiteY0" fmla="*/ 24851 h 78939"/>
                    <a:gd name="connsiteX1" fmla="*/ 30536 w 58149"/>
                    <a:gd name="connsiteY1" fmla="*/ 7472 h 78939"/>
                    <a:gd name="connsiteX2" fmla="*/ 12832 w 58149"/>
                    <a:gd name="connsiteY2" fmla="*/ 21116 h 78939"/>
                    <a:gd name="connsiteX3" fmla="*/ 2761 w 58149"/>
                    <a:gd name="connsiteY3" fmla="*/ 21116 h 78939"/>
                    <a:gd name="connsiteX4" fmla="*/ 30699 w 58149"/>
                    <a:gd name="connsiteY4" fmla="*/ 0 h 78939"/>
                    <a:gd name="connsiteX5" fmla="*/ 57175 w 58149"/>
                    <a:gd name="connsiteY5" fmla="*/ 25339 h 78939"/>
                    <a:gd name="connsiteX6" fmla="*/ 57175 w 58149"/>
                    <a:gd name="connsiteY6" fmla="*/ 66108 h 78939"/>
                    <a:gd name="connsiteX7" fmla="*/ 58149 w 58149"/>
                    <a:gd name="connsiteY7" fmla="*/ 77153 h 78939"/>
                    <a:gd name="connsiteX8" fmla="*/ 49053 w 58149"/>
                    <a:gd name="connsiteY8" fmla="*/ 77153 h 78939"/>
                    <a:gd name="connsiteX9" fmla="*/ 48404 w 58149"/>
                    <a:gd name="connsiteY9" fmla="*/ 67083 h 78939"/>
                    <a:gd name="connsiteX10" fmla="*/ 24527 w 58149"/>
                    <a:gd name="connsiteY10" fmla="*/ 78940 h 78939"/>
                    <a:gd name="connsiteX11" fmla="*/ 0 w 58149"/>
                    <a:gd name="connsiteY11" fmla="*/ 56525 h 78939"/>
                    <a:gd name="connsiteX12" fmla="*/ 14619 w 58149"/>
                    <a:gd name="connsiteY12" fmla="*/ 35084 h 78939"/>
                    <a:gd name="connsiteX13" fmla="*/ 48728 w 58149"/>
                    <a:gd name="connsiteY13" fmla="*/ 31511 h 78939"/>
                    <a:gd name="connsiteX14" fmla="*/ 48728 w 58149"/>
                    <a:gd name="connsiteY14" fmla="*/ 24851 h 78939"/>
                    <a:gd name="connsiteX15" fmla="*/ 26313 w 58149"/>
                    <a:gd name="connsiteY15" fmla="*/ 71306 h 78939"/>
                    <a:gd name="connsiteX16" fmla="*/ 49053 w 58149"/>
                    <a:gd name="connsiteY16" fmla="*/ 38495 h 78939"/>
                    <a:gd name="connsiteX17" fmla="*/ 8771 w 58149"/>
                    <a:gd name="connsiteY17" fmla="*/ 56687 h 78939"/>
                    <a:gd name="connsiteX18" fmla="*/ 26151 w 58149"/>
                    <a:gd name="connsiteY18" fmla="*/ 71306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8149" h="78939">
                      <a:moveTo>
                        <a:pt x="48728" y="24851"/>
                      </a:moveTo>
                      <a:cubicBezTo>
                        <a:pt x="47916" y="11695"/>
                        <a:pt x="40769" y="7472"/>
                        <a:pt x="30536" y="7472"/>
                      </a:cubicBezTo>
                      <a:cubicBezTo>
                        <a:pt x="21441" y="7472"/>
                        <a:pt x="13644" y="10558"/>
                        <a:pt x="12832" y="21116"/>
                      </a:cubicBezTo>
                      <a:lnTo>
                        <a:pt x="2761" y="21116"/>
                      </a:lnTo>
                      <a:cubicBezTo>
                        <a:pt x="3573" y="6660"/>
                        <a:pt x="16568" y="0"/>
                        <a:pt x="30699" y="0"/>
                      </a:cubicBezTo>
                      <a:cubicBezTo>
                        <a:pt x="47429" y="0"/>
                        <a:pt x="57499" y="7634"/>
                        <a:pt x="57175" y="25339"/>
                      </a:cubicBezTo>
                      <a:lnTo>
                        <a:pt x="57175" y="66108"/>
                      </a:lnTo>
                      <a:cubicBezTo>
                        <a:pt x="57175" y="69682"/>
                        <a:pt x="57662" y="75529"/>
                        <a:pt x="58149" y="77153"/>
                      </a:cubicBezTo>
                      <a:lnTo>
                        <a:pt x="49053" y="77153"/>
                      </a:lnTo>
                      <a:lnTo>
                        <a:pt x="48404" y="67083"/>
                      </a:lnTo>
                      <a:cubicBezTo>
                        <a:pt x="45155" y="73742"/>
                        <a:pt x="35247" y="78940"/>
                        <a:pt x="24527" y="78940"/>
                      </a:cubicBezTo>
                      <a:cubicBezTo>
                        <a:pt x="10233" y="78940"/>
                        <a:pt x="0" y="71793"/>
                        <a:pt x="0" y="56525"/>
                      </a:cubicBezTo>
                      <a:cubicBezTo>
                        <a:pt x="0" y="46129"/>
                        <a:pt x="5360" y="38820"/>
                        <a:pt x="14619" y="35084"/>
                      </a:cubicBezTo>
                      <a:cubicBezTo>
                        <a:pt x="24364" y="30536"/>
                        <a:pt x="38171" y="31511"/>
                        <a:pt x="48728" y="31511"/>
                      </a:cubicBezTo>
                      <a:lnTo>
                        <a:pt x="48728" y="24851"/>
                      </a:lnTo>
                      <a:close/>
                      <a:moveTo>
                        <a:pt x="26313" y="71306"/>
                      </a:moveTo>
                      <a:cubicBezTo>
                        <a:pt x="44505" y="71306"/>
                        <a:pt x="49053" y="55388"/>
                        <a:pt x="49053" y="38495"/>
                      </a:cubicBezTo>
                      <a:cubicBezTo>
                        <a:pt x="34922" y="38495"/>
                        <a:pt x="8771" y="36546"/>
                        <a:pt x="8771" y="56687"/>
                      </a:cubicBezTo>
                      <a:cubicBezTo>
                        <a:pt x="8771" y="67570"/>
                        <a:pt x="17380" y="71306"/>
                        <a:pt x="26151" y="7130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4" name="자유형: 도형 183">
                  <a:extLst>
                    <a:ext uri="{FF2B5EF4-FFF2-40B4-BE49-F238E27FC236}">
                      <a16:creationId xmlns:a16="http://schemas.microsoft.com/office/drawing/2014/main" id="{8E868523-BC3F-BB0E-E812-4A40071F4996}"/>
                    </a:ext>
                  </a:extLst>
                </p:cNvPr>
                <p:cNvSpPr/>
                <p:nvPr/>
              </p:nvSpPr>
              <p:spPr>
                <a:xfrm>
                  <a:off x="2328227" y="2914425"/>
                  <a:ext cx="8933" cy="111425"/>
                </a:xfrm>
                <a:custGeom>
                  <a:avLst/>
                  <a:gdLst>
                    <a:gd name="connsiteX0" fmla="*/ 8934 w 8933"/>
                    <a:gd name="connsiteY0" fmla="*/ 111425 h 111425"/>
                    <a:gd name="connsiteX1" fmla="*/ 0 w 8933"/>
                    <a:gd name="connsiteY1" fmla="*/ 111425 h 111425"/>
                    <a:gd name="connsiteX2" fmla="*/ 0 w 8933"/>
                    <a:gd name="connsiteY2" fmla="*/ 0 h 111425"/>
                    <a:gd name="connsiteX3" fmla="*/ 8934 w 8933"/>
                    <a:gd name="connsiteY3" fmla="*/ 0 h 111425"/>
                    <a:gd name="connsiteX4" fmla="*/ 8934 w 8933"/>
                    <a:gd name="connsiteY4" fmla="*/ 111425 h 111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33" h="111425">
                      <a:moveTo>
                        <a:pt x="8934" y="111425"/>
                      </a:moveTo>
                      <a:lnTo>
                        <a:pt x="0" y="111425"/>
                      </a:lnTo>
                      <a:lnTo>
                        <a:pt x="0" y="0"/>
                      </a:lnTo>
                      <a:lnTo>
                        <a:pt x="8934" y="0"/>
                      </a:lnTo>
                      <a:lnTo>
                        <a:pt x="8934" y="11142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5" name="자유형: 도형 184">
                  <a:extLst>
                    <a:ext uri="{FF2B5EF4-FFF2-40B4-BE49-F238E27FC236}">
                      <a16:creationId xmlns:a16="http://schemas.microsoft.com/office/drawing/2014/main" id="{F9CDDF58-FE51-900C-7F9F-5802271AADD5}"/>
                    </a:ext>
                  </a:extLst>
                </p:cNvPr>
                <p:cNvSpPr/>
                <p:nvPr/>
              </p:nvSpPr>
              <p:spPr>
                <a:xfrm>
                  <a:off x="2352753" y="2948372"/>
                  <a:ext cx="66595" cy="78939"/>
                </a:xfrm>
                <a:custGeom>
                  <a:avLst/>
                  <a:gdLst>
                    <a:gd name="connsiteX0" fmla="*/ 63834 w 66595"/>
                    <a:gd name="connsiteY0" fmla="*/ 41257 h 78939"/>
                    <a:gd name="connsiteX1" fmla="*/ 8934 w 66595"/>
                    <a:gd name="connsiteY1" fmla="*/ 41257 h 78939"/>
                    <a:gd name="connsiteX2" fmla="*/ 34922 w 66595"/>
                    <a:gd name="connsiteY2" fmla="*/ 71468 h 78939"/>
                    <a:gd name="connsiteX3" fmla="*/ 56200 w 66595"/>
                    <a:gd name="connsiteY3" fmla="*/ 53276 h 78939"/>
                    <a:gd name="connsiteX4" fmla="*/ 65621 w 66595"/>
                    <a:gd name="connsiteY4" fmla="*/ 53276 h 78939"/>
                    <a:gd name="connsiteX5" fmla="*/ 32323 w 66595"/>
                    <a:gd name="connsiteY5" fmla="*/ 78940 h 78939"/>
                    <a:gd name="connsiteX6" fmla="*/ 0 w 66595"/>
                    <a:gd name="connsiteY6" fmla="*/ 39470 h 78939"/>
                    <a:gd name="connsiteX7" fmla="*/ 32973 w 66595"/>
                    <a:gd name="connsiteY7" fmla="*/ 0 h 78939"/>
                    <a:gd name="connsiteX8" fmla="*/ 66595 w 66595"/>
                    <a:gd name="connsiteY8" fmla="*/ 38008 h 78939"/>
                    <a:gd name="connsiteX9" fmla="*/ 63834 w 66595"/>
                    <a:gd name="connsiteY9" fmla="*/ 41094 h 78939"/>
                    <a:gd name="connsiteX10" fmla="*/ 57662 w 66595"/>
                    <a:gd name="connsiteY10" fmla="*/ 33785 h 78939"/>
                    <a:gd name="connsiteX11" fmla="*/ 32973 w 66595"/>
                    <a:gd name="connsiteY11" fmla="*/ 7634 h 78939"/>
                    <a:gd name="connsiteX12" fmla="*/ 9096 w 66595"/>
                    <a:gd name="connsiteY12" fmla="*/ 33785 h 78939"/>
                    <a:gd name="connsiteX13" fmla="*/ 57662 w 66595"/>
                    <a:gd name="connsiteY13" fmla="*/ 33785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6595" h="78939">
                      <a:moveTo>
                        <a:pt x="63834" y="41257"/>
                      </a:moveTo>
                      <a:lnTo>
                        <a:pt x="8934" y="41257"/>
                      </a:lnTo>
                      <a:cubicBezTo>
                        <a:pt x="8934" y="58312"/>
                        <a:pt x="17055" y="71468"/>
                        <a:pt x="34922" y="71468"/>
                      </a:cubicBezTo>
                      <a:cubicBezTo>
                        <a:pt x="45155" y="71468"/>
                        <a:pt x="53439" y="63834"/>
                        <a:pt x="56200" y="53276"/>
                      </a:cubicBezTo>
                      <a:lnTo>
                        <a:pt x="65621" y="53276"/>
                      </a:lnTo>
                      <a:cubicBezTo>
                        <a:pt x="61235" y="71143"/>
                        <a:pt x="50190" y="78940"/>
                        <a:pt x="32323" y="78940"/>
                      </a:cubicBezTo>
                      <a:cubicBezTo>
                        <a:pt x="10071" y="78940"/>
                        <a:pt x="0" y="60586"/>
                        <a:pt x="0" y="39470"/>
                      </a:cubicBezTo>
                      <a:cubicBezTo>
                        <a:pt x="0" y="18354"/>
                        <a:pt x="10883" y="0"/>
                        <a:pt x="32973" y="0"/>
                      </a:cubicBezTo>
                      <a:cubicBezTo>
                        <a:pt x="56687" y="0"/>
                        <a:pt x="66271" y="15756"/>
                        <a:pt x="66595" y="38008"/>
                      </a:cubicBezTo>
                      <a:cubicBezTo>
                        <a:pt x="66595" y="40120"/>
                        <a:pt x="65783" y="41094"/>
                        <a:pt x="63834" y="41094"/>
                      </a:cubicBezTo>
                      <a:close/>
                      <a:moveTo>
                        <a:pt x="57662" y="33785"/>
                      </a:moveTo>
                      <a:cubicBezTo>
                        <a:pt x="56850" y="18192"/>
                        <a:pt x="48079" y="7634"/>
                        <a:pt x="32973" y="7634"/>
                      </a:cubicBezTo>
                      <a:cubicBezTo>
                        <a:pt x="19004" y="7634"/>
                        <a:pt x="10395" y="19491"/>
                        <a:pt x="9096" y="33785"/>
                      </a:cubicBezTo>
                      <a:lnTo>
                        <a:pt x="57662" y="3378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6" name="자유형: 도형 185">
                  <a:extLst>
                    <a:ext uri="{FF2B5EF4-FFF2-40B4-BE49-F238E27FC236}">
                      <a16:creationId xmlns:a16="http://schemas.microsoft.com/office/drawing/2014/main" id="{8655A3B4-6FE2-E2A4-6C30-078373EF5472}"/>
                    </a:ext>
                  </a:extLst>
                </p:cNvPr>
                <p:cNvSpPr/>
                <p:nvPr/>
              </p:nvSpPr>
              <p:spPr>
                <a:xfrm>
                  <a:off x="2434942" y="2948697"/>
                  <a:ext cx="58473" cy="78939"/>
                </a:xfrm>
                <a:custGeom>
                  <a:avLst/>
                  <a:gdLst>
                    <a:gd name="connsiteX0" fmla="*/ 28912 w 58473"/>
                    <a:gd name="connsiteY0" fmla="*/ 0 h 78939"/>
                    <a:gd name="connsiteX1" fmla="*/ 55713 w 58473"/>
                    <a:gd name="connsiteY1" fmla="*/ 20303 h 78939"/>
                    <a:gd name="connsiteX2" fmla="*/ 46454 w 58473"/>
                    <a:gd name="connsiteY2" fmla="*/ 20303 h 78939"/>
                    <a:gd name="connsiteX3" fmla="*/ 28263 w 58473"/>
                    <a:gd name="connsiteY3" fmla="*/ 7472 h 78939"/>
                    <a:gd name="connsiteX4" fmla="*/ 11370 w 58473"/>
                    <a:gd name="connsiteY4" fmla="*/ 20303 h 78939"/>
                    <a:gd name="connsiteX5" fmla="*/ 44668 w 58473"/>
                    <a:gd name="connsiteY5" fmla="*/ 37521 h 78939"/>
                    <a:gd name="connsiteX6" fmla="*/ 58474 w 58473"/>
                    <a:gd name="connsiteY6" fmla="*/ 54576 h 78939"/>
                    <a:gd name="connsiteX7" fmla="*/ 27450 w 58473"/>
                    <a:gd name="connsiteY7" fmla="*/ 78940 h 78939"/>
                    <a:gd name="connsiteX8" fmla="*/ 0 w 58473"/>
                    <a:gd name="connsiteY8" fmla="*/ 56850 h 78939"/>
                    <a:gd name="connsiteX9" fmla="*/ 9258 w 58473"/>
                    <a:gd name="connsiteY9" fmla="*/ 56850 h 78939"/>
                    <a:gd name="connsiteX10" fmla="*/ 29562 w 58473"/>
                    <a:gd name="connsiteY10" fmla="*/ 71306 h 78939"/>
                    <a:gd name="connsiteX11" fmla="*/ 49378 w 58473"/>
                    <a:gd name="connsiteY11" fmla="*/ 55875 h 78939"/>
                    <a:gd name="connsiteX12" fmla="*/ 25501 w 58473"/>
                    <a:gd name="connsiteY12" fmla="*/ 40444 h 78939"/>
                    <a:gd name="connsiteX13" fmla="*/ 2761 w 58473"/>
                    <a:gd name="connsiteY13" fmla="*/ 20791 h 78939"/>
                    <a:gd name="connsiteX14" fmla="*/ 29075 w 58473"/>
                    <a:gd name="connsiteY14" fmla="*/ 0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473" h="78939">
                      <a:moveTo>
                        <a:pt x="28912" y="0"/>
                      </a:moveTo>
                      <a:cubicBezTo>
                        <a:pt x="42881" y="0"/>
                        <a:pt x="54251" y="4873"/>
                        <a:pt x="55713" y="20303"/>
                      </a:cubicBezTo>
                      <a:lnTo>
                        <a:pt x="46454" y="20303"/>
                      </a:lnTo>
                      <a:cubicBezTo>
                        <a:pt x="45805" y="10558"/>
                        <a:pt x="37196" y="7472"/>
                        <a:pt x="28263" y="7472"/>
                      </a:cubicBezTo>
                      <a:cubicBezTo>
                        <a:pt x="20141" y="7472"/>
                        <a:pt x="11370" y="10720"/>
                        <a:pt x="11370" y="20303"/>
                      </a:cubicBezTo>
                      <a:cubicBezTo>
                        <a:pt x="11370" y="32486"/>
                        <a:pt x="25014" y="30049"/>
                        <a:pt x="44668" y="37521"/>
                      </a:cubicBezTo>
                      <a:cubicBezTo>
                        <a:pt x="54901" y="40769"/>
                        <a:pt x="58474" y="46292"/>
                        <a:pt x="58474" y="54576"/>
                      </a:cubicBezTo>
                      <a:cubicBezTo>
                        <a:pt x="58474" y="71631"/>
                        <a:pt x="44505" y="78940"/>
                        <a:pt x="27450" y="78940"/>
                      </a:cubicBezTo>
                      <a:cubicBezTo>
                        <a:pt x="14943" y="78940"/>
                        <a:pt x="650" y="73255"/>
                        <a:pt x="0" y="56850"/>
                      </a:cubicBezTo>
                      <a:lnTo>
                        <a:pt x="9258" y="56850"/>
                      </a:lnTo>
                      <a:cubicBezTo>
                        <a:pt x="9908" y="68382"/>
                        <a:pt x="19979" y="71306"/>
                        <a:pt x="29562" y="71306"/>
                      </a:cubicBezTo>
                      <a:cubicBezTo>
                        <a:pt x="39145" y="71306"/>
                        <a:pt x="49541" y="67083"/>
                        <a:pt x="49378" y="55875"/>
                      </a:cubicBezTo>
                      <a:cubicBezTo>
                        <a:pt x="49378" y="44180"/>
                        <a:pt x="37034" y="43206"/>
                        <a:pt x="25501" y="40444"/>
                      </a:cubicBezTo>
                      <a:cubicBezTo>
                        <a:pt x="13806" y="37683"/>
                        <a:pt x="2761" y="35084"/>
                        <a:pt x="2761" y="20791"/>
                      </a:cubicBezTo>
                      <a:cubicBezTo>
                        <a:pt x="2761" y="5198"/>
                        <a:pt x="16405" y="0"/>
                        <a:pt x="29075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7" name="자유형: 도형 186">
                  <a:extLst>
                    <a:ext uri="{FF2B5EF4-FFF2-40B4-BE49-F238E27FC236}">
                      <a16:creationId xmlns:a16="http://schemas.microsoft.com/office/drawing/2014/main" id="{F6BD2B18-FB71-B2E4-4731-5A94263F4CDC}"/>
                    </a:ext>
                  </a:extLst>
                </p:cNvPr>
                <p:cNvSpPr/>
                <p:nvPr/>
              </p:nvSpPr>
              <p:spPr>
                <a:xfrm>
                  <a:off x="2512915" y="2911339"/>
                  <a:ext cx="106251" cy="119221"/>
                </a:xfrm>
                <a:custGeom>
                  <a:avLst/>
                  <a:gdLst>
                    <a:gd name="connsiteX0" fmla="*/ 76496 w 106251"/>
                    <a:gd name="connsiteY0" fmla="*/ 30049 h 119221"/>
                    <a:gd name="connsiteX1" fmla="*/ 84130 w 106251"/>
                    <a:gd name="connsiteY1" fmla="*/ 30049 h 119221"/>
                    <a:gd name="connsiteX2" fmla="*/ 69836 w 106251"/>
                    <a:gd name="connsiteY2" fmla="*/ 75204 h 119221"/>
                    <a:gd name="connsiteX3" fmla="*/ 72597 w 106251"/>
                    <a:gd name="connsiteY3" fmla="*/ 87711 h 119221"/>
                    <a:gd name="connsiteX4" fmla="*/ 97774 w 106251"/>
                    <a:gd name="connsiteY4" fmla="*/ 49053 h 119221"/>
                    <a:gd name="connsiteX5" fmla="*/ 60903 w 106251"/>
                    <a:gd name="connsiteY5" fmla="*/ 6660 h 119221"/>
                    <a:gd name="connsiteX6" fmla="*/ 8763 w 106251"/>
                    <a:gd name="connsiteY6" fmla="*/ 63184 h 119221"/>
                    <a:gd name="connsiteX7" fmla="*/ 53756 w 106251"/>
                    <a:gd name="connsiteY7" fmla="*/ 112238 h 119221"/>
                    <a:gd name="connsiteX8" fmla="*/ 95987 w 106251"/>
                    <a:gd name="connsiteY8" fmla="*/ 89985 h 119221"/>
                    <a:gd name="connsiteX9" fmla="*/ 104596 w 106251"/>
                    <a:gd name="connsiteY9" fmla="*/ 89985 h 119221"/>
                    <a:gd name="connsiteX10" fmla="*/ 53756 w 106251"/>
                    <a:gd name="connsiteY10" fmla="*/ 119222 h 119221"/>
                    <a:gd name="connsiteX11" fmla="*/ 155 w 106251"/>
                    <a:gd name="connsiteY11" fmla="*/ 62047 h 119221"/>
                    <a:gd name="connsiteX12" fmla="*/ 60740 w 106251"/>
                    <a:gd name="connsiteY12" fmla="*/ 0 h 119221"/>
                    <a:gd name="connsiteX13" fmla="*/ 106057 w 106251"/>
                    <a:gd name="connsiteY13" fmla="*/ 49378 h 119221"/>
                    <a:gd name="connsiteX14" fmla="*/ 72760 w 106251"/>
                    <a:gd name="connsiteY14" fmla="*/ 94046 h 119221"/>
                    <a:gd name="connsiteX15" fmla="*/ 63339 w 106251"/>
                    <a:gd name="connsiteY15" fmla="*/ 80402 h 119221"/>
                    <a:gd name="connsiteX16" fmla="*/ 42223 w 106251"/>
                    <a:gd name="connsiteY16" fmla="*/ 93721 h 119221"/>
                    <a:gd name="connsiteX17" fmla="*/ 23219 w 106251"/>
                    <a:gd name="connsiteY17" fmla="*/ 71793 h 119221"/>
                    <a:gd name="connsiteX18" fmla="*/ 57329 w 106251"/>
                    <a:gd name="connsiteY18" fmla="*/ 27613 h 119221"/>
                    <a:gd name="connsiteX19" fmla="*/ 72597 w 106251"/>
                    <a:gd name="connsiteY19" fmla="*/ 41257 h 119221"/>
                    <a:gd name="connsiteX20" fmla="*/ 76658 w 106251"/>
                    <a:gd name="connsiteY20" fmla="*/ 30049 h 119221"/>
                    <a:gd name="connsiteX21" fmla="*/ 43523 w 106251"/>
                    <a:gd name="connsiteY21" fmla="*/ 86574 h 119221"/>
                    <a:gd name="connsiteX22" fmla="*/ 67887 w 106251"/>
                    <a:gd name="connsiteY22" fmla="*/ 48241 h 119221"/>
                    <a:gd name="connsiteX23" fmla="*/ 56679 w 106251"/>
                    <a:gd name="connsiteY23" fmla="*/ 34597 h 119221"/>
                    <a:gd name="connsiteX24" fmla="*/ 31503 w 106251"/>
                    <a:gd name="connsiteY24" fmla="*/ 71631 h 119221"/>
                    <a:gd name="connsiteX25" fmla="*/ 43523 w 106251"/>
                    <a:gd name="connsiteY25" fmla="*/ 86574 h 1192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06251" h="119221">
                      <a:moveTo>
                        <a:pt x="76496" y="30049"/>
                      </a:moveTo>
                      <a:lnTo>
                        <a:pt x="84130" y="30049"/>
                      </a:lnTo>
                      <a:lnTo>
                        <a:pt x="69836" y="75204"/>
                      </a:lnTo>
                      <a:cubicBezTo>
                        <a:pt x="67400" y="82026"/>
                        <a:pt x="67724" y="87711"/>
                        <a:pt x="72597" y="87711"/>
                      </a:cubicBezTo>
                      <a:cubicBezTo>
                        <a:pt x="85754" y="87711"/>
                        <a:pt x="96312" y="66920"/>
                        <a:pt x="97774" y="49053"/>
                      </a:cubicBezTo>
                      <a:cubicBezTo>
                        <a:pt x="99723" y="22740"/>
                        <a:pt x="85916" y="6660"/>
                        <a:pt x="60903" y="6660"/>
                      </a:cubicBezTo>
                      <a:cubicBezTo>
                        <a:pt x="31341" y="6660"/>
                        <a:pt x="10063" y="33785"/>
                        <a:pt x="8763" y="63184"/>
                      </a:cubicBezTo>
                      <a:cubicBezTo>
                        <a:pt x="7139" y="96807"/>
                        <a:pt x="21920" y="112238"/>
                        <a:pt x="53756" y="112238"/>
                      </a:cubicBezTo>
                      <a:cubicBezTo>
                        <a:pt x="70648" y="112238"/>
                        <a:pt x="88515" y="104279"/>
                        <a:pt x="95987" y="89985"/>
                      </a:cubicBezTo>
                      <a:lnTo>
                        <a:pt x="104596" y="89985"/>
                      </a:lnTo>
                      <a:cubicBezTo>
                        <a:pt x="96149" y="107365"/>
                        <a:pt x="78120" y="119222"/>
                        <a:pt x="53756" y="119222"/>
                      </a:cubicBezTo>
                      <a:cubicBezTo>
                        <a:pt x="14611" y="119222"/>
                        <a:pt x="-1795" y="100543"/>
                        <a:pt x="155" y="62047"/>
                      </a:cubicBezTo>
                      <a:cubicBezTo>
                        <a:pt x="1941" y="29237"/>
                        <a:pt x="26143" y="0"/>
                        <a:pt x="60740" y="0"/>
                      </a:cubicBezTo>
                      <a:cubicBezTo>
                        <a:pt x="93063" y="0"/>
                        <a:pt x="108169" y="19654"/>
                        <a:pt x="106057" y="49378"/>
                      </a:cubicBezTo>
                      <a:cubicBezTo>
                        <a:pt x="104108" y="74067"/>
                        <a:pt x="88515" y="94046"/>
                        <a:pt x="72760" y="94046"/>
                      </a:cubicBezTo>
                      <a:cubicBezTo>
                        <a:pt x="65450" y="94046"/>
                        <a:pt x="61715" y="90147"/>
                        <a:pt x="63339" y="80402"/>
                      </a:cubicBezTo>
                      <a:cubicBezTo>
                        <a:pt x="58304" y="89335"/>
                        <a:pt x="50994" y="93721"/>
                        <a:pt x="42223" y="93721"/>
                      </a:cubicBezTo>
                      <a:cubicBezTo>
                        <a:pt x="29392" y="93721"/>
                        <a:pt x="23219" y="84625"/>
                        <a:pt x="23219" y="71793"/>
                      </a:cubicBezTo>
                      <a:cubicBezTo>
                        <a:pt x="23219" y="51002"/>
                        <a:pt x="35076" y="27613"/>
                        <a:pt x="57329" y="27613"/>
                      </a:cubicBezTo>
                      <a:cubicBezTo>
                        <a:pt x="66587" y="27613"/>
                        <a:pt x="72760" y="32810"/>
                        <a:pt x="72597" y="41257"/>
                      </a:cubicBezTo>
                      <a:lnTo>
                        <a:pt x="76658" y="30049"/>
                      </a:lnTo>
                      <a:close/>
                      <a:moveTo>
                        <a:pt x="43523" y="86574"/>
                      </a:moveTo>
                      <a:cubicBezTo>
                        <a:pt x="58141" y="86574"/>
                        <a:pt x="67887" y="62535"/>
                        <a:pt x="67887" y="48241"/>
                      </a:cubicBezTo>
                      <a:cubicBezTo>
                        <a:pt x="67887" y="39632"/>
                        <a:pt x="63501" y="34597"/>
                        <a:pt x="56679" y="34597"/>
                      </a:cubicBezTo>
                      <a:cubicBezTo>
                        <a:pt x="40924" y="34597"/>
                        <a:pt x="31503" y="56850"/>
                        <a:pt x="31503" y="71631"/>
                      </a:cubicBezTo>
                      <a:cubicBezTo>
                        <a:pt x="31503" y="80564"/>
                        <a:pt x="35076" y="86574"/>
                        <a:pt x="43523" y="8657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8" name="자유형: 도형 187">
                  <a:extLst>
                    <a:ext uri="{FF2B5EF4-FFF2-40B4-BE49-F238E27FC236}">
                      <a16:creationId xmlns:a16="http://schemas.microsoft.com/office/drawing/2014/main" id="{BD2B871D-22A1-AFF3-3D28-B2A25EBED1F8}"/>
                    </a:ext>
                  </a:extLst>
                </p:cNvPr>
                <p:cNvSpPr/>
                <p:nvPr/>
              </p:nvSpPr>
              <p:spPr>
                <a:xfrm>
                  <a:off x="2637002" y="2948372"/>
                  <a:ext cx="62047" cy="78939"/>
                </a:xfrm>
                <a:custGeom>
                  <a:avLst/>
                  <a:gdLst>
                    <a:gd name="connsiteX0" fmla="*/ 53114 w 62047"/>
                    <a:gd name="connsiteY0" fmla="*/ 25501 h 78939"/>
                    <a:gd name="connsiteX1" fmla="*/ 31998 w 62047"/>
                    <a:gd name="connsiteY1" fmla="*/ 7797 h 78939"/>
                    <a:gd name="connsiteX2" fmla="*/ 8934 w 62047"/>
                    <a:gd name="connsiteY2" fmla="*/ 39470 h 78939"/>
                    <a:gd name="connsiteX3" fmla="*/ 31998 w 62047"/>
                    <a:gd name="connsiteY3" fmla="*/ 71306 h 78939"/>
                    <a:gd name="connsiteX4" fmla="*/ 52951 w 62047"/>
                    <a:gd name="connsiteY4" fmla="*/ 53276 h 78939"/>
                    <a:gd name="connsiteX5" fmla="*/ 62047 w 62047"/>
                    <a:gd name="connsiteY5" fmla="*/ 53276 h 78939"/>
                    <a:gd name="connsiteX6" fmla="*/ 32323 w 62047"/>
                    <a:gd name="connsiteY6" fmla="*/ 78940 h 78939"/>
                    <a:gd name="connsiteX7" fmla="*/ 0 w 62047"/>
                    <a:gd name="connsiteY7" fmla="*/ 39470 h 78939"/>
                    <a:gd name="connsiteX8" fmla="*/ 33135 w 62047"/>
                    <a:gd name="connsiteY8" fmla="*/ 0 h 78939"/>
                    <a:gd name="connsiteX9" fmla="*/ 62047 w 62047"/>
                    <a:gd name="connsiteY9" fmla="*/ 25339 h 78939"/>
                    <a:gd name="connsiteX10" fmla="*/ 53114 w 62047"/>
                    <a:gd name="connsiteY10" fmla="*/ 25339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2047" h="78939">
                      <a:moveTo>
                        <a:pt x="53114" y="25501"/>
                      </a:moveTo>
                      <a:cubicBezTo>
                        <a:pt x="52464" y="13644"/>
                        <a:pt x="44180" y="7797"/>
                        <a:pt x="31998" y="7797"/>
                      </a:cubicBezTo>
                      <a:cubicBezTo>
                        <a:pt x="19004" y="7797"/>
                        <a:pt x="8934" y="21765"/>
                        <a:pt x="8934" y="39470"/>
                      </a:cubicBezTo>
                      <a:cubicBezTo>
                        <a:pt x="8934" y="57175"/>
                        <a:pt x="19004" y="71306"/>
                        <a:pt x="31998" y="71306"/>
                      </a:cubicBezTo>
                      <a:cubicBezTo>
                        <a:pt x="43368" y="71306"/>
                        <a:pt x="51814" y="65296"/>
                        <a:pt x="52951" y="53276"/>
                      </a:cubicBezTo>
                      <a:lnTo>
                        <a:pt x="62047" y="53276"/>
                      </a:lnTo>
                      <a:cubicBezTo>
                        <a:pt x="59611" y="70331"/>
                        <a:pt x="48241" y="78940"/>
                        <a:pt x="32323" y="78940"/>
                      </a:cubicBezTo>
                      <a:cubicBezTo>
                        <a:pt x="10395" y="78940"/>
                        <a:pt x="0" y="60586"/>
                        <a:pt x="0" y="39470"/>
                      </a:cubicBezTo>
                      <a:cubicBezTo>
                        <a:pt x="0" y="18354"/>
                        <a:pt x="11045" y="0"/>
                        <a:pt x="33135" y="0"/>
                      </a:cubicBezTo>
                      <a:cubicBezTo>
                        <a:pt x="48566" y="0"/>
                        <a:pt x="61235" y="9421"/>
                        <a:pt x="62047" y="25339"/>
                      </a:cubicBezTo>
                      <a:lnTo>
                        <a:pt x="53114" y="25339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9" name="자유형: 도형 188">
                  <a:extLst>
                    <a:ext uri="{FF2B5EF4-FFF2-40B4-BE49-F238E27FC236}">
                      <a16:creationId xmlns:a16="http://schemas.microsoft.com/office/drawing/2014/main" id="{AAAD582F-4110-97CB-65CF-3C7A484A023E}"/>
                    </a:ext>
                  </a:extLst>
                </p:cNvPr>
                <p:cNvSpPr/>
                <p:nvPr/>
              </p:nvSpPr>
              <p:spPr>
                <a:xfrm>
                  <a:off x="2716429" y="2948535"/>
                  <a:ext cx="102491" cy="77478"/>
                </a:xfrm>
                <a:custGeom>
                  <a:avLst/>
                  <a:gdLst>
                    <a:gd name="connsiteX0" fmla="*/ 76828 w 102491"/>
                    <a:gd name="connsiteY0" fmla="*/ 162 h 77478"/>
                    <a:gd name="connsiteX1" fmla="*/ 102492 w 102491"/>
                    <a:gd name="connsiteY1" fmla="*/ 27288 h 77478"/>
                    <a:gd name="connsiteX2" fmla="*/ 102492 w 102491"/>
                    <a:gd name="connsiteY2" fmla="*/ 77478 h 77478"/>
                    <a:gd name="connsiteX3" fmla="*/ 93883 w 102491"/>
                    <a:gd name="connsiteY3" fmla="*/ 77478 h 77478"/>
                    <a:gd name="connsiteX4" fmla="*/ 93883 w 102491"/>
                    <a:gd name="connsiteY4" fmla="*/ 30049 h 77478"/>
                    <a:gd name="connsiteX5" fmla="*/ 75691 w 102491"/>
                    <a:gd name="connsiteY5" fmla="*/ 7634 h 77478"/>
                    <a:gd name="connsiteX6" fmla="*/ 55713 w 102491"/>
                    <a:gd name="connsiteY6" fmla="*/ 28750 h 77478"/>
                    <a:gd name="connsiteX7" fmla="*/ 55713 w 102491"/>
                    <a:gd name="connsiteY7" fmla="*/ 77316 h 77478"/>
                    <a:gd name="connsiteX8" fmla="*/ 47104 w 102491"/>
                    <a:gd name="connsiteY8" fmla="*/ 77316 h 77478"/>
                    <a:gd name="connsiteX9" fmla="*/ 47104 w 102491"/>
                    <a:gd name="connsiteY9" fmla="*/ 29887 h 77478"/>
                    <a:gd name="connsiteX10" fmla="*/ 29237 w 102491"/>
                    <a:gd name="connsiteY10" fmla="*/ 7472 h 77478"/>
                    <a:gd name="connsiteX11" fmla="*/ 8609 w 102491"/>
                    <a:gd name="connsiteY11" fmla="*/ 32810 h 77478"/>
                    <a:gd name="connsiteX12" fmla="*/ 8609 w 102491"/>
                    <a:gd name="connsiteY12" fmla="*/ 77316 h 77478"/>
                    <a:gd name="connsiteX13" fmla="*/ 0 w 102491"/>
                    <a:gd name="connsiteY13" fmla="*/ 77316 h 77478"/>
                    <a:gd name="connsiteX14" fmla="*/ 0 w 102491"/>
                    <a:gd name="connsiteY14" fmla="*/ 2436 h 77478"/>
                    <a:gd name="connsiteX15" fmla="*/ 9258 w 102491"/>
                    <a:gd name="connsiteY15" fmla="*/ 2436 h 77478"/>
                    <a:gd name="connsiteX16" fmla="*/ 8771 w 102491"/>
                    <a:gd name="connsiteY16" fmla="*/ 13806 h 77478"/>
                    <a:gd name="connsiteX17" fmla="*/ 31836 w 102491"/>
                    <a:gd name="connsiteY17" fmla="*/ 0 h 77478"/>
                    <a:gd name="connsiteX18" fmla="*/ 53926 w 102491"/>
                    <a:gd name="connsiteY18" fmla="*/ 15431 h 77478"/>
                    <a:gd name="connsiteX19" fmla="*/ 76828 w 102491"/>
                    <a:gd name="connsiteY19" fmla="*/ 0 h 774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02491" h="77478">
                      <a:moveTo>
                        <a:pt x="76828" y="162"/>
                      </a:moveTo>
                      <a:cubicBezTo>
                        <a:pt x="92746" y="162"/>
                        <a:pt x="102492" y="9421"/>
                        <a:pt x="102492" y="27288"/>
                      </a:cubicBezTo>
                      <a:lnTo>
                        <a:pt x="102492" y="77478"/>
                      </a:lnTo>
                      <a:lnTo>
                        <a:pt x="93883" y="77478"/>
                      </a:lnTo>
                      <a:lnTo>
                        <a:pt x="93883" y="30049"/>
                      </a:lnTo>
                      <a:cubicBezTo>
                        <a:pt x="93883" y="15268"/>
                        <a:pt x="88686" y="7634"/>
                        <a:pt x="75691" y="7634"/>
                      </a:cubicBezTo>
                      <a:cubicBezTo>
                        <a:pt x="66920" y="7634"/>
                        <a:pt x="57175" y="14943"/>
                        <a:pt x="55713" y="28750"/>
                      </a:cubicBezTo>
                      <a:lnTo>
                        <a:pt x="55713" y="77316"/>
                      </a:lnTo>
                      <a:lnTo>
                        <a:pt x="47104" y="77316"/>
                      </a:lnTo>
                      <a:lnTo>
                        <a:pt x="47104" y="29887"/>
                      </a:lnTo>
                      <a:cubicBezTo>
                        <a:pt x="47104" y="15106"/>
                        <a:pt x="41906" y="7472"/>
                        <a:pt x="29237" y="7472"/>
                      </a:cubicBezTo>
                      <a:cubicBezTo>
                        <a:pt x="19166" y="7472"/>
                        <a:pt x="8609" y="16568"/>
                        <a:pt x="8609" y="32810"/>
                      </a:cubicBezTo>
                      <a:lnTo>
                        <a:pt x="8609" y="77316"/>
                      </a:lnTo>
                      <a:lnTo>
                        <a:pt x="0" y="77316"/>
                      </a:lnTo>
                      <a:lnTo>
                        <a:pt x="0" y="2436"/>
                      </a:lnTo>
                      <a:lnTo>
                        <a:pt x="9258" y="2436"/>
                      </a:lnTo>
                      <a:lnTo>
                        <a:pt x="8771" y="13806"/>
                      </a:lnTo>
                      <a:cubicBezTo>
                        <a:pt x="12669" y="5847"/>
                        <a:pt x="21440" y="0"/>
                        <a:pt x="31836" y="0"/>
                      </a:cubicBezTo>
                      <a:cubicBezTo>
                        <a:pt x="42881" y="0"/>
                        <a:pt x="50028" y="4223"/>
                        <a:pt x="53926" y="15431"/>
                      </a:cubicBezTo>
                      <a:cubicBezTo>
                        <a:pt x="57824" y="6010"/>
                        <a:pt x="66433" y="0"/>
                        <a:pt x="76828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0" name="자유형: 도형 189">
                  <a:extLst>
                    <a:ext uri="{FF2B5EF4-FFF2-40B4-BE49-F238E27FC236}">
                      <a16:creationId xmlns:a16="http://schemas.microsoft.com/office/drawing/2014/main" id="{EE88EFA4-7BB2-486D-321A-C8037AD53FA5}"/>
                    </a:ext>
                  </a:extLst>
                </p:cNvPr>
                <p:cNvSpPr/>
                <p:nvPr/>
              </p:nvSpPr>
              <p:spPr>
                <a:xfrm>
                  <a:off x="2842148" y="2948372"/>
                  <a:ext cx="66595" cy="78939"/>
                </a:xfrm>
                <a:custGeom>
                  <a:avLst/>
                  <a:gdLst>
                    <a:gd name="connsiteX0" fmla="*/ 63834 w 66595"/>
                    <a:gd name="connsiteY0" fmla="*/ 41257 h 78939"/>
                    <a:gd name="connsiteX1" fmla="*/ 8934 w 66595"/>
                    <a:gd name="connsiteY1" fmla="*/ 41257 h 78939"/>
                    <a:gd name="connsiteX2" fmla="*/ 34922 w 66595"/>
                    <a:gd name="connsiteY2" fmla="*/ 71468 h 78939"/>
                    <a:gd name="connsiteX3" fmla="*/ 56200 w 66595"/>
                    <a:gd name="connsiteY3" fmla="*/ 53276 h 78939"/>
                    <a:gd name="connsiteX4" fmla="*/ 65621 w 66595"/>
                    <a:gd name="connsiteY4" fmla="*/ 53276 h 78939"/>
                    <a:gd name="connsiteX5" fmla="*/ 32323 w 66595"/>
                    <a:gd name="connsiteY5" fmla="*/ 78940 h 78939"/>
                    <a:gd name="connsiteX6" fmla="*/ 0 w 66595"/>
                    <a:gd name="connsiteY6" fmla="*/ 39470 h 78939"/>
                    <a:gd name="connsiteX7" fmla="*/ 32973 w 66595"/>
                    <a:gd name="connsiteY7" fmla="*/ 0 h 78939"/>
                    <a:gd name="connsiteX8" fmla="*/ 66595 w 66595"/>
                    <a:gd name="connsiteY8" fmla="*/ 38008 h 78939"/>
                    <a:gd name="connsiteX9" fmla="*/ 63834 w 66595"/>
                    <a:gd name="connsiteY9" fmla="*/ 41094 h 78939"/>
                    <a:gd name="connsiteX10" fmla="*/ 57662 w 66595"/>
                    <a:gd name="connsiteY10" fmla="*/ 33785 h 78939"/>
                    <a:gd name="connsiteX11" fmla="*/ 32973 w 66595"/>
                    <a:gd name="connsiteY11" fmla="*/ 7634 h 78939"/>
                    <a:gd name="connsiteX12" fmla="*/ 9096 w 66595"/>
                    <a:gd name="connsiteY12" fmla="*/ 33785 h 78939"/>
                    <a:gd name="connsiteX13" fmla="*/ 57662 w 66595"/>
                    <a:gd name="connsiteY13" fmla="*/ 33785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6595" h="78939">
                      <a:moveTo>
                        <a:pt x="63834" y="41257"/>
                      </a:moveTo>
                      <a:lnTo>
                        <a:pt x="8934" y="41257"/>
                      </a:lnTo>
                      <a:cubicBezTo>
                        <a:pt x="8934" y="58312"/>
                        <a:pt x="17055" y="71468"/>
                        <a:pt x="34922" y="71468"/>
                      </a:cubicBezTo>
                      <a:cubicBezTo>
                        <a:pt x="45155" y="71468"/>
                        <a:pt x="53439" y="63834"/>
                        <a:pt x="56200" y="53276"/>
                      </a:cubicBezTo>
                      <a:lnTo>
                        <a:pt x="65621" y="53276"/>
                      </a:lnTo>
                      <a:cubicBezTo>
                        <a:pt x="61235" y="71143"/>
                        <a:pt x="50190" y="78940"/>
                        <a:pt x="32323" y="78940"/>
                      </a:cubicBezTo>
                      <a:cubicBezTo>
                        <a:pt x="10071" y="78940"/>
                        <a:pt x="0" y="60586"/>
                        <a:pt x="0" y="39470"/>
                      </a:cubicBezTo>
                      <a:cubicBezTo>
                        <a:pt x="0" y="18354"/>
                        <a:pt x="10883" y="0"/>
                        <a:pt x="32973" y="0"/>
                      </a:cubicBezTo>
                      <a:cubicBezTo>
                        <a:pt x="56687" y="0"/>
                        <a:pt x="66271" y="15756"/>
                        <a:pt x="66595" y="38008"/>
                      </a:cubicBezTo>
                      <a:cubicBezTo>
                        <a:pt x="66595" y="40120"/>
                        <a:pt x="65783" y="41094"/>
                        <a:pt x="63834" y="41094"/>
                      </a:cubicBezTo>
                      <a:close/>
                      <a:moveTo>
                        <a:pt x="57662" y="33785"/>
                      </a:moveTo>
                      <a:cubicBezTo>
                        <a:pt x="56850" y="18192"/>
                        <a:pt x="48079" y="7634"/>
                        <a:pt x="32973" y="7634"/>
                      </a:cubicBezTo>
                      <a:cubicBezTo>
                        <a:pt x="19004" y="7634"/>
                        <a:pt x="10395" y="19491"/>
                        <a:pt x="9096" y="33785"/>
                      </a:cubicBezTo>
                      <a:lnTo>
                        <a:pt x="57662" y="3378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1" name="자유형: 도형 190">
                  <a:extLst>
                    <a:ext uri="{FF2B5EF4-FFF2-40B4-BE49-F238E27FC236}">
                      <a16:creationId xmlns:a16="http://schemas.microsoft.com/office/drawing/2014/main" id="{BED48C74-7EB4-76AD-665A-B57EDB70CBC6}"/>
                    </a:ext>
                  </a:extLst>
                </p:cNvPr>
                <p:cNvSpPr/>
                <p:nvPr/>
              </p:nvSpPr>
              <p:spPr>
                <a:xfrm>
                  <a:off x="2924174" y="2948697"/>
                  <a:ext cx="58474" cy="78939"/>
                </a:xfrm>
                <a:custGeom>
                  <a:avLst/>
                  <a:gdLst>
                    <a:gd name="connsiteX0" fmla="*/ 28912 w 58474"/>
                    <a:gd name="connsiteY0" fmla="*/ 0 h 78939"/>
                    <a:gd name="connsiteX1" fmla="*/ 55713 w 58474"/>
                    <a:gd name="connsiteY1" fmla="*/ 20303 h 78939"/>
                    <a:gd name="connsiteX2" fmla="*/ 46454 w 58474"/>
                    <a:gd name="connsiteY2" fmla="*/ 20303 h 78939"/>
                    <a:gd name="connsiteX3" fmla="*/ 28263 w 58474"/>
                    <a:gd name="connsiteY3" fmla="*/ 7472 h 78939"/>
                    <a:gd name="connsiteX4" fmla="*/ 11370 w 58474"/>
                    <a:gd name="connsiteY4" fmla="*/ 20303 h 78939"/>
                    <a:gd name="connsiteX5" fmla="*/ 44668 w 58474"/>
                    <a:gd name="connsiteY5" fmla="*/ 37521 h 78939"/>
                    <a:gd name="connsiteX6" fmla="*/ 58474 w 58474"/>
                    <a:gd name="connsiteY6" fmla="*/ 54576 h 78939"/>
                    <a:gd name="connsiteX7" fmla="*/ 27450 w 58474"/>
                    <a:gd name="connsiteY7" fmla="*/ 78940 h 78939"/>
                    <a:gd name="connsiteX8" fmla="*/ 0 w 58474"/>
                    <a:gd name="connsiteY8" fmla="*/ 56850 h 78939"/>
                    <a:gd name="connsiteX9" fmla="*/ 9258 w 58474"/>
                    <a:gd name="connsiteY9" fmla="*/ 56850 h 78939"/>
                    <a:gd name="connsiteX10" fmla="*/ 29562 w 58474"/>
                    <a:gd name="connsiteY10" fmla="*/ 71306 h 78939"/>
                    <a:gd name="connsiteX11" fmla="*/ 49378 w 58474"/>
                    <a:gd name="connsiteY11" fmla="*/ 55875 h 78939"/>
                    <a:gd name="connsiteX12" fmla="*/ 25501 w 58474"/>
                    <a:gd name="connsiteY12" fmla="*/ 40444 h 78939"/>
                    <a:gd name="connsiteX13" fmla="*/ 2761 w 58474"/>
                    <a:gd name="connsiteY13" fmla="*/ 20791 h 78939"/>
                    <a:gd name="connsiteX14" fmla="*/ 29075 w 58474"/>
                    <a:gd name="connsiteY14" fmla="*/ 0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474" h="78939">
                      <a:moveTo>
                        <a:pt x="28912" y="0"/>
                      </a:moveTo>
                      <a:cubicBezTo>
                        <a:pt x="42881" y="0"/>
                        <a:pt x="54251" y="4873"/>
                        <a:pt x="55713" y="20303"/>
                      </a:cubicBezTo>
                      <a:lnTo>
                        <a:pt x="46454" y="20303"/>
                      </a:lnTo>
                      <a:cubicBezTo>
                        <a:pt x="45805" y="10558"/>
                        <a:pt x="37196" y="7472"/>
                        <a:pt x="28263" y="7472"/>
                      </a:cubicBezTo>
                      <a:cubicBezTo>
                        <a:pt x="20141" y="7472"/>
                        <a:pt x="11370" y="10720"/>
                        <a:pt x="11370" y="20303"/>
                      </a:cubicBezTo>
                      <a:cubicBezTo>
                        <a:pt x="11370" y="32486"/>
                        <a:pt x="25014" y="30049"/>
                        <a:pt x="44668" y="37521"/>
                      </a:cubicBezTo>
                      <a:cubicBezTo>
                        <a:pt x="54901" y="40769"/>
                        <a:pt x="58474" y="46292"/>
                        <a:pt x="58474" y="54576"/>
                      </a:cubicBezTo>
                      <a:cubicBezTo>
                        <a:pt x="58474" y="71631"/>
                        <a:pt x="44505" y="78940"/>
                        <a:pt x="27450" y="78940"/>
                      </a:cubicBezTo>
                      <a:cubicBezTo>
                        <a:pt x="14944" y="78940"/>
                        <a:pt x="650" y="73255"/>
                        <a:pt x="0" y="56850"/>
                      </a:cubicBezTo>
                      <a:lnTo>
                        <a:pt x="9258" y="56850"/>
                      </a:lnTo>
                      <a:cubicBezTo>
                        <a:pt x="9908" y="68382"/>
                        <a:pt x="19979" y="71306"/>
                        <a:pt x="29562" y="71306"/>
                      </a:cubicBezTo>
                      <a:cubicBezTo>
                        <a:pt x="39145" y="71306"/>
                        <a:pt x="49541" y="67083"/>
                        <a:pt x="49378" y="55875"/>
                      </a:cubicBezTo>
                      <a:cubicBezTo>
                        <a:pt x="49378" y="44180"/>
                        <a:pt x="37034" y="43206"/>
                        <a:pt x="25501" y="40444"/>
                      </a:cubicBezTo>
                      <a:cubicBezTo>
                        <a:pt x="13806" y="37683"/>
                        <a:pt x="2761" y="35084"/>
                        <a:pt x="2761" y="20791"/>
                      </a:cubicBezTo>
                      <a:cubicBezTo>
                        <a:pt x="2761" y="5198"/>
                        <a:pt x="16405" y="0"/>
                        <a:pt x="29075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2" name="자유형: 도형 191">
                  <a:extLst>
                    <a:ext uri="{FF2B5EF4-FFF2-40B4-BE49-F238E27FC236}">
                      <a16:creationId xmlns:a16="http://schemas.microsoft.com/office/drawing/2014/main" id="{E8ED0208-A343-BE37-D5EE-BCB2E03F6F2A}"/>
                    </a:ext>
                  </a:extLst>
                </p:cNvPr>
                <p:cNvSpPr/>
                <p:nvPr/>
              </p:nvSpPr>
              <p:spPr>
                <a:xfrm>
                  <a:off x="3003114" y="2948697"/>
                  <a:ext cx="35734" cy="77153"/>
                </a:xfrm>
                <a:custGeom>
                  <a:avLst/>
                  <a:gdLst>
                    <a:gd name="connsiteX0" fmla="*/ 8771 w 35734"/>
                    <a:gd name="connsiteY0" fmla="*/ 32486 h 77153"/>
                    <a:gd name="connsiteX1" fmla="*/ 8771 w 35734"/>
                    <a:gd name="connsiteY1" fmla="*/ 77153 h 77153"/>
                    <a:gd name="connsiteX2" fmla="*/ 0 w 35734"/>
                    <a:gd name="connsiteY2" fmla="*/ 77153 h 77153"/>
                    <a:gd name="connsiteX3" fmla="*/ 0 w 35734"/>
                    <a:gd name="connsiteY3" fmla="*/ 2274 h 77153"/>
                    <a:gd name="connsiteX4" fmla="*/ 9258 w 35734"/>
                    <a:gd name="connsiteY4" fmla="*/ 2274 h 77153"/>
                    <a:gd name="connsiteX5" fmla="*/ 8771 w 35734"/>
                    <a:gd name="connsiteY5" fmla="*/ 13157 h 77153"/>
                    <a:gd name="connsiteX6" fmla="*/ 29887 w 35734"/>
                    <a:gd name="connsiteY6" fmla="*/ 0 h 77153"/>
                    <a:gd name="connsiteX7" fmla="*/ 35734 w 35734"/>
                    <a:gd name="connsiteY7" fmla="*/ 487 h 77153"/>
                    <a:gd name="connsiteX8" fmla="*/ 35734 w 35734"/>
                    <a:gd name="connsiteY8" fmla="*/ 10071 h 77153"/>
                    <a:gd name="connsiteX9" fmla="*/ 30374 w 35734"/>
                    <a:gd name="connsiteY9" fmla="*/ 9421 h 77153"/>
                    <a:gd name="connsiteX10" fmla="*/ 8934 w 35734"/>
                    <a:gd name="connsiteY10" fmla="*/ 32486 h 771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5734" h="77153">
                      <a:moveTo>
                        <a:pt x="8771" y="32486"/>
                      </a:moveTo>
                      <a:lnTo>
                        <a:pt x="8771" y="77153"/>
                      </a:lnTo>
                      <a:lnTo>
                        <a:pt x="0" y="77153"/>
                      </a:lnTo>
                      <a:lnTo>
                        <a:pt x="0" y="2274"/>
                      </a:lnTo>
                      <a:lnTo>
                        <a:pt x="9258" y="2274"/>
                      </a:lnTo>
                      <a:lnTo>
                        <a:pt x="8771" y="13157"/>
                      </a:lnTo>
                      <a:cubicBezTo>
                        <a:pt x="13969" y="3573"/>
                        <a:pt x="22415" y="0"/>
                        <a:pt x="29887" y="0"/>
                      </a:cubicBezTo>
                      <a:cubicBezTo>
                        <a:pt x="32161" y="0"/>
                        <a:pt x="34922" y="0"/>
                        <a:pt x="35734" y="487"/>
                      </a:cubicBezTo>
                      <a:lnTo>
                        <a:pt x="35734" y="10071"/>
                      </a:lnTo>
                      <a:cubicBezTo>
                        <a:pt x="35734" y="10071"/>
                        <a:pt x="33298" y="9421"/>
                        <a:pt x="30374" y="9421"/>
                      </a:cubicBezTo>
                      <a:cubicBezTo>
                        <a:pt x="19979" y="9421"/>
                        <a:pt x="8934" y="16243"/>
                        <a:pt x="8934" y="3248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3" name="자유형: 도형 192">
                  <a:extLst>
                    <a:ext uri="{FF2B5EF4-FFF2-40B4-BE49-F238E27FC236}">
                      <a16:creationId xmlns:a16="http://schemas.microsoft.com/office/drawing/2014/main" id="{2E121CFC-E2C1-F987-8308-9BDDB33601CF}"/>
                    </a:ext>
                  </a:extLst>
                </p:cNvPr>
                <p:cNvSpPr/>
                <p:nvPr/>
              </p:nvSpPr>
              <p:spPr>
                <a:xfrm>
                  <a:off x="3042746" y="2948697"/>
                  <a:ext cx="67732" cy="78939"/>
                </a:xfrm>
                <a:custGeom>
                  <a:avLst/>
                  <a:gdLst>
                    <a:gd name="connsiteX0" fmla="*/ 67732 w 67732"/>
                    <a:gd name="connsiteY0" fmla="*/ 39470 h 78939"/>
                    <a:gd name="connsiteX1" fmla="*/ 33298 w 67732"/>
                    <a:gd name="connsiteY1" fmla="*/ 78940 h 78939"/>
                    <a:gd name="connsiteX2" fmla="*/ 0 w 67732"/>
                    <a:gd name="connsiteY2" fmla="*/ 39470 h 78939"/>
                    <a:gd name="connsiteX3" fmla="*/ 33298 w 67732"/>
                    <a:gd name="connsiteY3" fmla="*/ 0 h 78939"/>
                    <a:gd name="connsiteX4" fmla="*/ 67732 w 67732"/>
                    <a:gd name="connsiteY4" fmla="*/ 39470 h 78939"/>
                    <a:gd name="connsiteX5" fmla="*/ 33298 w 67732"/>
                    <a:gd name="connsiteY5" fmla="*/ 7634 h 78939"/>
                    <a:gd name="connsiteX6" fmla="*/ 8446 w 67732"/>
                    <a:gd name="connsiteY6" fmla="*/ 39470 h 78939"/>
                    <a:gd name="connsiteX7" fmla="*/ 33298 w 67732"/>
                    <a:gd name="connsiteY7" fmla="*/ 71143 h 78939"/>
                    <a:gd name="connsiteX8" fmla="*/ 58961 w 67732"/>
                    <a:gd name="connsiteY8" fmla="*/ 39470 h 78939"/>
                    <a:gd name="connsiteX9" fmla="*/ 33298 w 67732"/>
                    <a:gd name="connsiteY9" fmla="*/ 7634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7732" h="78939">
                      <a:moveTo>
                        <a:pt x="67732" y="39470"/>
                      </a:moveTo>
                      <a:cubicBezTo>
                        <a:pt x="67732" y="59773"/>
                        <a:pt x="56850" y="78940"/>
                        <a:pt x="33298" y="78940"/>
                      </a:cubicBezTo>
                      <a:cubicBezTo>
                        <a:pt x="9746" y="78940"/>
                        <a:pt x="0" y="59773"/>
                        <a:pt x="0" y="39470"/>
                      </a:cubicBezTo>
                      <a:cubicBezTo>
                        <a:pt x="0" y="19166"/>
                        <a:pt x="10233" y="0"/>
                        <a:pt x="33298" y="0"/>
                      </a:cubicBezTo>
                      <a:cubicBezTo>
                        <a:pt x="56362" y="0"/>
                        <a:pt x="67732" y="19166"/>
                        <a:pt x="67732" y="39470"/>
                      </a:cubicBezTo>
                      <a:close/>
                      <a:moveTo>
                        <a:pt x="33298" y="7634"/>
                      </a:moveTo>
                      <a:cubicBezTo>
                        <a:pt x="15431" y="7634"/>
                        <a:pt x="8446" y="25176"/>
                        <a:pt x="8446" y="39470"/>
                      </a:cubicBezTo>
                      <a:cubicBezTo>
                        <a:pt x="8446" y="53764"/>
                        <a:pt x="15431" y="71143"/>
                        <a:pt x="33298" y="71143"/>
                      </a:cubicBezTo>
                      <a:cubicBezTo>
                        <a:pt x="51165" y="71143"/>
                        <a:pt x="58961" y="53926"/>
                        <a:pt x="58961" y="39470"/>
                      </a:cubicBezTo>
                      <a:cubicBezTo>
                        <a:pt x="58961" y="25014"/>
                        <a:pt x="51165" y="7634"/>
                        <a:pt x="33298" y="763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4" name="자유형: 도형 193">
                  <a:extLst>
                    <a:ext uri="{FF2B5EF4-FFF2-40B4-BE49-F238E27FC236}">
                      <a16:creationId xmlns:a16="http://schemas.microsoft.com/office/drawing/2014/main" id="{824562C3-79EF-F910-0F3E-8F6C6C63699E}"/>
                    </a:ext>
                  </a:extLst>
                </p:cNvPr>
                <p:cNvSpPr/>
                <p:nvPr/>
              </p:nvSpPr>
              <p:spPr>
                <a:xfrm>
                  <a:off x="3126234" y="2914912"/>
                  <a:ext cx="65945" cy="113374"/>
                </a:xfrm>
                <a:custGeom>
                  <a:avLst/>
                  <a:gdLst>
                    <a:gd name="connsiteX0" fmla="*/ 9421 w 65945"/>
                    <a:gd name="connsiteY0" fmla="*/ 110938 h 113374"/>
                    <a:gd name="connsiteX1" fmla="*/ 0 w 65945"/>
                    <a:gd name="connsiteY1" fmla="*/ 110938 h 113374"/>
                    <a:gd name="connsiteX2" fmla="*/ 975 w 65945"/>
                    <a:gd name="connsiteY2" fmla="*/ 99893 h 113374"/>
                    <a:gd name="connsiteX3" fmla="*/ 975 w 65945"/>
                    <a:gd name="connsiteY3" fmla="*/ 0 h 113374"/>
                    <a:gd name="connsiteX4" fmla="*/ 9746 w 65945"/>
                    <a:gd name="connsiteY4" fmla="*/ 0 h 113374"/>
                    <a:gd name="connsiteX5" fmla="*/ 9746 w 65945"/>
                    <a:gd name="connsiteY5" fmla="*/ 49703 h 113374"/>
                    <a:gd name="connsiteX6" fmla="*/ 33785 w 65945"/>
                    <a:gd name="connsiteY6" fmla="*/ 34272 h 113374"/>
                    <a:gd name="connsiteX7" fmla="*/ 65946 w 65945"/>
                    <a:gd name="connsiteY7" fmla="*/ 73092 h 113374"/>
                    <a:gd name="connsiteX8" fmla="*/ 33785 w 65945"/>
                    <a:gd name="connsiteY8" fmla="*/ 113375 h 113374"/>
                    <a:gd name="connsiteX9" fmla="*/ 9908 w 65945"/>
                    <a:gd name="connsiteY9" fmla="*/ 100868 h 113374"/>
                    <a:gd name="connsiteX10" fmla="*/ 9258 w 65945"/>
                    <a:gd name="connsiteY10" fmla="*/ 111101 h 113374"/>
                    <a:gd name="connsiteX11" fmla="*/ 9746 w 65945"/>
                    <a:gd name="connsiteY11" fmla="*/ 72118 h 113374"/>
                    <a:gd name="connsiteX12" fmla="*/ 34597 w 65945"/>
                    <a:gd name="connsiteY12" fmla="*/ 105416 h 113374"/>
                    <a:gd name="connsiteX13" fmla="*/ 57175 w 65945"/>
                    <a:gd name="connsiteY13" fmla="*/ 72443 h 113374"/>
                    <a:gd name="connsiteX14" fmla="*/ 33460 w 65945"/>
                    <a:gd name="connsiteY14" fmla="*/ 41581 h 113374"/>
                    <a:gd name="connsiteX15" fmla="*/ 9746 w 65945"/>
                    <a:gd name="connsiteY15" fmla="*/ 71955 h 1133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65945" h="113374">
                      <a:moveTo>
                        <a:pt x="9421" y="110938"/>
                      </a:moveTo>
                      <a:lnTo>
                        <a:pt x="0" y="110938"/>
                      </a:lnTo>
                      <a:cubicBezTo>
                        <a:pt x="650" y="109151"/>
                        <a:pt x="975" y="103304"/>
                        <a:pt x="975" y="99893"/>
                      </a:cubicBezTo>
                      <a:lnTo>
                        <a:pt x="975" y="0"/>
                      </a:lnTo>
                      <a:lnTo>
                        <a:pt x="9746" y="0"/>
                      </a:lnTo>
                      <a:lnTo>
                        <a:pt x="9746" y="49703"/>
                      </a:lnTo>
                      <a:cubicBezTo>
                        <a:pt x="13644" y="40120"/>
                        <a:pt x="23552" y="34272"/>
                        <a:pt x="33785" y="34272"/>
                      </a:cubicBezTo>
                      <a:cubicBezTo>
                        <a:pt x="51652" y="34272"/>
                        <a:pt x="65946" y="45967"/>
                        <a:pt x="65946" y="73092"/>
                      </a:cubicBezTo>
                      <a:cubicBezTo>
                        <a:pt x="65946" y="100218"/>
                        <a:pt x="52952" y="113375"/>
                        <a:pt x="33785" y="113375"/>
                      </a:cubicBezTo>
                      <a:cubicBezTo>
                        <a:pt x="22415" y="113375"/>
                        <a:pt x="14456" y="108827"/>
                        <a:pt x="9908" y="100868"/>
                      </a:cubicBezTo>
                      <a:lnTo>
                        <a:pt x="9258" y="111101"/>
                      </a:lnTo>
                      <a:close/>
                      <a:moveTo>
                        <a:pt x="9746" y="72118"/>
                      </a:moveTo>
                      <a:cubicBezTo>
                        <a:pt x="9746" y="95020"/>
                        <a:pt x="16893" y="105416"/>
                        <a:pt x="34597" y="105416"/>
                      </a:cubicBezTo>
                      <a:cubicBezTo>
                        <a:pt x="48404" y="105416"/>
                        <a:pt x="57175" y="92909"/>
                        <a:pt x="57175" y="72443"/>
                      </a:cubicBezTo>
                      <a:cubicBezTo>
                        <a:pt x="57175" y="50353"/>
                        <a:pt x="46292" y="41581"/>
                        <a:pt x="33460" y="41581"/>
                      </a:cubicBezTo>
                      <a:cubicBezTo>
                        <a:pt x="21441" y="41581"/>
                        <a:pt x="9746" y="51814"/>
                        <a:pt x="9746" y="71955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5" name="자유형: 도형 194">
                  <a:extLst>
                    <a:ext uri="{FF2B5EF4-FFF2-40B4-BE49-F238E27FC236}">
                      <a16:creationId xmlns:a16="http://schemas.microsoft.com/office/drawing/2014/main" id="{5DE3B3C8-E60A-365A-B769-B32877D00D5D}"/>
                    </a:ext>
                  </a:extLst>
                </p:cNvPr>
                <p:cNvSpPr/>
                <p:nvPr/>
              </p:nvSpPr>
              <p:spPr>
                <a:xfrm>
                  <a:off x="3205174" y="2948697"/>
                  <a:ext cx="67732" cy="78939"/>
                </a:xfrm>
                <a:custGeom>
                  <a:avLst/>
                  <a:gdLst>
                    <a:gd name="connsiteX0" fmla="*/ 67732 w 67732"/>
                    <a:gd name="connsiteY0" fmla="*/ 39470 h 78939"/>
                    <a:gd name="connsiteX1" fmla="*/ 33298 w 67732"/>
                    <a:gd name="connsiteY1" fmla="*/ 78940 h 78939"/>
                    <a:gd name="connsiteX2" fmla="*/ 0 w 67732"/>
                    <a:gd name="connsiteY2" fmla="*/ 39470 h 78939"/>
                    <a:gd name="connsiteX3" fmla="*/ 33298 w 67732"/>
                    <a:gd name="connsiteY3" fmla="*/ 0 h 78939"/>
                    <a:gd name="connsiteX4" fmla="*/ 67732 w 67732"/>
                    <a:gd name="connsiteY4" fmla="*/ 39470 h 78939"/>
                    <a:gd name="connsiteX5" fmla="*/ 33298 w 67732"/>
                    <a:gd name="connsiteY5" fmla="*/ 7634 h 78939"/>
                    <a:gd name="connsiteX6" fmla="*/ 8446 w 67732"/>
                    <a:gd name="connsiteY6" fmla="*/ 39470 h 78939"/>
                    <a:gd name="connsiteX7" fmla="*/ 33298 w 67732"/>
                    <a:gd name="connsiteY7" fmla="*/ 71143 h 78939"/>
                    <a:gd name="connsiteX8" fmla="*/ 58961 w 67732"/>
                    <a:gd name="connsiteY8" fmla="*/ 39470 h 78939"/>
                    <a:gd name="connsiteX9" fmla="*/ 33298 w 67732"/>
                    <a:gd name="connsiteY9" fmla="*/ 7634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7732" h="78939">
                      <a:moveTo>
                        <a:pt x="67732" y="39470"/>
                      </a:moveTo>
                      <a:cubicBezTo>
                        <a:pt x="67732" y="59773"/>
                        <a:pt x="56850" y="78940"/>
                        <a:pt x="33298" y="78940"/>
                      </a:cubicBezTo>
                      <a:cubicBezTo>
                        <a:pt x="9746" y="78940"/>
                        <a:pt x="0" y="59773"/>
                        <a:pt x="0" y="39470"/>
                      </a:cubicBezTo>
                      <a:cubicBezTo>
                        <a:pt x="0" y="19166"/>
                        <a:pt x="10233" y="0"/>
                        <a:pt x="33298" y="0"/>
                      </a:cubicBezTo>
                      <a:cubicBezTo>
                        <a:pt x="56362" y="0"/>
                        <a:pt x="67732" y="19166"/>
                        <a:pt x="67732" y="39470"/>
                      </a:cubicBezTo>
                      <a:close/>
                      <a:moveTo>
                        <a:pt x="33298" y="7634"/>
                      </a:moveTo>
                      <a:cubicBezTo>
                        <a:pt x="15431" y="7634"/>
                        <a:pt x="8446" y="25176"/>
                        <a:pt x="8446" y="39470"/>
                      </a:cubicBezTo>
                      <a:cubicBezTo>
                        <a:pt x="8446" y="53764"/>
                        <a:pt x="15431" y="71143"/>
                        <a:pt x="33298" y="71143"/>
                      </a:cubicBezTo>
                      <a:cubicBezTo>
                        <a:pt x="51165" y="71143"/>
                        <a:pt x="58961" y="53926"/>
                        <a:pt x="58961" y="39470"/>
                      </a:cubicBezTo>
                      <a:cubicBezTo>
                        <a:pt x="58961" y="25014"/>
                        <a:pt x="51165" y="7634"/>
                        <a:pt x="33298" y="763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6" name="자유형: 도형 195">
                  <a:extLst>
                    <a:ext uri="{FF2B5EF4-FFF2-40B4-BE49-F238E27FC236}">
                      <a16:creationId xmlns:a16="http://schemas.microsoft.com/office/drawing/2014/main" id="{B8B5B622-3506-A95F-BBC3-036042B9AC3B}"/>
                    </a:ext>
                  </a:extLst>
                </p:cNvPr>
                <p:cNvSpPr/>
                <p:nvPr/>
              </p:nvSpPr>
              <p:spPr>
                <a:xfrm>
                  <a:off x="3282977" y="2929206"/>
                  <a:ext cx="41418" cy="98756"/>
                </a:xfrm>
                <a:custGeom>
                  <a:avLst/>
                  <a:gdLst>
                    <a:gd name="connsiteX0" fmla="*/ 23552 w 41418"/>
                    <a:gd name="connsiteY0" fmla="*/ 0 h 98756"/>
                    <a:gd name="connsiteX1" fmla="*/ 23552 w 41418"/>
                    <a:gd name="connsiteY1" fmla="*/ 21765 h 98756"/>
                    <a:gd name="connsiteX2" fmla="*/ 40444 w 41418"/>
                    <a:gd name="connsiteY2" fmla="*/ 21765 h 98756"/>
                    <a:gd name="connsiteX3" fmla="*/ 40444 w 41418"/>
                    <a:gd name="connsiteY3" fmla="*/ 29562 h 98756"/>
                    <a:gd name="connsiteX4" fmla="*/ 23552 w 41418"/>
                    <a:gd name="connsiteY4" fmla="*/ 29562 h 98756"/>
                    <a:gd name="connsiteX5" fmla="*/ 23552 w 41418"/>
                    <a:gd name="connsiteY5" fmla="*/ 80077 h 98756"/>
                    <a:gd name="connsiteX6" fmla="*/ 33785 w 41418"/>
                    <a:gd name="connsiteY6" fmla="*/ 91609 h 98756"/>
                    <a:gd name="connsiteX7" fmla="*/ 41419 w 41418"/>
                    <a:gd name="connsiteY7" fmla="*/ 90635 h 98756"/>
                    <a:gd name="connsiteX8" fmla="*/ 41419 w 41418"/>
                    <a:gd name="connsiteY8" fmla="*/ 97619 h 98756"/>
                    <a:gd name="connsiteX9" fmla="*/ 32810 w 41418"/>
                    <a:gd name="connsiteY9" fmla="*/ 98756 h 98756"/>
                    <a:gd name="connsiteX10" fmla="*/ 14781 w 41418"/>
                    <a:gd name="connsiteY10" fmla="*/ 78940 h 98756"/>
                    <a:gd name="connsiteX11" fmla="*/ 14781 w 41418"/>
                    <a:gd name="connsiteY11" fmla="*/ 29724 h 98756"/>
                    <a:gd name="connsiteX12" fmla="*/ 0 w 41418"/>
                    <a:gd name="connsiteY12" fmla="*/ 29724 h 98756"/>
                    <a:gd name="connsiteX13" fmla="*/ 0 w 41418"/>
                    <a:gd name="connsiteY13" fmla="*/ 21928 h 98756"/>
                    <a:gd name="connsiteX14" fmla="*/ 14781 w 41418"/>
                    <a:gd name="connsiteY14" fmla="*/ 21928 h 98756"/>
                    <a:gd name="connsiteX15" fmla="*/ 14781 w 41418"/>
                    <a:gd name="connsiteY15" fmla="*/ 162 h 98756"/>
                    <a:gd name="connsiteX16" fmla="*/ 23552 w 41418"/>
                    <a:gd name="connsiteY16" fmla="*/ 162 h 98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41418" h="98756">
                      <a:moveTo>
                        <a:pt x="23552" y="0"/>
                      </a:moveTo>
                      <a:lnTo>
                        <a:pt x="23552" y="21765"/>
                      </a:lnTo>
                      <a:lnTo>
                        <a:pt x="40444" y="21765"/>
                      </a:lnTo>
                      <a:lnTo>
                        <a:pt x="40444" y="29562"/>
                      </a:lnTo>
                      <a:lnTo>
                        <a:pt x="23552" y="29562"/>
                      </a:lnTo>
                      <a:lnTo>
                        <a:pt x="23552" y="80077"/>
                      </a:lnTo>
                      <a:cubicBezTo>
                        <a:pt x="23552" y="89823"/>
                        <a:pt x="28100" y="91609"/>
                        <a:pt x="33785" y="91609"/>
                      </a:cubicBezTo>
                      <a:cubicBezTo>
                        <a:pt x="37521" y="91609"/>
                        <a:pt x="40282" y="90960"/>
                        <a:pt x="41419" y="90635"/>
                      </a:cubicBezTo>
                      <a:lnTo>
                        <a:pt x="41419" y="97619"/>
                      </a:lnTo>
                      <a:cubicBezTo>
                        <a:pt x="39145" y="98269"/>
                        <a:pt x="36059" y="98756"/>
                        <a:pt x="32810" y="98756"/>
                      </a:cubicBezTo>
                      <a:cubicBezTo>
                        <a:pt x="22253" y="98756"/>
                        <a:pt x="14781" y="95020"/>
                        <a:pt x="14781" y="78940"/>
                      </a:cubicBezTo>
                      <a:lnTo>
                        <a:pt x="14781" y="29724"/>
                      </a:lnTo>
                      <a:lnTo>
                        <a:pt x="0" y="29724"/>
                      </a:lnTo>
                      <a:lnTo>
                        <a:pt x="0" y="21928"/>
                      </a:lnTo>
                      <a:lnTo>
                        <a:pt x="14781" y="21928"/>
                      </a:lnTo>
                      <a:lnTo>
                        <a:pt x="14781" y="162"/>
                      </a:lnTo>
                      <a:lnTo>
                        <a:pt x="23552" y="16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7" name="자유형: 도형 196">
                  <a:extLst>
                    <a:ext uri="{FF2B5EF4-FFF2-40B4-BE49-F238E27FC236}">
                      <a16:creationId xmlns:a16="http://schemas.microsoft.com/office/drawing/2014/main" id="{3A8B0410-854C-015F-6340-A8C3A8DB30DA}"/>
                    </a:ext>
                  </a:extLst>
                </p:cNvPr>
                <p:cNvSpPr/>
                <p:nvPr/>
              </p:nvSpPr>
              <p:spPr>
                <a:xfrm>
                  <a:off x="3341126" y="2917349"/>
                  <a:ext cx="10070" cy="108501"/>
                </a:xfrm>
                <a:custGeom>
                  <a:avLst/>
                  <a:gdLst>
                    <a:gd name="connsiteX0" fmla="*/ 10070 w 10070"/>
                    <a:gd name="connsiteY0" fmla="*/ 0 h 108501"/>
                    <a:gd name="connsiteX1" fmla="*/ 10070 w 10070"/>
                    <a:gd name="connsiteY1" fmla="*/ 10720 h 108501"/>
                    <a:gd name="connsiteX2" fmla="*/ 0 w 10070"/>
                    <a:gd name="connsiteY2" fmla="*/ 10720 h 108501"/>
                    <a:gd name="connsiteX3" fmla="*/ 0 w 10070"/>
                    <a:gd name="connsiteY3" fmla="*/ 0 h 108501"/>
                    <a:gd name="connsiteX4" fmla="*/ 10070 w 10070"/>
                    <a:gd name="connsiteY4" fmla="*/ 0 h 108501"/>
                    <a:gd name="connsiteX5" fmla="*/ 650 w 10070"/>
                    <a:gd name="connsiteY5" fmla="*/ 32486 h 108501"/>
                    <a:gd name="connsiteX6" fmla="*/ 9583 w 10070"/>
                    <a:gd name="connsiteY6" fmla="*/ 32486 h 108501"/>
                    <a:gd name="connsiteX7" fmla="*/ 9583 w 10070"/>
                    <a:gd name="connsiteY7" fmla="*/ 108502 h 108501"/>
                    <a:gd name="connsiteX8" fmla="*/ 650 w 10070"/>
                    <a:gd name="connsiteY8" fmla="*/ 108502 h 108501"/>
                    <a:gd name="connsiteX9" fmla="*/ 650 w 10070"/>
                    <a:gd name="connsiteY9" fmla="*/ 32486 h 108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70" h="108501">
                      <a:moveTo>
                        <a:pt x="10070" y="0"/>
                      </a:moveTo>
                      <a:lnTo>
                        <a:pt x="10070" y="10720"/>
                      </a:lnTo>
                      <a:lnTo>
                        <a:pt x="0" y="10720"/>
                      </a:lnTo>
                      <a:lnTo>
                        <a:pt x="0" y="0"/>
                      </a:lnTo>
                      <a:lnTo>
                        <a:pt x="10070" y="0"/>
                      </a:lnTo>
                      <a:close/>
                      <a:moveTo>
                        <a:pt x="650" y="32486"/>
                      </a:moveTo>
                      <a:lnTo>
                        <a:pt x="9583" y="32486"/>
                      </a:lnTo>
                      <a:lnTo>
                        <a:pt x="9583" y="108502"/>
                      </a:lnTo>
                      <a:lnTo>
                        <a:pt x="650" y="108502"/>
                      </a:lnTo>
                      <a:lnTo>
                        <a:pt x="650" y="32486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8" name="자유형: 도형 197">
                  <a:extLst>
                    <a:ext uri="{FF2B5EF4-FFF2-40B4-BE49-F238E27FC236}">
                      <a16:creationId xmlns:a16="http://schemas.microsoft.com/office/drawing/2014/main" id="{CFE286F8-237F-631A-12EC-4D01D6082998}"/>
                    </a:ext>
                  </a:extLst>
                </p:cNvPr>
                <p:cNvSpPr/>
                <p:nvPr/>
              </p:nvSpPr>
              <p:spPr>
                <a:xfrm>
                  <a:off x="3369064" y="2948372"/>
                  <a:ext cx="62047" cy="78939"/>
                </a:xfrm>
                <a:custGeom>
                  <a:avLst/>
                  <a:gdLst>
                    <a:gd name="connsiteX0" fmla="*/ 53114 w 62047"/>
                    <a:gd name="connsiteY0" fmla="*/ 25501 h 78939"/>
                    <a:gd name="connsiteX1" fmla="*/ 31998 w 62047"/>
                    <a:gd name="connsiteY1" fmla="*/ 7797 h 78939"/>
                    <a:gd name="connsiteX2" fmla="*/ 8934 w 62047"/>
                    <a:gd name="connsiteY2" fmla="*/ 39470 h 78939"/>
                    <a:gd name="connsiteX3" fmla="*/ 31998 w 62047"/>
                    <a:gd name="connsiteY3" fmla="*/ 71306 h 78939"/>
                    <a:gd name="connsiteX4" fmla="*/ 52952 w 62047"/>
                    <a:gd name="connsiteY4" fmla="*/ 53276 h 78939"/>
                    <a:gd name="connsiteX5" fmla="*/ 62048 w 62047"/>
                    <a:gd name="connsiteY5" fmla="*/ 53276 h 78939"/>
                    <a:gd name="connsiteX6" fmla="*/ 32323 w 62047"/>
                    <a:gd name="connsiteY6" fmla="*/ 78940 h 78939"/>
                    <a:gd name="connsiteX7" fmla="*/ 0 w 62047"/>
                    <a:gd name="connsiteY7" fmla="*/ 39470 h 78939"/>
                    <a:gd name="connsiteX8" fmla="*/ 32973 w 62047"/>
                    <a:gd name="connsiteY8" fmla="*/ 0 h 78939"/>
                    <a:gd name="connsiteX9" fmla="*/ 61885 w 62047"/>
                    <a:gd name="connsiteY9" fmla="*/ 25339 h 78939"/>
                    <a:gd name="connsiteX10" fmla="*/ 52952 w 62047"/>
                    <a:gd name="connsiteY10" fmla="*/ 25339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2047" h="78939">
                      <a:moveTo>
                        <a:pt x="53114" y="25501"/>
                      </a:moveTo>
                      <a:cubicBezTo>
                        <a:pt x="52464" y="13644"/>
                        <a:pt x="44180" y="7797"/>
                        <a:pt x="31998" y="7797"/>
                      </a:cubicBezTo>
                      <a:cubicBezTo>
                        <a:pt x="19004" y="7797"/>
                        <a:pt x="8934" y="21765"/>
                        <a:pt x="8934" y="39470"/>
                      </a:cubicBezTo>
                      <a:cubicBezTo>
                        <a:pt x="8934" y="57175"/>
                        <a:pt x="19004" y="71306"/>
                        <a:pt x="31998" y="71306"/>
                      </a:cubicBezTo>
                      <a:cubicBezTo>
                        <a:pt x="43368" y="71306"/>
                        <a:pt x="51652" y="65296"/>
                        <a:pt x="52952" y="53276"/>
                      </a:cubicBezTo>
                      <a:lnTo>
                        <a:pt x="62048" y="53276"/>
                      </a:lnTo>
                      <a:cubicBezTo>
                        <a:pt x="59611" y="70331"/>
                        <a:pt x="48241" y="78940"/>
                        <a:pt x="32323" y="78940"/>
                      </a:cubicBezTo>
                      <a:cubicBezTo>
                        <a:pt x="10396" y="78940"/>
                        <a:pt x="0" y="60586"/>
                        <a:pt x="0" y="39470"/>
                      </a:cubicBezTo>
                      <a:cubicBezTo>
                        <a:pt x="0" y="18354"/>
                        <a:pt x="11045" y="0"/>
                        <a:pt x="32973" y="0"/>
                      </a:cubicBezTo>
                      <a:cubicBezTo>
                        <a:pt x="48566" y="0"/>
                        <a:pt x="61073" y="9421"/>
                        <a:pt x="61885" y="25339"/>
                      </a:cubicBezTo>
                      <a:lnTo>
                        <a:pt x="52952" y="25339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9" name="자유형: 도형 198">
                  <a:extLst>
                    <a:ext uri="{FF2B5EF4-FFF2-40B4-BE49-F238E27FC236}">
                      <a16:creationId xmlns:a16="http://schemas.microsoft.com/office/drawing/2014/main" id="{0076C432-74EC-64ED-3931-BC59101BB863}"/>
                    </a:ext>
                  </a:extLst>
                </p:cNvPr>
                <p:cNvSpPr/>
                <p:nvPr/>
              </p:nvSpPr>
              <p:spPr>
                <a:xfrm>
                  <a:off x="3443943" y="2948697"/>
                  <a:ext cx="58474" cy="78939"/>
                </a:xfrm>
                <a:custGeom>
                  <a:avLst/>
                  <a:gdLst>
                    <a:gd name="connsiteX0" fmla="*/ 28912 w 58474"/>
                    <a:gd name="connsiteY0" fmla="*/ 0 h 78939"/>
                    <a:gd name="connsiteX1" fmla="*/ 55713 w 58474"/>
                    <a:gd name="connsiteY1" fmla="*/ 20303 h 78939"/>
                    <a:gd name="connsiteX2" fmla="*/ 46454 w 58474"/>
                    <a:gd name="connsiteY2" fmla="*/ 20303 h 78939"/>
                    <a:gd name="connsiteX3" fmla="*/ 28263 w 58474"/>
                    <a:gd name="connsiteY3" fmla="*/ 7472 h 78939"/>
                    <a:gd name="connsiteX4" fmla="*/ 11370 w 58474"/>
                    <a:gd name="connsiteY4" fmla="*/ 20303 h 78939"/>
                    <a:gd name="connsiteX5" fmla="*/ 44668 w 58474"/>
                    <a:gd name="connsiteY5" fmla="*/ 37521 h 78939"/>
                    <a:gd name="connsiteX6" fmla="*/ 58474 w 58474"/>
                    <a:gd name="connsiteY6" fmla="*/ 54576 h 78939"/>
                    <a:gd name="connsiteX7" fmla="*/ 27450 w 58474"/>
                    <a:gd name="connsiteY7" fmla="*/ 78940 h 78939"/>
                    <a:gd name="connsiteX8" fmla="*/ 0 w 58474"/>
                    <a:gd name="connsiteY8" fmla="*/ 56850 h 78939"/>
                    <a:gd name="connsiteX9" fmla="*/ 9258 w 58474"/>
                    <a:gd name="connsiteY9" fmla="*/ 56850 h 78939"/>
                    <a:gd name="connsiteX10" fmla="*/ 29562 w 58474"/>
                    <a:gd name="connsiteY10" fmla="*/ 71306 h 78939"/>
                    <a:gd name="connsiteX11" fmla="*/ 49378 w 58474"/>
                    <a:gd name="connsiteY11" fmla="*/ 55875 h 78939"/>
                    <a:gd name="connsiteX12" fmla="*/ 25501 w 58474"/>
                    <a:gd name="connsiteY12" fmla="*/ 40444 h 78939"/>
                    <a:gd name="connsiteX13" fmla="*/ 2599 w 58474"/>
                    <a:gd name="connsiteY13" fmla="*/ 20791 h 78939"/>
                    <a:gd name="connsiteX14" fmla="*/ 28912 w 58474"/>
                    <a:gd name="connsiteY14" fmla="*/ 0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474" h="78939">
                      <a:moveTo>
                        <a:pt x="28912" y="0"/>
                      </a:moveTo>
                      <a:cubicBezTo>
                        <a:pt x="42881" y="0"/>
                        <a:pt x="54251" y="4873"/>
                        <a:pt x="55713" y="20303"/>
                      </a:cubicBezTo>
                      <a:lnTo>
                        <a:pt x="46454" y="20303"/>
                      </a:lnTo>
                      <a:cubicBezTo>
                        <a:pt x="45805" y="10558"/>
                        <a:pt x="37196" y="7472"/>
                        <a:pt x="28263" y="7472"/>
                      </a:cubicBezTo>
                      <a:cubicBezTo>
                        <a:pt x="20141" y="7472"/>
                        <a:pt x="11370" y="10720"/>
                        <a:pt x="11370" y="20303"/>
                      </a:cubicBezTo>
                      <a:cubicBezTo>
                        <a:pt x="11370" y="32486"/>
                        <a:pt x="25014" y="30049"/>
                        <a:pt x="44668" y="37521"/>
                      </a:cubicBezTo>
                      <a:cubicBezTo>
                        <a:pt x="54901" y="40769"/>
                        <a:pt x="58474" y="46292"/>
                        <a:pt x="58474" y="54576"/>
                      </a:cubicBezTo>
                      <a:cubicBezTo>
                        <a:pt x="58474" y="71631"/>
                        <a:pt x="44505" y="78940"/>
                        <a:pt x="27450" y="78940"/>
                      </a:cubicBezTo>
                      <a:cubicBezTo>
                        <a:pt x="14944" y="78940"/>
                        <a:pt x="650" y="73255"/>
                        <a:pt x="0" y="56850"/>
                      </a:cubicBezTo>
                      <a:lnTo>
                        <a:pt x="9258" y="56850"/>
                      </a:lnTo>
                      <a:cubicBezTo>
                        <a:pt x="9908" y="68382"/>
                        <a:pt x="19979" y="71306"/>
                        <a:pt x="29562" y="71306"/>
                      </a:cubicBezTo>
                      <a:cubicBezTo>
                        <a:pt x="39145" y="71306"/>
                        <a:pt x="49541" y="67083"/>
                        <a:pt x="49378" y="55875"/>
                      </a:cubicBezTo>
                      <a:cubicBezTo>
                        <a:pt x="49378" y="44180"/>
                        <a:pt x="37034" y="43206"/>
                        <a:pt x="25501" y="40444"/>
                      </a:cubicBezTo>
                      <a:cubicBezTo>
                        <a:pt x="13806" y="37683"/>
                        <a:pt x="2599" y="35084"/>
                        <a:pt x="2599" y="20791"/>
                      </a:cubicBezTo>
                      <a:cubicBezTo>
                        <a:pt x="2599" y="5198"/>
                        <a:pt x="16243" y="0"/>
                        <a:pt x="28912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0" name="자유형: 도형 199">
                  <a:extLst>
                    <a:ext uri="{FF2B5EF4-FFF2-40B4-BE49-F238E27FC236}">
                      <a16:creationId xmlns:a16="http://schemas.microsoft.com/office/drawing/2014/main" id="{038A1A0E-8B5A-83E6-6562-D383786B75F3}"/>
                    </a:ext>
                  </a:extLst>
                </p:cNvPr>
                <p:cNvSpPr/>
                <p:nvPr/>
              </p:nvSpPr>
              <p:spPr>
                <a:xfrm>
                  <a:off x="3524832" y="3013668"/>
                  <a:ext cx="12506" cy="13156"/>
                </a:xfrm>
                <a:custGeom>
                  <a:avLst/>
                  <a:gdLst>
                    <a:gd name="connsiteX0" fmla="*/ 12507 w 12506"/>
                    <a:gd name="connsiteY0" fmla="*/ 13157 h 13156"/>
                    <a:gd name="connsiteX1" fmla="*/ 0 w 12506"/>
                    <a:gd name="connsiteY1" fmla="*/ 13157 h 13156"/>
                    <a:gd name="connsiteX2" fmla="*/ 0 w 12506"/>
                    <a:gd name="connsiteY2" fmla="*/ 0 h 13156"/>
                    <a:gd name="connsiteX3" fmla="*/ 12507 w 12506"/>
                    <a:gd name="connsiteY3" fmla="*/ 0 h 13156"/>
                    <a:gd name="connsiteX4" fmla="*/ 12507 w 12506"/>
                    <a:gd name="connsiteY4" fmla="*/ 13157 h 13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506" h="13156">
                      <a:moveTo>
                        <a:pt x="12507" y="13157"/>
                      </a:moveTo>
                      <a:lnTo>
                        <a:pt x="0" y="13157"/>
                      </a:lnTo>
                      <a:lnTo>
                        <a:pt x="0" y="0"/>
                      </a:lnTo>
                      <a:lnTo>
                        <a:pt x="12507" y="0"/>
                      </a:lnTo>
                      <a:lnTo>
                        <a:pt x="12507" y="13157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1" name="자유형: 도형 200">
                  <a:extLst>
                    <a:ext uri="{FF2B5EF4-FFF2-40B4-BE49-F238E27FC236}">
                      <a16:creationId xmlns:a16="http://schemas.microsoft.com/office/drawing/2014/main" id="{745A5909-9946-1F44-F6B8-22EB617FA7A0}"/>
                    </a:ext>
                  </a:extLst>
                </p:cNvPr>
                <p:cNvSpPr/>
                <p:nvPr/>
              </p:nvSpPr>
              <p:spPr>
                <a:xfrm>
                  <a:off x="3560079" y="2948697"/>
                  <a:ext cx="58149" cy="78939"/>
                </a:xfrm>
                <a:custGeom>
                  <a:avLst/>
                  <a:gdLst>
                    <a:gd name="connsiteX0" fmla="*/ 48728 w 58149"/>
                    <a:gd name="connsiteY0" fmla="*/ 24851 h 78939"/>
                    <a:gd name="connsiteX1" fmla="*/ 30536 w 58149"/>
                    <a:gd name="connsiteY1" fmla="*/ 7472 h 78939"/>
                    <a:gd name="connsiteX2" fmla="*/ 12832 w 58149"/>
                    <a:gd name="connsiteY2" fmla="*/ 21116 h 78939"/>
                    <a:gd name="connsiteX3" fmla="*/ 2761 w 58149"/>
                    <a:gd name="connsiteY3" fmla="*/ 21116 h 78939"/>
                    <a:gd name="connsiteX4" fmla="*/ 30699 w 58149"/>
                    <a:gd name="connsiteY4" fmla="*/ 0 h 78939"/>
                    <a:gd name="connsiteX5" fmla="*/ 57175 w 58149"/>
                    <a:gd name="connsiteY5" fmla="*/ 25339 h 78939"/>
                    <a:gd name="connsiteX6" fmla="*/ 57175 w 58149"/>
                    <a:gd name="connsiteY6" fmla="*/ 66108 h 78939"/>
                    <a:gd name="connsiteX7" fmla="*/ 58149 w 58149"/>
                    <a:gd name="connsiteY7" fmla="*/ 77153 h 78939"/>
                    <a:gd name="connsiteX8" fmla="*/ 49053 w 58149"/>
                    <a:gd name="connsiteY8" fmla="*/ 77153 h 78939"/>
                    <a:gd name="connsiteX9" fmla="*/ 48403 w 58149"/>
                    <a:gd name="connsiteY9" fmla="*/ 67083 h 78939"/>
                    <a:gd name="connsiteX10" fmla="*/ 24526 w 58149"/>
                    <a:gd name="connsiteY10" fmla="*/ 78940 h 78939"/>
                    <a:gd name="connsiteX11" fmla="*/ 0 w 58149"/>
                    <a:gd name="connsiteY11" fmla="*/ 56525 h 78939"/>
                    <a:gd name="connsiteX12" fmla="*/ 14618 w 58149"/>
                    <a:gd name="connsiteY12" fmla="*/ 35084 h 78939"/>
                    <a:gd name="connsiteX13" fmla="*/ 48728 w 58149"/>
                    <a:gd name="connsiteY13" fmla="*/ 31511 h 78939"/>
                    <a:gd name="connsiteX14" fmla="*/ 48728 w 58149"/>
                    <a:gd name="connsiteY14" fmla="*/ 24851 h 78939"/>
                    <a:gd name="connsiteX15" fmla="*/ 26313 w 58149"/>
                    <a:gd name="connsiteY15" fmla="*/ 71306 h 78939"/>
                    <a:gd name="connsiteX16" fmla="*/ 49216 w 58149"/>
                    <a:gd name="connsiteY16" fmla="*/ 38495 h 78939"/>
                    <a:gd name="connsiteX17" fmla="*/ 8934 w 58149"/>
                    <a:gd name="connsiteY17" fmla="*/ 56687 h 78939"/>
                    <a:gd name="connsiteX18" fmla="*/ 26313 w 58149"/>
                    <a:gd name="connsiteY18" fmla="*/ 71306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8149" h="78939">
                      <a:moveTo>
                        <a:pt x="48728" y="24851"/>
                      </a:moveTo>
                      <a:cubicBezTo>
                        <a:pt x="47916" y="11695"/>
                        <a:pt x="40607" y="7472"/>
                        <a:pt x="30536" y="7472"/>
                      </a:cubicBezTo>
                      <a:cubicBezTo>
                        <a:pt x="21440" y="7472"/>
                        <a:pt x="13644" y="10558"/>
                        <a:pt x="12832" y="21116"/>
                      </a:cubicBezTo>
                      <a:lnTo>
                        <a:pt x="2761" y="21116"/>
                      </a:lnTo>
                      <a:cubicBezTo>
                        <a:pt x="3573" y="6660"/>
                        <a:pt x="16568" y="0"/>
                        <a:pt x="30699" y="0"/>
                      </a:cubicBezTo>
                      <a:cubicBezTo>
                        <a:pt x="47429" y="0"/>
                        <a:pt x="57499" y="7634"/>
                        <a:pt x="57175" y="25339"/>
                      </a:cubicBezTo>
                      <a:lnTo>
                        <a:pt x="57175" y="66108"/>
                      </a:lnTo>
                      <a:cubicBezTo>
                        <a:pt x="57175" y="69682"/>
                        <a:pt x="57662" y="75529"/>
                        <a:pt x="58149" y="77153"/>
                      </a:cubicBezTo>
                      <a:lnTo>
                        <a:pt x="49053" y="77153"/>
                      </a:lnTo>
                      <a:lnTo>
                        <a:pt x="48403" y="67083"/>
                      </a:lnTo>
                      <a:cubicBezTo>
                        <a:pt x="45155" y="73742"/>
                        <a:pt x="35247" y="78940"/>
                        <a:pt x="24526" y="78940"/>
                      </a:cubicBezTo>
                      <a:cubicBezTo>
                        <a:pt x="10233" y="78940"/>
                        <a:pt x="0" y="71793"/>
                        <a:pt x="0" y="56525"/>
                      </a:cubicBezTo>
                      <a:cubicBezTo>
                        <a:pt x="0" y="46129"/>
                        <a:pt x="5360" y="38820"/>
                        <a:pt x="14618" y="35084"/>
                      </a:cubicBezTo>
                      <a:cubicBezTo>
                        <a:pt x="24364" y="30536"/>
                        <a:pt x="38170" y="31511"/>
                        <a:pt x="48728" y="31511"/>
                      </a:cubicBezTo>
                      <a:lnTo>
                        <a:pt x="48728" y="24851"/>
                      </a:lnTo>
                      <a:close/>
                      <a:moveTo>
                        <a:pt x="26313" y="71306"/>
                      </a:moveTo>
                      <a:cubicBezTo>
                        <a:pt x="44668" y="71306"/>
                        <a:pt x="49216" y="55388"/>
                        <a:pt x="49216" y="38495"/>
                      </a:cubicBezTo>
                      <a:cubicBezTo>
                        <a:pt x="35084" y="38495"/>
                        <a:pt x="8934" y="36546"/>
                        <a:pt x="8934" y="56687"/>
                      </a:cubicBezTo>
                      <a:cubicBezTo>
                        <a:pt x="8934" y="67570"/>
                        <a:pt x="17542" y="71306"/>
                        <a:pt x="26313" y="7130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2" name="자유형: 도형 201">
                  <a:extLst>
                    <a:ext uri="{FF2B5EF4-FFF2-40B4-BE49-F238E27FC236}">
                      <a16:creationId xmlns:a16="http://schemas.microsoft.com/office/drawing/2014/main" id="{0A5D9CF8-EF47-FAB9-1765-638E92C1FACA}"/>
                    </a:ext>
                  </a:extLst>
                </p:cNvPr>
                <p:cNvSpPr/>
                <p:nvPr/>
              </p:nvSpPr>
              <p:spPr>
                <a:xfrm>
                  <a:off x="3640805" y="2917349"/>
                  <a:ext cx="10070" cy="108501"/>
                </a:xfrm>
                <a:custGeom>
                  <a:avLst/>
                  <a:gdLst>
                    <a:gd name="connsiteX0" fmla="*/ 10070 w 10070"/>
                    <a:gd name="connsiteY0" fmla="*/ 0 h 108501"/>
                    <a:gd name="connsiteX1" fmla="*/ 10070 w 10070"/>
                    <a:gd name="connsiteY1" fmla="*/ 10720 h 108501"/>
                    <a:gd name="connsiteX2" fmla="*/ 0 w 10070"/>
                    <a:gd name="connsiteY2" fmla="*/ 10720 h 108501"/>
                    <a:gd name="connsiteX3" fmla="*/ 0 w 10070"/>
                    <a:gd name="connsiteY3" fmla="*/ 0 h 108501"/>
                    <a:gd name="connsiteX4" fmla="*/ 10070 w 10070"/>
                    <a:gd name="connsiteY4" fmla="*/ 0 h 108501"/>
                    <a:gd name="connsiteX5" fmla="*/ 650 w 10070"/>
                    <a:gd name="connsiteY5" fmla="*/ 32486 h 108501"/>
                    <a:gd name="connsiteX6" fmla="*/ 9583 w 10070"/>
                    <a:gd name="connsiteY6" fmla="*/ 32486 h 108501"/>
                    <a:gd name="connsiteX7" fmla="*/ 9583 w 10070"/>
                    <a:gd name="connsiteY7" fmla="*/ 108502 h 108501"/>
                    <a:gd name="connsiteX8" fmla="*/ 650 w 10070"/>
                    <a:gd name="connsiteY8" fmla="*/ 108502 h 108501"/>
                    <a:gd name="connsiteX9" fmla="*/ 650 w 10070"/>
                    <a:gd name="connsiteY9" fmla="*/ 32486 h 108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70" h="108501">
                      <a:moveTo>
                        <a:pt x="10070" y="0"/>
                      </a:moveTo>
                      <a:lnTo>
                        <a:pt x="10070" y="10720"/>
                      </a:lnTo>
                      <a:lnTo>
                        <a:pt x="0" y="10720"/>
                      </a:lnTo>
                      <a:lnTo>
                        <a:pt x="0" y="0"/>
                      </a:lnTo>
                      <a:lnTo>
                        <a:pt x="10070" y="0"/>
                      </a:lnTo>
                      <a:close/>
                      <a:moveTo>
                        <a:pt x="650" y="32486"/>
                      </a:moveTo>
                      <a:lnTo>
                        <a:pt x="9583" y="32486"/>
                      </a:lnTo>
                      <a:lnTo>
                        <a:pt x="9583" y="108502"/>
                      </a:lnTo>
                      <a:lnTo>
                        <a:pt x="650" y="108502"/>
                      </a:lnTo>
                      <a:lnTo>
                        <a:pt x="650" y="32486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3" name="자유형: 도형 202">
                  <a:extLst>
                    <a:ext uri="{FF2B5EF4-FFF2-40B4-BE49-F238E27FC236}">
                      <a16:creationId xmlns:a16="http://schemas.microsoft.com/office/drawing/2014/main" id="{5BF6EB5C-2D60-EAC1-AA02-CB9CC2605D51}"/>
                    </a:ext>
                  </a:extLst>
                </p:cNvPr>
                <p:cNvSpPr/>
                <p:nvPr/>
              </p:nvSpPr>
              <p:spPr>
                <a:xfrm>
                  <a:off x="3772209" y="2904030"/>
                  <a:ext cx="9258" cy="138875"/>
                </a:xfrm>
                <a:custGeom>
                  <a:avLst/>
                  <a:gdLst>
                    <a:gd name="connsiteX0" fmla="*/ 0 w 9258"/>
                    <a:gd name="connsiteY0" fmla="*/ 138876 h 138875"/>
                    <a:gd name="connsiteX1" fmla="*/ 0 w 9258"/>
                    <a:gd name="connsiteY1" fmla="*/ 0 h 138875"/>
                    <a:gd name="connsiteX2" fmla="*/ 9258 w 9258"/>
                    <a:gd name="connsiteY2" fmla="*/ 0 h 138875"/>
                    <a:gd name="connsiteX3" fmla="*/ 9258 w 9258"/>
                    <a:gd name="connsiteY3" fmla="*/ 138876 h 138875"/>
                    <a:gd name="connsiteX4" fmla="*/ 0 w 9258"/>
                    <a:gd name="connsiteY4" fmla="*/ 138876 h 138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258" h="138875">
                      <a:moveTo>
                        <a:pt x="0" y="138876"/>
                      </a:moveTo>
                      <a:lnTo>
                        <a:pt x="0" y="0"/>
                      </a:lnTo>
                      <a:lnTo>
                        <a:pt x="9258" y="0"/>
                      </a:lnTo>
                      <a:lnTo>
                        <a:pt x="9258" y="138876"/>
                      </a:lnTo>
                      <a:lnTo>
                        <a:pt x="0" y="138876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4" name="자유형: 도형 203">
                  <a:extLst>
                    <a:ext uri="{FF2B5EF4-FFF2-40B4-BE49-F238E27FC236}">
                      <a16:creationId xmlns:a16="http://schemas.microsoft.com/office/drawing/2014/main" id="{D15D29FF-0FBC-9581-32F1-DC5F654F9A98}"/>
                    </a:ext>
                  </a:extLst>
                </p:cNvPr>
                <p:cNvSpPr/>
                <p:nvPr/>
              </p:nvSpPr>
              <p:spPr>
                <a:xfrm>
                  <a:off x="3900202" y="2948535"/>
                  <a:ext cx="102491" cy="77478"/>
                </a:xfrm>
                <a:custGeom>
                  <a:avLst/>
                  <a:gdLst>
                    <a:gd name="connsiteX0" fmla="*/ 76828 w 102491"/>
                    <a:gd name="connsiteY0" fmla="*/ 162 h 77478"/>
                    <a:gd name="connsiteX1" fmla="*/ 102492 w 102491"/>
                    <a:gd name="connsiteY1" fmla="*/ 27288 h 77478"/>
                    <a:gd name="connsiteX2" fmla="*/ 102492 w 102491"/>
                    <a:gd name="connsiteY2" fmla="*/ 77478 h 77478"/>
                    <a:gd name="connsiteX3" fmla="*/ 93883 w 102491"/>
                    <a:gd name="connsiteY3" fmla="*/ 77478 h 77478"/>
                    <a:gd name="connsiteX4" fmla="*/ 93883 w 102491"/>
                    <a:gd name="connsiteY4" fmla="*/ 30049 h 77478"/>
                    <a:gd name="connsiteX5" fmla="*/ 75691 w 102491"/>
                    <a:gd name="connsiteY5" fmla="*/ 7634 h 77478"/>
                    <a:gd name="connsiteX6" fmla="*/ 55713 w 102491"/>
                    <a:gd name="connsiteY6" fmla="*/ 28750 h 77478"/>
                    <a:gd name="connsiteX7" fmla="*/ 55713 w 102491"/>
                    <a:gd name="connsiteY7" fmla="*/ 77316 h 77478"/>
                    <a:gd name="connsiteX8" fmla="*/ 47104 w 102491"/>
                    <a:gd name="connsiteY8" fmla="*/ 77316 h 77478"/>
                    <a:gd name="connsiteX9" fmla="*/ 47104 w 102491"/>
                    <a:gd name="connsiteY9" fmla="*/ 29887 h 77478"/>
                    <a:gd name="connsiteX10" fmla="*/ 29237 w 102491"/>
                    <a:gd name="connsiteY10" fmla="*/ 7472 h 77478"/>
                    <a:gd name="connsiteX11" fmla="*/ 8609 w 102491"/>
                    <a:gd name="connsiteY11" fmla="*/ 32810 h 77478"/>
                    <a:gd name="connsiteX12" fmla="*/ 8609 w 102491"/>
                    <a:gd name="connsiteY12" fmla="*/ 77316 h 77478"/>
                    <a:gd name="connsiteX13" fmla="*/ 0 w 102491"/>
                    <a:gd name="connsiteY13" fmla="*/ 77316 h 77478"/>
                    <a:gd name="connsiteX14" fmla="*/ 0 w 102491"/>
                    <a:gd name="connsiteY14" fmla="*/ 2436 h 77478"/>
                    <a:gd name="connsiteX15" fmla="*/ 9258 w 102491"/>
                    <a:gd name="connsiteY15" fmla="*/ 2436 h 77478"/>
                    <a:gd name="connsiteX16" fmla="*/ 8771 w 102491"/>
                    <a:gd name="connsiteY16" fmla="*/ 13806 h 77478"/>
                    <a:gd name="connsiteX17" fmla="*/ 31836 w 102491"/>
                    <a:gd name="connsiteY17" fmla="*/ 0 h 77478"/>
                    <a:gd name="connsiteX18" fmla="*/ 53926 w 102491"/>
                    <a:gd name="connsiteY18" fmla="*/ 15431 h 77478"/>
                    <a:gd name="connsiteX19" fmla="*/ 76828 w 102491"/>
                    <a:gd name="connsiteY19" fmla="*/ 0 h 774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02491" h="77478">
                      <a:moveTo>
                        <a:pt x="76828" y="162"/>
                      </a:moveTo>
                      <a:cubicBezTo>
                        <a:pt x="92746" y="162"/>
                        <a:pt x="102492" y="9421"/>
                        <a:pt x="102492" y="27288"/>
                      </a:cubicBezTo>
                      <a:lnTo>
                        <a:pt x="102492" y="77478"/>
                      </a:lnTo>
                      <a:lnTo>
                        <a:pt x="93883" y="77478"/>
                      </a:lnTo>
                      <a:lnTo>
                        <a:pt x="93883" y="30049"/>
                      </a:lnTo>
                      <a:cubicBezTo>
                        <a:pt x="93883" y="15268"/>
                        <a:pt x="88685" y="7634"/>
                        <a:pt x="75691" y="7634"/>
                      </a:cubicBezTo>
                      <a:cubicBezTo>
                        <a:pt x="66920" y="7634"/>
                        <a:pt x="57174" y="14943"/>
                        <a:pt x="55713" y="28750"/>
                      </a:cubicBezTo>
                      <a:lnTo>
                        <a:pt x="55713" y="77316"/>
                      </a:lnTo>
                      <a:lnTo>
                        <a:pt x="47104" y="77316"/>
                      </a:lnTo>
                      <a:lnTo>
                        <a:pt x="47104" y="29887"/>
                      </a:lnTo>
                      <a:cubicBezTo>
                        <a:pt x="47104" y="15106"/>
                        <a:pt x="41906" y="7472"/>
                        <a:pt x="29237" y="7472"/>
                      </a:cubicBezTo>
                      <a:cubicBezTo>
                        <a:pt x="19166" y="7472"/>
                        <a:pt x="8609" y="16568"/>
                        <a:pt x="8609" y="32810"/>
                      </a:cubicBezTo>
                      <a:lnTo>
                        <a:pt x="8609" y="77316"/>
                      </a:lnTo>
                      <a:lnTo>
                        <a:pt x="0" y="77316"/>
                      </a:lnTo>
                      <a:lnTo>
                        <a:pt x="0" y="2436"/>
                      </a:lnTo>
                      <a:lnTo>
                        <a:pt x="9258" y="2436"/>
                      </a:lnTo>
                      <a:lnTo>
                        <a:pt x="8771" y="13806"/>
                      </a:lnTo>
                      <a:cubicBezTo>
                        <a:pt x="12669" y="5847"/>
                        <a:pt x="21440" y="0"/>
                        <a:pt x="31836" y="0"/>
                      </a:cubicBezTo>
                      <a:cubicBezTo>
                        <a:pt x="42881" y="0"/>
                        <a:pt x="50028" y="4223"/>
                        <a:pt x="53926" y="15431"/>
                      </a:cubicBezTo>
                      <a:cubicBezTo>
                        <a:pt x="57824" y="6010"/>
                        <a:pt x="66433" y="0"/>
                        <a:pt x="76828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5" name="자유형: 도형 204">
                  <a:extLst>
                    <a:ext uri="{FF2B5EF4-FFF2-40B4-BE49-F238E27FC236}">
                      <a16:creationId xmlns:a16="http://schemas.microsoft.com/office/drawing/2014/main" id="{50FC24DC-4DC7-C2BF-1A87-9A8383D327B3}"/>
                    </a:ext>
                  </a:extLst>
                </p:cNvPr>
                <p:cNvSpPr/>
                <p:nvPr/>
              </p:nvSpPr>
              <p:spPr>
                <a:xfrm>
                  <a:off x="4024135" y="2948697"/>
                  <a:ext cx="58149" cy="78939"/>
                </a:xfrm>
                <a:custGeom>
                  <a:avLst/>
                  <a:gdLst>
                    <a:gd name="connsiteX0" fmla="*/ 48728 w 58149"/>
                    <a:gd name="connsiteY0" fmla="*/ 24851 h 78939"/>
                    <a:gd name="connsiteX1" fmla="*/ 30536 w 58149"/>
                    <a:gd name="connsiteY1" fmla="*/ 7472 h 78939"/>
                    <a:gd name="connsiteX2" fmla="*/ 12832 w 58149"/>
                    <a:gd name="connsiteY2" fmla="*/ 21116 h 78939"/>
                    <a:gd name="connsiteX3" fmla="*/ 2761 w 58149"/>
                    <a:gd name="connsiteY3" fmla="*/ 21116 h 78939"/>
                    <a:gd name="connsiteX4" fmla="*/ 30699 w 58149"/>
                    <a:gd name="connsiteY4" fmla="*/ 0 h 78939"/>
                    <a:gd name="connsiteX5" fmla="*/ 57175 w 58149"/>
                    <a:gd name="connsiteY5" fmla="*/ 25339 h 78939"/>
                    <a:gd name="connsiteX6" fmla="*/ 57175 w 58149"/>
                    <a:gd name="connsiteY6" fmla="*/ 66108 h 78939"/>
                    <a:gd name="connsiteX7" fmla="*/ 58149 w 58149"/>
                    <a:gd name="connsiteY7" fmla="*/ 77153 h 78939"/>
                    <a:gd name="connsiteX8" fmla="*/ 49053 w 58149"/>
                    <a:gd name="connsiteY8" fmla="*/ 77153 h 78939"/>
                    <a:gd name="connsiteX9" fmla="*/ 48404 w 58149"/>
                    <a:gd name="connsiteY9" fmla="*/ 67083 h 78939"/>
                    <a:gd name="connsiteX10" fmla="*/ 24527 w 58149"/>
                    <a:gd name="connsiteY10" fmla="*/ 78940 h 78939"/>
                    <a:gd name="connsiteX11" fmla="*/ 0 w 58149"/>
                    <a:gd name="connsiteY11" fmla="*/ 56525 h 78939"/>
                    <a:gd name="connsiteX12" fmla="*/ 14619 w 58149"/>
                    <a:gd name="connsiteY12" fmla="*/ 35084 h 78939"/>
                    <a:gd name="connsiteX13" fmla="*/ 48728 w 58149"/>
                    <a:gd name="connsiteY13" fmla="*/ 31511 h 78939"/>
                    <a:gd name="connsiteX14" fmla="*/ 48728 w 58149"/>
                    <a:gd name="connsiteY14" fmla="*/ 24851 h 78939"/>
                    <a:gd name="connsiteX15" fmla="*/ 26313 w 58149"/>
                    <a:gd name="connsiteY15" fmla="*/ 71306 h 78939"/>
                    <a:gd name="connsiteX16" fmla="*/ 49053 w 58149"/>
                    <a:gd name="connsiteY16" fmla="*/ 38495 h 78939"/>
                    <a:gd name="connsiteX17" fmla="*/ 8771 w 58149"/>
                    <a:gd name="connsiteY17" fmla="*/ 56687 h 78939"/>
                    <a:gd name="connsiteX18" fmla="*/ 26151 w 58149"/>
                    <a:gd name="connsiteY18" fmla="*/ 71306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8149" h="78939">
                      <a:moveTo>
                        <a:pt x="48728" y="24851"/>
                      </a:moveTo>
                      <a:cubicBezTo>
                        <a:pt x="47916" y="11695"/>
                        <a:pt x="40607" y="7472"/>
                        <a:pt x="30536" y="7472"/>
                      </a:cubicBezTo>
                      <a:cubicBezTo>
                        <a:pt x="21441" y="7472"/>
                        <a:pt x="13644" y="10558"/>
                        <a:pt x="12832" y="21116"/>
                      </a:cubicBezTo>
                      <a:lnTo>
                        <a:pt x="2761" y="21116"/>
                      </a:lnTo>
                      <a:cubicBezTo>
                        <a:pt x="3573" y="6660"/>
                        <a:pt x="16568" y="0"/>
                        <a:pt x="30699" y="0"/>
                      </a:cubicBezTo>
                      <a:cubicBezTo>
                        <a:pt x="47429" y="0"/>
                        <a:pt x="57500" y="7634"/>
                        <a:pt x="57175" y="25339"/>
                      </a:cubicBezTo>
                      <a:lnTo>
                        <a:pt x="57175" y="66108"/>
                      </a:lnTo>
                      <a:cubicBezTo>
                        <a:pt x="57175" y="69682"/>
                        <a:pt x="57662" y="75529"/>
                        <a:pt x="58149" y="77153"/>
                      </a:cubicBezTo>
                      <a:lnTo>
                        <a:pt x="49053" y="77153"/>
                      </a:lnTo>
                      <a:lnTo>
                        <a:pt x="48404" y="67083"/>
                      </a:lnTo>
                      <a:cubicBezTo>
                        <a:pt x="45155" y="73742"/>
                        <a:pt x="35247" y="78940"/>
                        <a:pt x="24527" y="78940"/>
                      </a:cubicBezTo>
                      <a:cubicBezTo>
                        <a:pt x="10233" y="78940"/>
                        <a:pt x="0" y="71793"/>
                        <a:pt x="0" y="56525"/>
                      </a:cubicBezTo>
                      <a:cubicBezTo>
                        <a:pt x="0" y="46129"/>
                        <a:pt x="5360" y="38820"/>
                        <a:pt x="14619" y="35084"/>
                      </a:cubicBezTo>
                      <a:cubicBezTo>
                        <a:pt x="24364" y="30536"/>
                        <a:pt x="38171" y="31511"/>
                        <a:pt x="48728" y="31511"/>
                      </a:cubicBezTo>
                      <a:lnTo>
                        <a:pt x="48728" y="24851"/>
                      </a:lnTo>
                      <a:close/>
                      <a:moveTo>
                        <a:pt x="26313" y="71306"/>
                      </a:moveTo>
                      <a:cubicBezTo>
                        <a:pt x="44505" y="71306"/>
                        <a:pt x="49053" y="55388"/>
                        <a:pt x="49053" y="38495"/>
                      </a:cubicBezTo>
                      <a:cubicBezTo>
                        <a:pt x="34922" y="38495"/>
                        <a:pt x="8771" y="36546"/>
                        <a:pt x="8771" y="56687"/>
                      </a:cubicBezTo>
                      <a:cubicBezTo>
                        <a:pt x="8771" y="67570"/>
                        <a:pt x="17380" y="71306"/>
                        <a:pt x="26151" y="7130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6" name="자유형: 도형 205">
                  <a:extLst>
                    <a:ext uri="{FF2B5EF4-FFF2-40B4-BE49-F238E27FC236}">
                      <a16:creationId xmlns:a16="http://schemas.microsoft.com/office/drawing/2014/main" id="{5DC9803A-C420-6C0F-28F0-C68F51116FE3}"/>
                    </a:ext>
                  </a:extLst>
                </p:cNvPr>
                <p:cNvSpPr/>
                <p:nvPr/>
              </p:nvSpPr>
              <p:spPr>
                <a:xfrm>
                  <a:off x="4104699" y="2948697"/>
                  <a:ext cx="35734" cy="77153"/>
                </a:xfrm>
                <a:custGeom>
                  <a:avLst/>
                  <a:gdLst>
                    <a:gd name="connsiteX0" fmla="*/ 8771 w 35734"/>
                    <a:gd name="connsiteY0" fmla="*/ 32486 h 77153"/>
                    <a:gd name="connsiteX1" fmla="*/ 8771 w 35734"/>
                    <a:gd name="connsiteY1" fmla="*/ 77153 h 77153"/>
                    <a:gd name="connsiteX2" fmla="*/ 0 w 35734"/>
                    <a:gd name="connsiteY2" fmla="*/ 77153 h 77153"/>
                    <a:gd name="connsiteX3" fmla="*/ 0 w 35734"/>
                    <a:gd name="connsiteY3" fmla="*/ 2274 h 77153"/>
                    <a:gd name="connsiteX4" fmla="*/ 9258 w 35734"/>
                    <a:gd name="connsiteY4" fmla="*/ 2274 h 77153"/>
                    <a:gd name="connsiteX5" fmla="*/ 8771 w 35734"/>
                    <a:gd name="connsiteY5" fmla="*/ 13157 h 77153"/>
                    <a:gd name="connsiteX6" fmla="*/ 29887 w 35734"/>
                    <a:gd name="connsiteY6" fmla="*/ 0 h 77153"/>
                    <a:gd name="connsiteX7" fmla="*/ 35734 w 35734"/>
                    <a:gd name="connsiteY7" fmla="*/ 487 h 77153"/>
                    <a:gd name="connsiteX8" fmla="*/ 35734 w 35734"/>
                    <a:gd name="connsiteY8" fmla="*/ 10071 h 77153"/>
                    <a:gd name="connsiteX9" fmla="*/ 30374 w 35734"/>
                    <a:gd name="connsiteY9" fmla="*/ 9421 h 77153"/>
                    <a:gd name="connsiteX10" fmla="*/ 8934 w 35734"/>
                    <a:gd name="connsiteY10" fmla="*/ 32486 h 771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5734" h="77153">
                      <a:moveTo>
                        <a:pt x="8771" y="32486"/>
                      </a:moveTo>
                      <a:lnTo>
                        <a:pt x="8771" y="77153"/>
                      </a:lnTo>
                      <a:lnTo>
                        <a:pt x="0" y="77153"/>
                      </a:lnTo>
                      <a:lnTo>
                        <a:pt x="0" y="2274"/>
                      </a:lnTo>
                      <a:lnTo>
                        <a:pt x="9258" y="2274"/>
                      </a:lnTo>
                      <a:lnTo>
                        <a:pt x="8771" y="13157"/>
                      </a:lnTo>
                      <a:cubicBezTo>
                        <a:pt x="13969" y="3573"/>
                        <a:pt x="22415" y="0"/>
                        <a:pt x="29887" y="0"/>
                      </a:cubicBezTo>
                      <a:cubicBezTo>
                        <a:pt x="32161" y="0"/>
                        <a:pt x="34922" y="0"/>
                        <a:pt x="35734" y="487"/>
                      </a:cubicBezTo>
                      <a:lnTo>
                        <a:pt x="35734" y="10071"/>
                      </a:lnTo>
                      <a:cubicBezTo>
                        <a:pt x="35734" y="10071"/>
                        <a:pt x="33298" y="9421"/>
                        <a:pt x="30374" y="9421"/>
                      </a:cubicBezTo>
                      <a:cubicBezTo>
                        <a:pt x="19979" y="9421"/>
                        <a:pt x="8934" y="16243"/>
                        <a:pt x="8934" y="3248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7" name="자유형: 도형 206">
                  <a:extLst>
                    <a:ext uri="{FF2B5EF4-FFF2-40B4-BE49-F238E27FC236}">
                      <a16:creationId xmlns:a16="http://schemas.microsoft.com/office/drawing/2014/main" id="{318B418F-5DDF-3CA9-C949-02760DAF58A9}"/>
                    </a:ext>
                  </a:extLst>
                </p:cNvPr>
                <p:cNvSpPr/>
                <p:nvPr/>
              </p:nvSpPr>
              <p:spPr>
                <a:xfrm>
                  <a:off x="4155701" y="2914912"/>
                  <a:ext cx="58149" cy="110938"/>
                </a:xfrm>
                <a:custGeom>
                  <a:avLst/>
                  <a:gdLst>
                    <a:gd name="connsiteX0" fmla="*/ 8609 w 58149"/>
                    <a:gd name="connsiteY0" fmla="*/ 0 h 110938"/>
                    <a:gd name="connsiteX1" fmla="*/ 8609 w 58149"/>
                    <a:gd name="connsiteY1" fmla="*/ 67083 h 110938"/>
                    <a:gd name="connsiteX2" fmla="*/ 42556 w 58149"/>
                    <a:gd name="connsiteY2" fmla="*/ 36709 h 110938"/>
                    <a:gd name="connsiteX3" fmla="*/ 55063 w 58149"/>
                    <a:gd name="connsiteY3" fmla="*/ 36709 h 110938"/>
                    <a:gd name="connsiteX4" fmla="*/ 18192 w 58149"/>
                    <a:gd name="connsiteY4" fmla="*/ 68382 h 110938"/>
                    <a:gd name="connsiteX5" fmla="*/ 58149 w 58149"/>
                    <a:gd name="connsiteY5" fmla="*/ 110938 h 110938"/>
                    <a:gd name="connsiteX6" fmla="*/ 45967 w 58149"/>
                    <a:gd name="connsiteY6" fmla="*/ 110938 h 110938"/>
                    <a:gd name="connsiteX7" fmla="*/ 8771 w 58149"/>
                    <a:gd name="connsiteY7" fmla="*/ 69682 h 110938"/>
                    <a:gd name="connsiteX8" fmla="*/ 8771 w 58149"/>
                    <a:gd name="connsiteY8" fmla="*/ 110938 h 110938"/>
                    <a:gd name="connsiteX9" fmla="*/ 0 w 58149"/>
                    <a:gd name="connsiteY9" fmla="*/ 110938 h 110938"/>
                    <a:gd name="connsiteX10" fmla="*/ 0 w 58149"/>
                    <a:gd name="connsiteY10" fmla="*/ 0 h 110938"/>
                    <a:gd name="connsiteX11" fmla="*/ 8771 w 58149"/>
                    <a:gd name="connsiteY11" fmla="*/ 0 h 110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58149" h="110938">
                      <a:moveTo>
                        <a:pt x="8609" y="0"/>
                      </a:moveTo>
                      <a:lnTo>
                        <a:pt x="8609" y="67083"/>
                      </a:lnTo>
                      <a:lnTo>
                        <a:pt x="42556" y="36709"/>
                      </a:lnTo>
                      <a:lnTo>
                        <a:pt x="55063" y="36709"/>
                      </a:lnTo>
                      <a:lnTo>
                        <a:pt x="18192" y="68382"/>
                      </a:lnTo>
                      <a:lnTo>
                        <a:pt x="58149" y="110938"/>
                      </a:lnTo>
                      <a:lnTo>
                        <a:pt x="45967" y="110938"/>
                      </a:lnTo>
                      <a:lnTo>
                        <a:pt x="8771" y="69682"/>
                      </a:lnTo>
                      <a:lnTo>
                        <a:pt x="8771" y="110938"/>
                      </a:lnTo>
                      <a:lnTo>
                        <a:pt x="0" y="110938"/>
                      </a:lnTo>
                      <a:lnTo>
                        <a:pt x="0" y="0"/>
                      </a:lnTo>
                      <a:lnTo>
                        <a:pt x="8771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8" name="자유형: 도형 207">
                  <a:extLst>
                    <a:ext uri="{FF2B5EF4-FFF2-40B4-BE49-F238E27FC236}">
                      <a16:creationId xmlns:a16="http://schemas.microsoft.com/office/drawing/2014/main" id="{5620C1CD-311A-EA7F-7BCE-D3DAE30D04CA}"/>
                    </a:ext>
                  </a:extLst>
                </p:cNvPr>
                <p:cNvSpPr/>
                <p:nvPr/>
              </p:nvSpPr>
              <p:spPr>
                <a:xfrm>
                  <a:off x="4220672" y="2948372"/>
                  <a:ext cx="66595" cy="78939"/>
                </a:xfrm>
                <a:custGeom>
                  <a:avLst/>
                  <a:gdLst>
                    <a:gd name="connsiteX0" fmla="*/ 63834 w 66595"/>
                    <a:gd name="connsiteY0" fmla="*/ 41257 h 78939"/>
                    <a:gd name="connsiteX1" fmla="*/ 8934 w 66595"/>
                    <a:gd name="connsiteY1" fmla="*/ 41257 h 78939"/>
                    <a:gd name="connsiteX2" fmla="*/ 34922 w 66595"/>
                    <a:gd name="connsiteY2" fmla="*/ 71468 h 78939"/>
                    <a:gd name="connsiteX3" fmla="*/ 56200 w 66595"/>
                    <a:gd name="connsiteY3" fmla="*/ 53276 h 78939"/>
                    <a:gd name="connsiteX4" fmla="*/ 65621 w 66595"/>
                    <a:gd name="connsiteY4" fmla="*/ 53276 h 78939"/>
                    <a:gd name="connsiteX5" fmla="*/ 32323 w 66595"/>
                    <a:gd name="connsiteY5" fmla="*/ 78940 h 78939"/>
                    <a:gd name="connsiteX6" fmla="*/ 0 w 66595"/>
                    <a:gd name="connsiteY6" fmla="*/ 39470 h 78939"/>
                    <a:gd name="connsiteX7" fmla="*/ 32973 w 66595"/>
                    <a:gd name="connsiteY7" fmla="*/ 0 h 78939"/>
                    <a:gd name="connsiteX8" fmla="*/ 66595 w 66595"/>
                    <a:gd name="connsiteY8" fmla="*/ 38008 h 78939"/>
                    <a:gd name="connsiteX9" fmla="*/ 63834 w 66595"/>
                    <a:gd name="connsiteY9" fmla="*/ 41094 h 78939"/>
                    <a:gd name="connsiteX10" fmla="*/ 57662 w 66595"/>
                    <a:gd name="connsiteY10" fmla="*/ 33785 h 78939"/>
                    <a:gd name="connsiteX11" fmla="*/ 32973 w 66595"/>
                    <a:gd name="connsiteY11" fmla="*/ 7634 h 78939"/>
                    <a:gd name="connsiteX12" fmla="*/ 9096 w 66595"/>
                    <a:gd name="connsiteY12" fmla="*/ 33785 h 78939"/>
                    <a:gd name="connsiteX13" fmla="*/ 57662 w 66595"/>
                    <a:gd name="connsiteY13" fmla="*/ 33785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6595" h="78939">
                      <a:moveTo>
                        <a:pt x="63834" y="41257"/>
                      </a:moveTo>
                      <a:lnTo>
                        <a:pt x="8934" y="41257"/>
                      </a:lnTo>
                      <a:cubicBezTo>
                        <a:pt x="8934" y="58312"/>
                        <a:pt x="17055" y="71468"/>
                        <a:pt x="34922" y="71468"/>
                      </a:cubicBezTo>
                      <a:cubicBezTo>
                        <a:pt x="45155" y="71468"/>
                        <a:pt x="53439" y="63834"/>
                        <a:pt x="56200" y="53276"/>
                      </a:cubicBezTo>
                      <a:lnTo>
                        <a:pt x="65621" y="53276"/>
                      </a:lnTo>
                      <a:cubicBezTo>
                        <a:pt x="61235" y="71143"/>
                        <a:pt x="50190" y="78940"/>
                        <a:pt x="32323" y="78940"/>
                      </a:cubicBezTo>
                      <a:cubicBezTo>
                        <a:pt x="10070" y="78940"/>
                        <a:pt x="0" y="60586"/>
                        <a:pt x="0" y="39470"/>
                      </a:cubicBezTo>
                      <a:cubicBezTo>
                        <a:pt x="0" y="18354"/>
                        <a:pt x="10883" y="0"/>
                        <a:pt x="32973" y="0"/>
                      </a:cubicBezTo>
                      <a:cubicBezTo>
                        <a:pt x="56687" y="0"/>
                        <a:pt x="66271" y="15756"/>
                        <a:pt x="66595" y="38008"/>
                      </a:cubicBezTo>
                      <a:cubicBezTo>
                        <a:pt x="66595" y="40120"/>
                        <a:pt x="65783" y="41094"/>
                        <a:pt x="63834" y="41094"/>
                      </a:cubicBezTo>
                      <a:close/>
                      <a:moveTo>
                        <a:pt x="57662" y="33785"/>
                      </a:moveTo>
                      <a:cubicBezTo>
                        <a:pt x="56850" y="18192"/>
                        <a:pt x="48079" y="7634"/>
                        <a:pt x="32973" y="7634"/>
                      </a:cubicBezTo>
                      <a:cubicBezTo>
                        <a:pt x="19004" y="7634"/>
                        <a:pt x="10395" y="19491"/>
                        <a:pt x="9096" y="33785"/>
                      </a:cubicBezTo>
                      <a:lnTo>
                        <a:pt x="57662" y="3378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9" name="자유형: 도형 208">
                  <a:extLst>
                    <a:ext uri="{FF2B5EF4-FFF2-40B4-BE49-F238E27FC236}">
                      <a16:creationId xmlns:a16="http://schemas.microsoft.com/office/drawing/2014/main" id="{E0B1A094-2341-D329-B45B-F333F1BE2BC7}"/>
                    </a:ext>
                  </a:extLst>
                </p:cNvPr>
                <p:cNvSpPr/>
                <p:nvPr/>
              </p:nvSpPr>
              <p:spPr>
                <a:xfrm>
                  <a:off x="4299612" y="2929206"/>
                  <a:ext cx="41419" cy="98756"/>
                </a:xfrm>
                <a:custGeom>
                  <a:avLst/>
                  <a:gdLst>
                    <a:gd name="connsiteX0" fmla="*/ 23552 w 41419"/>
                    <a:gd name="connsiteY0" fmla="*/ 0 h 98756"/>
                    <a:gd name="connsiteX1" fmla="*/ 23552 w 41419"/>
                    <a:gd name="connsiteY1" fmla="*/ 21765 h 98756"/>
                    <a:gd name="connsiteX2" fmla="*/ 40445 w 41419"/>
                    <a:gd name="connsiteY2" fmla="*/ 21765 h 98756"/>
                    <a:gd name="connsiteX3" fmla="*/ 40445 w 41419"/>
                    <a:gd name="connsiteY3" fmla="*/ 29562 h 98756"/>
                    <a:gd name="connsiteX4" fmla="*/ 23552 w 41419"/>
                    <a:gd name="connsiteY4" fmla="*/ 29562 h 98756"/>
                    <a:gd name="connsiteX5" fmla="*/ 23552 w 41419"/>
                    <a:gd name="connsiteY5" fmla="*/ 80077 h 98756"/>
                    <a:gd name="connsiteX6" fmla="*/ 33785 w 41419"/>
                    <a:gd name="connsiteY6" fmla="*/ 91609 h 98756"/>
                    <a:gd name="connsiteX7" fmla="*/ 41419 w 41419"/>
                    <a:gd name="connsiteY7" fmla="*/ 90635 h 98756"/>
                    <a:gd name="connsiteX8" fmla="*/ 41419 w 41419"/>
                    <a:gd name="connsiteY8" fmla="*/ 97619 h 98756"/>
                    <a:gd name="connsiteX9" fmla="*/ 32810 w 41419"/>
                    <a:gd name="connsiteY9" fmla="*/ 98756 h 98756"/>
                    <a:gd name="connsiteX10" fmla="*/ 14781 w 41419"/>
                    <a:gd name="connsiteY10" fmla="*/ 78940 h 98756"/>
                    <a:gd name="connsiteX11" fmla="*/ 14781 w 41419"/>
                    <a:gd name="connsiteY11" fmla="*/ 29724 h 98756"/>
                    <a:gd name="connsiteX12" fmla="*/ 0 w 41419"/>
                    <a:gd name="connsiteY12" fmla="*/ 29724 h 98756"/>
                    <a:gd name="connsiteX13" fmla="*/ 0 w 41419"/>
                    <a:gd name="connsiteY13" fmla="*/ 21928 h 98756"/>
                    <a:gd name="connsiteX14" fmla="*/ 14781 w 41419"/>
                    <a:gd name="connsiteY14" fmla="*/ 21928 h 98756"/>
                    <a:gd name="connsiteX15" fmla="*/ 14781 w 41419"/>
                    <a:gd name="connsiteY15" fmla="*/ 162 h 98756"/>
                    <a:gd name="connsiteX16" fmla="*/ 23552 w 41419"/>
                    <a:gd name="connsiteY16" fmla="*/ 162 h 98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41419" h="98756">
                      <a:moveTo>
                        <a:pt x="23552" y="0"/>
                      </a:moveTo>
                      <a:lnTo>
                        <a:pt x="23552" y="21765"/>
                      </a:lnTo>
                      <a:lnTo>
                        <a:pt x="40445" y="21765"/>
                      </a:lnTo>
                      <a:lnTo>
                        <a:pt x="40445" y="29562"/>
                      </a:lnTo>
                      <a:lnTo>
                        <a:pt x="23552" y="29562"/>
                      </a:lnTo>
                      <a:lnTo>
                        <a:pt x="23552" y="80077"/>
                      </a:lnTo>
                      <a:cubicBezTo>
                        <a:pt x="23552" y="89823"/>
                        <a:pt x="28100" y="91609"/>
                        <a:pt x="33785" y="91609"/>
                      </a:cubicBezTo>
                      <a:cubicBezTo>
                        <a:pt x="37521" y="91609"/>
                        <a:pt x="40282" y="90960"/>
                        <a:pt x="41419" y="90635"/>
                      </a:cubicBezTo>
                      <a:lnTo>
                        <a:pt x="41419" y="97619"/>
                      </a:lnTo>
                      <a:cubicBezTo>
                        <a:pt x="39145" y="98269"/>
                        <a:pt x="36059" y="98756"/>
                        <a:pt x="32810" y="98756"/>
                      </a:cubicBezTo>
                      <a:cubicBezTo>
                        <a:pt x="22253" y="98756"/>
                        <a:pt x="14781" y="95020"/>
                        <a:pt x="14781" y="78940"/>
                      </a:cubicBezTo>
                      <a:lnTo>
                        <a:pt x="14781" y="29724"/>
                      </a:lnTo>
                      <a:lnTo>
                        <a:pt x="0" y="29724"/>
                      </a:lnTo>
                      <a:lnTo>
                        <a:pt x="0" y="21928"/>
                      </a:lnTo>
                      <a:lnTo>
                        <a:pt x="14781" y="21928"/>
                      </a:lnTo>
                      <a:lnTo>
                        <a:pt x="14781" y="162"/>
                      </a:lnTo>
                      <a:lnTo>
                        <a:pt x="23552" y="16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0" name="자유형: 도형 209">
                  <a:extLst>
                    <a:ext uri="{FF2B5EF4-FFF2-40B4-BE49-F238E27FC236}">
                      <a16:creationId xmlns:a16="http://schemas.microsoft.com/office/drawing/2014/main" id="{87DD42E6-4AE0-CD02-4C9A-7823507989C8}"/>
                    </a:ext>
                  </a:extLst>
                </p:cNvPr>
                <p:cNvSpPr/>
                <p:nvPr/>
              </p:nvSpPr>
              <p:spPr>
                <a:xfrm>
                  <a:off x="4357761" y="2917349"/>
                  <a:ext cx="10070" cy="108501"/>
                </a:xfrm>
                <a:custGeom>
                  <a:avLst/>
                  <a:gdLst>
                    <a:gd name="connsiteX0" fmla="*/ 10070 w 10070"/>
                    <a:gd name="connsiteY0" fmla="*/ 0 h 108501"/>
                    <a:gd name="connsiteX1" fmla="*/ 10070 w 10070"/>
                    <a:gd name="connsiteY1" fmla="*/ 10720 h 108501"/>
                    <a:gd name="connsiteX2" fmla="*/ 0 w 10070"/>
                    <a:gd name="connsiteY2" fmla="*/ 10720 h 108501"/>
                    <a:gd name="connsiteX3" fmla="*/ 0 w 10070"/>
                    <a:gd name="connsiteY3" fmla="*/ 0 h 108501"/>
                    <a:gd name="connsiteX4" fmla="*/ 10070 w 10070"/>
                    <a:gd name="connsiteY4" fmla="*/ 0 h 108501"/>
                    <a:gd name="connsiteX5" fmla="*/ 650 w 10070"/>
                    <a:gd name="connsiteY5" fmla="*/ 32486 h 108501"/>
                    <a:gd name="connsiteX6" fmla="*/ 9583 w 10070"/>
                    <a:gd name="connsiteY6" fmla="*/ 32486 h 108501"/>
                    <a:gd name="connsiteX7" fmla="*/ 9583 w 10070"/>
                    <a:gd name="connsiteY7" fmla="*/ 108502 h 108501"/>
                    <a:gd name="connsiteX8" fmla="*/ 650 w 10070"/>
                    <a:gd name="connsiteY8" fmla="*/ 108502 h 108501"/>
                    <a:gd name="connsiteX9" fmla="*/ 650 w 10070"/>
                    <a:gd name="connsiteY9" fmla="*/ 32486 h 108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70" h="108501">
                      <a:moveTo>
                        <a:pt x="10070" y="0"/>
                      </a:moveTo>
                      <a:lnTo>
                        <a:pt x="10070" y="10720"/>
                      </a:lnTo>
                      <a:lnTo>
                        <a:pt x="0" y="10720"/>
                      </a:lnTo>
                      <a:lnTo>
                        <a:pt x="0" y="0"/>
                      </a:lnTo>
                      <a:lnTo>
                        <a:pt x="10070" y="0"/>
                      </a:lnTo>
                      <a:close/>
                      <a:moveTo>
                        <a:pt x="650" y="32486"/>
                      </a:moveTo>
                      <a:lnTo>
                        <a:pt x="9583" y="32486"/>
                      </a:lnTo>
                      <a:lnTo>
                        <a:pt x="9583" y="108502"/>
                      </a:lnTo>
                      <a:lnTo>
                        <a:pt x="650" y="108502"/>
                      </a:lnTo>
                      <a:lnTo>
                        <a:pt x="650" y="32486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1" name="자유형: 도형 210">
                  <a:extLst>
                    <a:ext uri="{FF2B5EF4-FFF2-40B4-BE49-F238E27FC236}">
                      <a16:creationId xmlns:a16="http://schemas.microsoft.com/office/drawing/2014/main" id="{30C9F11B-1785-B866-BA32-0AFFEB7666DF}"/>
                    </a:ext>
                  </a:extLst>
                </p:cNvPr>
                <p:cNvSpPr/>
                <p:nvPr/>
              </p:nvSpPr>
              <p:spPr>
                <a:xfrm>
                  <a:off x="4391709" y="2948535"/>
                  <a:ext cx="57824" cy="77315"/>
                </a:xfrm>
                <a:custGeom>
                  <a:avLst/>
                  <a:gdLst>
                    <a:gd name="connsiteX0" fmla="*/ 9421 w 57824"/>
                    <a:gd name="connsiteY0" fmla="*/ 2436 h 77315"/>
                    <a:gd name="connsiteX1" fmla="*/ 8934 w 57824"/>
                    <a:gd name="connsiteY1" fmla="*/ 13806 h 77315"/>
                    <a:gd name="connsiteX2" fmla="*/ 31998 w 57824"/>
                    <a:gd name="connsiteY2" fmla="*/ 0 h 77315"/>
                    <a:gd name="connsiteX3" fmla="*/ 57824 w 57824"/>
                    <a:gd name="connsiteY3" fmla="*/ 27125 h 77315"/>
                    <a:gd name="connsiteX4" fmla="*/ 57824 w 57824"/>
                    <a:gd name="connsiteY4" fmla="*/ 77316 h 77315"/>
                    <a:gd name="connsiteX5" fmla="*/ 49216 w 57824"/>
                    <a:gd name="connsiteY5" fmla="*/ 77316 h 77315"/>
                    <a:gd name="connsiteX6" fmla="*/ 49216 w 57824"/>
                    <a:gd name="connsiteY6" fmla="*/ 29887 h 77315"/>
                    <a:gd name="connsiteX7" fmla="*/ 29887 w 57824"/>
                    <a:gd name="connsiteY7" fmla="*/ 7472 h 77315"/>
                    <a:gd name="connsiteX8" fmla="*/ 8609 w 57824"/>
                    <a:gd name="connsiteY8" fmla="*/ 32810 h 77315"/>
                    <a:gd name="connsiteX9" fmla="*/ 8609 w 57824"/>
                    <a:gd name="connsiteY9" fmla="*/ 77316 h 77315"/>
                    <a:gd name="connsiteX10" fmla="*/ 0 w 57824"/>
                    <a:gd name="connsiteY10" fmla="*/ 77316 h 77315"/>
                    <a:gd name="connsiteX11" fmla="*/ 0 w 57824"/>
                    <a:gd name="connsiteY11" fmla="*/ 2436 h 77315"/>
                    <a:gd name="connsiteX12" fmla="*/ 9258 w 57824"/>
                    <a:gd name="connsiteY12" fmla="*/ 2436 h 773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7824" h="77315">
                      <a:moveTo>
                        <a:pt x="9421" y="2436"/>
                      </a:moveTo>
                      <a:lnTo>
                        <a:pt x="8934" y="13806"/>
                      </a:lnTo>
                      <a:cubicBezTo>
                        <a:pt x="12832" y="5847"/>
                        <a:pt x="21603" y="0"/>
                        <a:pt x="31998" y="0"/>
                      </a:cubicBezTo>
                      <a:cubicBezTo>
                        <a:pt x="48403" y="0"/>
                        <a:pt x="57824" y="9258"/>
                        <a:pt x="57824" y="27125"/>
                      </a:cubicBezTo>
                      <a:lnTo>
                        <a:pt x="57824" y="77316"/>
                      </a:lnTo>
                      <a:lnTo>
                        <a:pt x="49216" y="77316"/>
                      </a:lnTo>
                      <a:lnTo>
                        <a:pt x="49216" y="29887"/>
                      </a:lnTo>
                      <a:cubicBezTo>
                        <a:pt x="49216" y="15106"/>
                        <a:pt x="43043" y="7472"/>
                        <a:pt x="29887" y="7472"/>
                      </a:cubicBezTo>
                      <a:cubicBezTo>
                        <a:pt x="19654" y="7472"/>
                        <a:pt x="8609" y="16568"/>
                        <a:pt x="8609" y="32810"/>
                      </a:cubicBezTo>
                      <a:lnTo>
                        <a:pt x="8609" y="77316"/>
                      </a:lnTo>
                      <a:lnTo>
                        <a:pt x="0" y="77316"/>
                      </a:lnTo>
                      <a:lnTo>
                        <a:pt x="0" y="2436"/>
                      </a:lnTo>
                      <a:lnTo>
                        <a:pt x="9258" y="2436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2" name="자유형: 도형 211">
                  <a:extLst>
                    <a:ext uri="{FF2B5EF4-FFF2-40B4-BE49-F238E27FC236}">
                      <a16:creationId xmlns:a16="http://schemas.microsoft.com/office/drawing/2014/main" id="{1F735E97-C97B-135F-197D-EDCF8290FBB7}"/>
                    </a:ext>
                  </a:extLst>
                </p:cNvPr>
                <p:cNvSpPr/>
                <p:nvPr/>
              </p:nvSpPr>
              <p:spPr>
                <a:xfrm>
                  <a:off x="4468699" y="2947885"/>
                  <a:ext cx="64483" cy="106227"/>
                </a:xfrm>
                <a:custGeom>
                  <a:avLst/>
                  <a:gdLst>
                    <a:gd name="connsiteX0" fmla="*/ 56200 w 64483"/>
                    <a:gd name="connsiteY0" fmla="*/ 65783 h 106227"/>
                    <a:gd name="connsiteX1" fmla="*/ 31186 w 64483"/>
                    <a:gd name="connsiteY1" fmla="*/ 79752 h 106227"/>
                    <a:gd name="connsiteX2" fmla="*/ 0 w 64483"/>
                    <a:gd name="connsiteY2" fmla="*/ 40120 h 106227"/>
                    <a:gd name="connsiteX3" fmla="*/ 31348 w 64483"/>
                    <a:gd name="connsiteY3" fmla="*/ 0 h 106227"/>
                    <a:gd name="connsiteX4" fmla="*/ 56362 w 64483"/>
                    <a:gd name="connsiteY4" fmla="*/ 14294 h 106227"/>
                    <a:gd name="connsiteX5" fmla="*/ 55875 w 64483"/>
                    <a:gd name="connsiteY5" fmla="*/ 2436 h 106227"/>
                    <a:gd name="connsiteX6" fmla="*/ 64484 w 64483"/>
                    <a:gd name="connsiteY6" fmla="*/ 2436 h 106227"/>
                    <a:gd name="connsiteX7" fmla="*/ 64484 w 64483"/>
                    <a:gd name="connsiteY7" fmla="*/ 77316 h 106227"/>
                    <a:gd name="connsiteX8" fmla="*/ 31673 w 64483"/>
                    <a:gd name="connsiteY8" fmla="*/ 106228 h 106227"/>
                    <a:gd name="connsiteX9" fmla="*/ 1787 w 64483"/>
                    <a:gd name="connsiteY9" fmla="*/ 84950 h 106227"/>
                    <a:gd name="connsiteX10" fmla="*/ 12182 w 64483"/>
                    <a:gd name="connsiteY10" fmla="*/ 84950 h 106227"/>
                    <a:gd name="connsiteX11" fmla="*/ 32486 w 64483"/>
                    <a:gd name="connsiteY11" fmla="*/ 98756 h 106227"/>
                    <a:gd name="connsiteX12" fmla="*/ 55550 w 64483"/>
                    <a:gd name="connsiteY12" fmla="*/ 75529 h 106227"/>
                    <a:gd name="connsiteX13" fmla="*/ 56038 w 64483"/>
                    <a:gd name="connsiteY13" fmla="*/ 65621 h 106227"/>
                    <a:gd name="connsiteX14" fmla="*/ 56687 w 64483"/>
                    <a:gd name="connsiteY14" fmla="*/ 41419 h 106227"/>
                    <a:gd name="connsiteX15" fmla="*/ 31511 w 64483"/>
                    <a:gd name="connsiteY15" fmla="*/ 7959 h 106227"/>
                    <a:gd name="connsiteX16" fmla="*/ 8933 w 64483"/>
                    <a:gd name="connsiteY16" fmla="*/ 41094 h 106227"/>
                    <a:gd name="connsiteX17" fmla="*/ 32648 w 64483"/>
                    <a:gd name="connsiteY17" fmla="*/ 71955 h 106227"/>
                    <a:gd name="connsiteX18" fmla="*/ 56687 w 64483"/>
                    <a:gd name="connsiteY18" fmla="*/ 41581 h 106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64483" h="106227">
                      <a:moveTo>
                        <a:pt x="56200" y="65783"/>
                      </a:moveTo>
                      <a:cubicBezTo>
                        <a:pt x="50352" y="76341"/>
                        <a:pt x="39795" y="79752"/>
                        <a:pt x="31186" y="79752"/>
                      </a:cubicBezTo>
                      <a:cubicBezTo>
                        <a:pt x="8771" y="79752"/>
                        <a:pt x="0" y="61073"/>
                        <a:pt x="0" y="40120"/>
                      </a:cubicBezTo>
                      <a:cubicBezTo>
                        <a:pt x="0" y="18029"/>
                        <a:pt x="9421" y="0"/>
                        <a:pt x="31348" y="0"/>
                      </a:cubicBezTo>
                      <a:cubicBezTo>
                        <a:pt x="43043" y="0"/>
                        <a:pt x="51165" y="4548"/>
                        <a:pt x="56362" y="14294"/>
                      </a:cubicBezTo>
                      <a:lnTo>
                        <a:pt x="55875" y="2436"/>
                      </a:lnTo>
                      <a:lnTo>
                        <a:pt x="64484" y="2436"/>
                      </a:lnTo>
                      <a:lnTo>
                        <a:pt x="64484" y="77316"/>
                      </a:lnTo>
                      <a:cubicBezTo>
                        <a:pt x="64484" y="97294"/>
                        <a:pt x="51977" y="106228"/>
                        <a:pt x="31673" y="106228"/>
                      </a:cubicBezTo>
                      <a:cubicBezTo>
                        <a:pt x="14456" y="106228"/>
                        <a:pt x="3249" y="98756"/>
                        <a:pt x="1787" y="84950"/>
                      </a:cubicBezTo>
                      <a:lnTo>
                        <a:pt x="12182" y="84950"/>
                      </a:lnTo>
                      <a:cubicBezTo>
                        <a:pt x="12832" y="94208"/>
                        <a:pt x="23714" y="98756"/>
                        <a:pt x="32486" y="98756"/>
                      </a:cubicBezTo>
                      <a:cubicBezTo>
                        <a:pt x="46779" y="98756"/>
                        <a:pt x="55550" y="92259"/>
                        <a:pt x="55550" y="75529"/>
                      </a:cubicBezTo>
                      <a:lnTo>
                        <a:pt x="56038" y="65621"/>
                      </a:lnTo>
                      <a:close/>
                      <a:moveTo>
                        <a:pt x="56687" y="41419"/>
                      </a:moveTo>
                      <a:cubicBezTo>
                        <a:pt x="56687" y="23714"/>
                        <a:pt x="50352" y="7959"/>
                        <a:pt x="31511" y="7959"/>
                      </a:cubicBezTo>
                      <a:cubicBezTo>
                        <a:pt x="14618" y="7959"/>
                        <a:pt x="8933" y="26476"/>
                        <a:pt x="8933" y="41094"/>
                      </a:cubicBezTo>
                      <a:cubicBezTo>
                        <a:pt x="8933" y="56525"/>
                        <a:pt x="16080" y="71955"/>
                        <a:pt x="32648" y="71955"/>
                      </a:cubicBezTo>
                      <a:cubicBezTo>
                        <a:pt x="49216" y="71955"/>
                        <a:pt x="56687" y="57337"/>
                        <a:pt x="56687" y="41581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3" name="자유형: 도형 212">
                  <a:extLst>
                    <a:ext uri="{FF2B5EF4-FFF2-40B4-BE49-F238E27FC236}">
                      <a16:creationId xmlns:a16="http://schemas.microsoft.com/office/drawing/2014/main" id="{C93FA9EE-AD08-C337-CB04-BAB062C2DF52}"/>
                    </a:ext>
                  </a:extLst>
                </p:cNvPr>
                <p:cNvSpPr/>
                <p:nvPr/>
              </p:nvSpPr>
              <p:spPr>
                <a:xfrm>
                  <a:off x="4554956" y="2911339"/>
                  <a:ext cx="106251" cy="119221"/>
                </a:xfrm>
                <a:custGeom>
                  <a:avLst/>
                  <a:gdLst>
                    <a:gd name="connsiteX0" fmla="*/ 76496 w 106251"/>
                    <a:gd name="connsiteY0" fmla="*/ 30049 h 119221"/>
                    <a:gd name="connsiteX1" fmla="*/ 84130 w 106251"/>
                    <a:gd name="connsiteY1" fmla="*/ 30049 h 119221"/>
                    <a:gd name="connsiteX2" fmla="*/ 69836 w 106251"/>
                    <a:gd name="connsiteY2" fmla="*/ 75204 h 119221"/>
                    <a:gd name="connsiteX3" fmla="*/ 72597 w 106251"/>
                    <a:gd name="connsiteY3" fmla="*/ 87711 h 119221"/>
                    <a:gd name="connsiteX4" fmla="*/ 97774 w 106251"/>
                    <a:gd name="connsiteY4" fmla="*/ 49053 h 119221"/>
                    <a:gd name="connsiteX5" fmla="*/ 60903 w 106251"/>
                    <a:gd name="connsiteY5" fmla="*/ 6660 h 119221"/>
                    <a:gd name="connsiteX6" fmla="*/ 8763 w 106251"/>
                    <a:gd name="connsiteY6" fmla="*/ 63184 h 119221"/>
                    <a:gd name="connsiteX7" fmla="*/ 53756 w 106251"/>
                    <a:gd name="connsiteY7" fmla="*/ 112238 h 119221"/>
                    <a:gd name="connsiteX8" fmla="*/ 95987 w 106251"/>
                    <a:gd name="connsiteY8" fmla="*/ 89985 h 119221"/>
                    <a:gd name="connsiteX9" fmla="*/ 104596 w 106251"/>
                    <a:gd name="connsiteY9" fmla="*/ 89985 h 119221"/>
                    <a:gd name="connsiteX10" fmla="*/ 53756 w 106251"/>
                    <a:gd name="connsiteY10" fmla="*/ 119222 h 119221"/>
                    <a:gd name="connsiteX11" fmla="*/ 155 w 106251"/>
                    <a:gd name="connsiteY11" fmla="*/ 62047 h 119221"/>
                    <a:gd name="connsiteX12" fmla="*/ 60740 w 106251"/>
                    <a:gd name="connsiteY12" fmla="*/ 0 h 119221"/>
                    <a:gd name="connsiteX13" fmla="*/ 106058 w 106251"/>
                    <a:gd name="connsiteY13" fmla="*/ 49378 h 119221"/>
                    <a:gd name="connsiteX14" fmla="*/ 72760 w 106251"/>
                    <a:gd name="connsiteY14" fmla="*/ 94046 h 119221"/>
                    <a:gd name="connsiteX15" fmla="*/ 63339 w 106251"/>
                    <a:gd name="connsiteY15" fmla="*/ 80402 h 119221"/>
                    <a:gd name="connsiteX16" fmla="*/ 42223 w 106251"/>
                    <a:gd name="connsiteY16" fmla="*/ 93721 h 119221"/>
                    <a:gd name="connsiteX17" fmla="*/ 23219 w 106251"/>
                    <a:gd name="connsiteY17" fmla="*/ 71793 h 119221"/>
                    <a:gd name="connsiteX18" fmla="*/ 57329 w 106251"/>
                    <a:gd name="connsiteY18" fmla="*/ 27613 h 119221"/>
                    <a:gd name="connsiteX19" fmla="*/ 72597 w 106251"/>
                    <a:gd name="connsiteY19" fmla="*/ 41257 h 119221"/>
                    <a:gd name="connsiteX20" fmla="*/ 76658 w 106251"/>
                    <a:gd name="connsiteY20" fmla="*/ 30049 h 119221"/>
                    <a:gd name="connsiteX21" fmla="*/ 43523 w 106251"/>
                    <a:gd name="connsiteY21" fmla="*/ 86574 h 119221"/>
                    <a:gd name="connsiteX22" fmla="*/ 67887 w 106251"/>
                    <a:gd name="connsiteY22" fmla="*/ 48241 h 119221"/>
                    <a:gd name="connsiteX23" fmla="*/ 56679 w 106251"/>
                    <a:gd name="connsiteY23" fmla="*/ 34597 h 119221"/>
                    <a:gd name="connsiteX24" fmla="*/ 31503 w 106251"/>
                    <a:gd name="connsiteY24" fmla="*/ 71631 h 119221"/>
                    <a:gd name="connsiteX25" fmla="*/ 43523 w 106251"/>
                    <a:gd name="connsiteY25" fmla="*/ 86574 h 1192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06251" h="119221">
                      <a:moveTo>
                        <a:pt x="76496" y="30049"/>
                      </a:moveTo>
                      <a:lnTo>
                        <a:pt x="84130" y="30049"/>
                      </a:lnTo>
                      <a:lnTo>
                        <a:pt x="69836" y="75204"/>
                      </a:lnTo>
                      <a:cubicBezTo>
                        <a:pt x="67400" y="82026"/>
                        <a:pt x="67725" y="87711"/>
                        <a:pt x="72597" y="87711"/>
                      </a:cubicBezTo>
                      <a:cubicBezTo>
                        <a:pt x="85754" y="87711"/>
                        <a:pt x="96312" y="66920"/>
                        <a:pt x="97774" y="49053"/>
                      </a:cubicBezTo>
                      <a:cubicBezTo>
                        <a:pt x="99723" y="22740"/>
                        <a:pt x="85916" y="6660"/>
                        <a:pt x="60903" y="6660"/>
                      </a:cubicBezTo>
                      <a:cubicBezTo>
                        <a:pt x="31341" y="6660"/>
                        <a:pt x="10063" y="33785"/>
                        <a:pt x="8763" y="63184"/>
                      </a:cubicBezTo>
                      <a:cubicBezTo>
                        <a:pt x="7139" y="96807"/>
                        <a:pt x="21920" y="112238"/>
                        <a:pt x="53756" y="112238"/>
                      </a:cubicBezTo>
                      <a:cubicBezTo>
                        <a:pt x="70648" y="112238"/>
                        <a:pt x="88515" y="104279"/>
                        <a:pt x="95987" y="89985"/>
                      </a:cubicBezTo>
                      <a:lnTo>
                        <a:pt x="104596" y="89985"/>
                      </a:lnTo>
                      <a:cubicBezTo>
                        <a:pt x="96149" y="107365"/>
                        <a:pt x="78120" y="119222"/>
                        <a:pt x="53756" y="119222"/>
                      </a:cubicBezTo>
                      <a:cubicBezTo>
                        <a:pt x="14611" y="119222"/>
                        <a:pt x="-1794" y="100543"/>
                        <a:pt x="155" y="62047"/>
                      </a:cubicBezTo>
                      <a:cubicBezTo>
                        <a:pt x="1941" y="29237"/>
                        <a:pt x="26143" y="0"/>
                        <a:pt x="60740" y="0"/>
                      </a:cubicBezTo>
                      <a:cubicBezTo>
                        <a:pt x="93063" y="0"/>
                        <a:pt x="108169" y="19654"/>
                        <a:pt x="106058" y="49378"/>
                      </a:cubicBezTo>
                      <a:cubicBezTo>
                        <a:pt x="104108" y="74067"/>
                        <a:pt x="88515" y="94046"/>
                        <a:pt x="72760" y="94046"/>
                      </a:cubicBezTo>
                      <a:cubicBezTo>
                        <a:pt x="65451" y="94046"/>
                        <a:pt x="61715" y="90147"/>
                        <a:pt x="63339" y="80402"/>
                      </a:cubicBezTo>
                      <a:cubicBezTo>
                        <a:pt x="58304" y="89335"/>
                        <a:pt x="50995" y="93721"/>
                        <a:pt x="42223" y="93721"/>
                      </a:cubicBezTo>
                      <a:cubicBezTo>
                        <a:pt x="29392" y="93721"/>
                        <a:pt x="23219" y="84625"/>
                        <a:pt x="23219" y="71793"/>
                      </a:cubicBezTo>
                      <a:cubicBezTo>
                        <a:pt x="23219" y="51002"/>
                        <a:pt x="35077" y="27613"/>
                        <a:pt x="57329" y="27613"/>
                      </a:cubicBezTo>
                      <a:cubicBezTo>
                        <a:pt x="66587" y="27613"/>
                        <a:pt x="72760" y="32810"/>
                        <a:pt x="72597" y="41257"/>
                      </a:cubicBezTo>
                      <a:lnTo>
                        <a:pt x="76658" y="30049"/>
                      </a:lnTo>
                      <a:close/>
                      <a:moveTo>
                        <a:pt x="43523" y="86574"/>
                      </a:moveTo>
                      <a:cubicBezTo>
                        <a:pt x="58141" y="86574"/>
                        <a:pt x="67887" y="62535"/>
                        <a:pt x="67887" y="48241"/>
                      </a:cubicBezTo>
                      <a:cubicBezTo>
                        <a:pt x="67887" y="39632"/>
                        <a:pt x="63502" y="34597"/>
                        <a:pt x="56679" y="34597"/>
                      </a:cubicBezTo>
                      <a:cubicBezTo>
                        <a:pt x="40924" y="34597"/>
                        <a:pt x="31503" y="56850"/>
                        <a:pt x="31503" y="71631"/>
                      </a:cubicBezTo>
                      <a:cubicBezTo>
                        <a:pt x="31503" y="80564"/>
                        <a:pt x="35077" y="86574"/>
                        <a:pt x="43523" y="8657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4" name="자유형: 도형 213">
                  <a:extLst>
                    <a:ext uri="{FF2B5EF4-FFF2-40B4-BE49-F238E27FC236}">
                      <a16:creationId xmlns:a16="http://schemas.microsoft.com/office/drawing/2014/main" id="{7A1B8CE9-9F38-EA0A-38A9-1613D10B6DEA}"/>
                    </a:ext>
                  </a:extLst>
                </p:cNvPr>
                <p:cNvSpPr/>
                <p:nvPr/>
              </p:nvSpPr>
              <p:spPr>
                <a:xfrm>
                  <a:off x="4679043" y="2948372"/>
                  <a:ext cx="62047" cy="78939"/>
                </a:xfrm>
                <a:custGeom>
                  <a:avLst/>
                  <a:gdLst>
                    <a:gd name="connsiteX0" fmla="*/ 53114 w 62047"/>
                    <a:gd name="connsiteY0" fmla="*/ 25501 h 78939"/>
                    <a:gd name="connsiteX1" fmla="*/ 31998 w 62047"/>
                    <a:gd name="connsiteY1" fmla="*/ 7797 h 78939"/>
                    <a:gd name="connsiteX2" fmla="*/ 8934 w 62047"/>
                    <a:gd name="connsiteY2" fmla="*/ 39470 h 78939"/>
                    <a:gd name="connsiteX3" fmla="*/ 31998 w 62047"/>
                    <a:gd name="connsiteY3" fmla="*/ 71306 h 78939"/>
                    <a:gd name="connsiteX4" fmla="*/ 52951 w 62047"/>
                    <a:gd name="connsiteY4" fmla="*/ 53276 h 78939"/>
                    <a:gd name="connsiteX5" fmla="*/ 62047 w 62047"/>
                    <a:gd name="connsiteY5" fmla="*/ 53276 h 78939"/>
                    <a:gd name="connsiteX6" fmla="*/ 32323 w 62047"/>
                    <a:gd name="connsiteY6" fmla="*/ 78940 h 78939"/>
                    <a:gd name="connsiteX7" fmla="*/ 0 w 62047"/>
                    <a:gd name="connsiteY7" fmla="*/ 39470 h 78939"/>
                    <a:gd name="connsiteX8" fmla="*/ 32973 w 62047"/>
                    <a:gd name="connsiteY8" fmla="*/ 0 h 78939"/>
                    <a:gd name="connsiteX9" fmla="*/ 61885 w 62047"/>
                    <a:gd name="connsiteY9" fmla="*/ 25339 h 78939"/>
                    <a:gd name="connsiteX10" fmla="*/ 52951 w 62047"/>
                    <a:gd name="connsiteY10" fmla="*/ 25339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2047" h="78939">
                      <a:moveTo>
                        <a:pt x="53114" y="25501"/>
                      </a:moveTo>
                      <a:cubicBezTo>
                        <a:pt x="52464" y="13644"/>
                        <a:pt x="44180" y="7797"/>
                        <a:pt x="31998" y="7797"/>
                      </a:cubicBezTo>
                      <a:cubicBezTo>
                        <a:pt x="19004" y="7797"/>
                        <a:pt x="8934" y="21765"/>
                        <a:pt x="8934" y="39470"/>
                      </a:cubicBezTo>
                      <a:cubicBezTo>
                        <a:pt x="8934" y="57175"/>
                        <a:pt x="19004" y="71306"/>
                        <a:pt x="31998" y="71306"/>
                      </a:cubicBezTo>
                      <a:cubicBezTo>
                        <a:pt x="43368" y="71306"/>
                        <a:pt x="51652" y="65296"/>
                        <a:pt x="52951" y="53276"/>
                      </a:cubicBezTo>
                      <a:lnTo>
                        <a:pt x="62047" y="53276"/>
                      </a:lnTo>
                      <a:cubicBezTo>
                        <a:pt x="59611" y="70331"/>
                        <a:pt x="48241" y="78940"/>
                        <a:pt x="32323" y="78940"/>
                      </a:cubicBezTo>
                      <a:cubicBezTo>
                        <a:pt x="10395" y="78940"/>
                        <a:pt x="0" y="60586"/>
                        <a:pt x="0" y="39470"/>
                      </a:cubicBezTo>
                      <a:cubicBezTo>
                        <a:pt x="0" y="18354"/>
                        <a:pt x="11045" y="0"/>
                        <a:pt x="32973" y="0"/>
                      </a:cubicBezTo>
                      <a:cubicBezTo>
                        <a:pt x="48403" y="0"/>
                        <a:pt x="61073" y="9421"/>
                        <a:pt x="61885" y="25339"/>
                      </a:cubicBezTo>
                      <a:lnTo>
                        <a:pt x="52951" y="25339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5" name="자유형: 도형 214">
                  <a:extLst>
                    <a:ext uri="{FF2B5EF4-FFF2-40B4-BE49-F238E27FC236}">
                      <a16:creationId xmlns:a16="http://schemas.microsoft.com/office/drawing/2014/main" id="{9222B786-9A84-33EF-4542-6A8D7DB7B66D}"/>
                    </a:ext>
                  </a:extLst>
                </p:cNvPr>
                <p:cNvSpPr/>
                <p:nvPr/>
              </p:nvSpPr>
              <p:spPr>
                <a:xfrm>
                  <a:off x="4758470" y="2948535"/>
                  <a:ext cx="102491" cy="77478"/>
                </a:xfrm>
                <a:custGeom>
                  <a:avLst/>
                  <a:gdLst>
                    <a:gd name="connsiteX0" fmla="*/ 76828 w 102491"/>
                    <a:gd name="connsiteY0" fmla="*/ 162 h 77478"/>
                    <a:gd name="connsiteX1" fmla="*/ 102492 w 102491"/>
                    <a:gd name="connsiteY1" fmla="*/ 27288 h 77478"/>
                    <a:gd name="connsiteX2" fmla="*/ 102492 w 102491"/>
                    <a:gd name="connsiteY2" fmla="*/ 77478 h 77478"/>
                    <a:gd name="connsiteX3" fmla="*/ 93883 w 102491"/>
                    <a:gd name="connsiteY3" fmla="*/ 77478 h 77478"/>
                    <a:gd name="connsiteX4" fmla="*/ 93883 w 102491"/>
                    <a:gd name="connsiteY4" fmla="*/ 30049 h 77478"/>
                    <a:gd name="connsiteX5" fmla="*/ 75691 w 102491"/>
                    <a:gd name="connsiteY5" fmla="*/ 7634 h 77478"/>
                    <a:gd name="connsiteX6" fmla="*/ 55713 w 102491"/>
                    <a:gd name="connsiteY6" fmla="*/ 28750 h 77478"/>
                    <a:gd name="connsiteX7" fmla="*/ 55713 w 102491"/>
                    <a:gd name="connsiteY7" fmla="*/ 77316 h 77478"/>
                    <a:gd name="connsiteX8" fmla="*/ 47104 w 102491"/>
                    <a:gd name="connsiteY8" fmla="*/ 77316 h 77478"/>
                    <a:gd name="connsiteX9" fmla="*/ 47104 w 102491"/>
                    <a:gd name="connsiteY9" fmla="*/ 29887 h 77478"/>
                    <a:gd name="connsiteX10" fmla="*/ 29237 w 102491"/>
                    <a:gd name="connsiteY10" fmla="*/ 7472 h 77478"/>
                    <a:gd name="connsiteX11" fmla="*/ 8609 w 102491"/>
                    <a:gd name="connsiteY11" fmla="*/ 32810 h 77478"/>
                    <a:gd name="connsiteX12" fmla="*/ 8609 w 102491"/>
                    <a:gd name="connsiteY12" fmla="*/ 77316 h 77478"/>
                    <a:gd name="connsiteX13" fmla="*/ 0 w 102491"/>
                    <a:gd name="connsiteY13" fmla="*/ 77316 h 77478"/>
                    <a:gd name="connsiteX14" fmla="*/ 0 w 102491"/>
                    <a:gd name="connsiteY14" fmla="*/ 2436 h 77478"/>
                    <a:gd name="connsiteX15" fmla="*/ 9258 w 102491"/>
                    <a:gd name="connsiteY15" fmla="*/ 2436 h 77478"/>
                    <a:gd name="connsiteX16" fmla="*/ 8771 w 102491"/>
                    <a:gd name="connsiteY16" fmla="*/ 13806 h 77478"/>
                    <a:gd name="connsiteX17" fmla="*/ 31836 w 102491"/>
                    <a:gd name="connsiteY17" fmla="*/ 0 h 77478"/>
                    <a:gd name="connsiteX18" fmla="*/ 53926 w 102491"/>
                    <a:gd name="connsiteY18" fmla="*/ 15431 h 77478"/>
                    <a:gd name="connsiteX19" fmla="*/ 76828 w 102491"/>
                    <a:gd name="connsiteY19" fmla="*/ 0 h 774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02491" h="77478">
                      <a:moveTo>
                        <a:pt x="76828" y="162"/>
                      </a:moveTo>
                      <a:cubicBezTo>
                        <a:pt x="92746" y="162"/>
                        <a:pt x="102492" y="9421"/>
                        <a:pt x="102492" y="27288"/>
                      </a:cubicBezTo>
                      <a:lnTo>
                        <a:pt x="102492" y="77478"/>
                      </a:lnTo>
                      <a:lnTo>
                        <a:pt x="93883" y="77478"/>
                      </a:lnTo>
                      <a:lnTo>
                        <a:pt x="93883" y="30049"/>
                      </a:lnTo>
                      <a:cubicBezTo>
                        <a:pt x="93883" y="15268"/>
                        <a:pt x="88685" y="7634"/>
                        <a:pt x="75691" y="7634"/>
                      </a:cubicBezTo>
                      <a:cubicBezTo>
                        <a:pt x="66920" y="7634"/>
                        <a:pt x="57175" y="14943"/>
                        <a:pt x="55713" y="28750"/>
                      </a:cubicBezTo>
                      <a:lnTo>
                        <a:pt x="55713" y="77316"/>
                      </a:lnTo>
                      <a:lnTo>
                        <a:pt x="47104" y="77316"/>
                      </a:lnTo>
                      <a:lnTo>
                        <a:pt x="47104" y="29887"/>
                      </a:lnTo>
                      <a:cubicBezTo>
                        <a:pt x="47104" y="15106"/>
                        <a:pt x="41906" y="7472"/>
                        <a:pt x="29237" y="7472"/>
                      </a:cubicBezTo>
                      <a:cubicBezTo>
                        <a:pt x="19166" y="7472"/>
                        <a:pt x="8609" y="16568"/>
                        <a:pt x="8609" y="32810"/>
                      </a:cubicBezTo>
                      <a:lnTo>
                        <a:pt x="8609" y="77316"/>
                      </a:lnTo>
                      <a:lnTo>
                        <a:pt x="0" y="77316"/>
                      </a:lnTo>
                      <a:lnTo>
                        <a:pt x="0" y="2436"/>
                      </a:lnTo>
                      <a:lnTo>
                        <a:pt x="9258" y="2436"/>
                      </a:lnTo>
                      <a:lnTo>
                        <a:pt x="8771" y="13806"/>
                      </a:lnTo>
                      <a:cubicBezTo>
                        <a:pt x="12669" y="5847"/>
                        <a:pt x="21440" y="0"/>
                        <a:pt x="31836" y="0"/>
                      </a:cubicBezTo>
                      <a:cubicBezTo>
                        <a:pt x="42881" y="0"/>
                        <a:pt x="50028" y="4223"/>
                        <a:pt x="53926" y="15431"/>
                      </a:cubicBezTo>
                      <a:cubicBezTo>
                        <a:pt x="57824" y="6010"/>
                        <a:pt x="66433" y="0"/>
                        <a:pt x="76828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6" name="자유형: 도형 215">
                  <a:extLst>
                    <a:ext uri="{FF2B5EF4-FFF2-40B4-BE49-F238E27FC236}">
                      <a16:creationId xmlns:a16="http://schemas.microsoft.com/office/drawing/2014/main" id="{A55A75C5-E93F-ADB8-1B63-4E50E16AA56A}"/>
                    </a:ext>
                  </a:extLst>
                </p:cNvPr>
                <p:cNvSpPr/>
                <p:nvPr/>
              </p:nvSpPr>
              <p:spPr>
                <a:xfrm>
                  <a:off x="4884190" y="2948372"/>
                  <a:ext cx="66595" cy="78939"/>
                </a:xfrm>
                <a:custGeom>
                  <a:avLst/>
                  <a:gdLst>
                    <a:gd name="connsiteX0" fmla="*/ 63834 w 66595"/>
                    <a:gd name="connsiteY0" fmla="*/ 41257 h 78939"/>
                    <a:gd name="connsiteX1" fmla="*/ 8933 w 66595"/>
                    <a:gd name="connsiteY1" fmla="*/ 41257 h 78939"/>
                    <a:gd name="connsiteX2" fmla="*/ 34922 w 66595"/>
                    <a:gd name="connsiteY2" fmla="*/ 71468 h 78939"/>
                    <a:gd name="connsiteX3" fmla="*/ 56200 w 66595"/>
                    <a:gd name="connsiteY3" fmla="*/ 53276 h 78939"/>
                    <a:gd name="connsiteX4" fmla="*/ 65621 w 66595"/>
                    <a:gd name="connsiteY4" fmla="*/ 53276 h 78939"/>
                    <a:gd name="connsiteX5" fmla="*/ 32323 w 66595"/>
                    <a:gd name="connsiteY5" fmla="*/ 78940 h 78939"/>
                    <a:gd name="connsiteX6" fmla="*/ 0 w 66595"/>
                    <a:gd name="connsiteY6" fmla="*/ 39470 h 78939"/>
                    <a:gd name="connsiteX7" fmla="*/ 32973 w 66595"/>
                    <a:gd name="connsiteY7" fmla="*/ 0 h 78939"/>
                    <a:gd name="connsiteX8" fmla="*/ 66595 w 66595"/>
                    <a:gd name="connsiteY8" fmla="*/ 38008 h 78939"/>
                    <a:gd name="connsiteX9" fmla="*/ 63834 w 66595"/>
                    <a:gd name="connsiteY9" fmla="*/ 41094 h 78939"/>
                    <a:gd name="connsiteX10" fmla="*/ 57662 w 66595"/>
                    <a:gd name="connsiteY10" fmla="*/ 33785 h 78939"/>
                    <a:gd name="connsiteX11" fmla="*/ 32973 w 66595"/>
                    <a:gd name="connsiteY11" fmla="*/ 7634 h 78939"/>
                    <a:gd name="connsiteX12" fmla="*/ 9096 w 66595"/>
                    <a:gd name="connsiteY12" fmla="*/ 33785 h 78939"/>
                    <a:gd name="connsiteX13" fmla="*/ 57662 w 66595"/>
                    <a:gd name="connsiteY13" fmla="*/ 33785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6595" h="78939">
                      <a:moveTo>
                        <a:pt x="63834" y="41257"/>
                      </a:moveTo>
                      <a:lnTo>
                        <a:pt x="8933" y="41257"/>
                      </a:lnTo>
                      <a:cubicBezTo>
                        <a:pt x="8933" y="58312"/>
                        <a:pt x="17055" y="71468"/>
                        <a:pt x="34922" y="71468"/>
                      </a:cubicBezTo>
                      <a:cubicBezTo>
                        <a:pt x="45155" y="71468"/>
                        <a:pt x="53439" y="63834"/>
                        <a:pt x="56200" y="53276"/>
                      </a:cubicBezTo>
                      <a:lnTo>
                        <a:pt x="65621" y="53276"/>
                      </a:lnTo>
                      <a:cubicBezTo>
                        <a:pt x="61235" y="71143"/>
                        <a:pt x="50190" y="78940"/>
                        <a:pt x="32323" y="78940"/>
                      </a:cubicBezTo>
                      <a:cubicBezTo>
                        <a:pt x="10070" y="78940"/>
                        <a:pt x="0" y="60586"/>
                        <a:pt x="0" y="39470"/>
                      </a:cubicBezTo>
                      <a:cubicBezTo>
                        <a:pt x="0" y="18354"/>
                        <a:pt x="10883" y="0"/>
                        <a:pt x="32973" y="0"/>
                      </a:cubicBezTo>
                      <a:cubicBezTo>
                        <a:pt x="56687" y="0"/>
                        <a:pt x="66270" y="15756"/>
                        <a:pt x="66595" y="38008"/>
                      </a:cubicBezTo>
                      <a:cubicBezTo>
                        <a:pt x="66595" y="40120"/>
                        <a:pt x="65783" y="41094"/>
                        <a:pt x="63834" y="41094"/>
                      </a:cubicBezTo>
                      <a:close/>
                      <a:moveTo>
                        <a:pt x="57662" y="33785"/>
                      </a:moveTo>
                      <a:cubicBezTo>
                        <a:pt x="56850" y="18192"/>
                        <a:pt x="48078" y="7634"/>
                        <a:pt x="32973" y="7634"/>
                      </a:cubicBezTo>
                      <a:cubicBezTo>
                        <a:pt x="19004" y="7634"/>
                        <a:pt x="10395" y="19491"/>
                        <a:pt x="9096" y="33785"/>
                      </a:cubicBezTo>
                      <a:lnTo>
                        <a:pt x="57662" y="33785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7" name="자유형: 도형 216">
                  <a:extLst>
                    <a:ext uri="{FF2B5EF4-FFF2-40B4-BE49-F238E27FC236}">
                      <a16:creationId xmlns:a16="http://schemas.microsoft.com/office/drawing/2014/main" id="{AE7805FE-5C61-5C89-7B3E-F60F9EF3C31C}"/>
                    </a:ext>
                  </a:extLst>
                </p:cNvPr>
                <p:cNvSpPr/>
                <p:nvPr/>
              </p:nvSpPr>
              <p:spPr>
                <a:xfrm>
                  <a:off x="4966215" y="2948697"/>
                  <a:ext cx="58473" cy="78939"/>
                </a:xfrm>
                <a:custGeom>
                  <a:avLst/>
                  <a:gdLst>
                    <a:gd name="connsiteX0" fmla="*/ 28912 w 58473"/>
                    <a:gd name="connsiteY0" fmla="*/ 0 h 78939"/>
                    <a:gd name="connsiteX1" fmla="*/ 55713 w 58473"/>
                    <a:gd name="connsiteY1" fmla="*/ 20303 h 78939"/>
                    <a:gd name="connsiteX2" fmla="*/ 46454 w 58473"/>
                    <a:gd name="connsiteY2" fmla="*/ 20303 h 78939"/>
                    <a:gd name="connsiteX3" fmla="*/ 28263 w 58473"/>
                    <a:gd name="connsiteY3" fmla="*/ 7472 h 78939"/>
                    <a:gd name="connsiteX4" fmla="*/ 11370 w 58473"/>
                    <a:gd name="connsiteY4" fmla="*/ 20303 h 78939"/>
                    <a:gd name="connsiteX5" fmla="*/ 44668 w 58473"/>
                    <a:gd name="connsiteY5" fmla="*/ 37521 h 78939"/>
                    <a:gd name="connsiteX6" fmla="*/ 58474 w 58473"/>
                    <a:gd name="connsiteY6" fmla="*/ 54576 h 78939"/>
                    <a:gd name="connsiteX7" fmla="*/ 27450 w 58473"/>
                    <a:gd name="connsiteY7" fmla="*/ 78940 h 78939"/>
                    <a:gd name="connsiteX8" fmla="*/ 0 w 58473"/>
                    <a:gd name="connsiteY8" fmla="*/ 56850 h 78939"/>
                    <a:gd name="connsiteX9" fmla="*/ 9258 w 58473"/>
                    <a:gd name="connsiteY9" fmla="*/ 56850 h 78939"/>
                    <a:gd name="connsiteX10" fmla="*/ 29562 w 58473"/>
                    <a:gd name="connsiteY10" fmla="*/ 71306 h 78939"/>
                    <a:gd name="connsiteX11" fmla="*/ 49378 w 58473"/>
                    <a:gd name="connsiteY11" fmla="*/ 55875 h 78939"/>
                    <a:gd name="connsiteX12" fmla="*/ 25501 w 58473"/>
                    <a:gd name="connsiteY12" fmla="*/ 40444 h 78939"/>
                    <a:gd name="connsiteX13" fmla="*/ 2761 w 58473"/>
                    <a:gd name="connsiteY13" fmla="*/ 20791 h 78939"/>
                    <a:gd name="connsiteX14" fmla="*/ 29075 w 58473"/>
                    <a:gd name="connsiteY14" fmla="*/ 0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473" h="78939">
                      <a:moveTo>
                        <a:pt x="28912" y="0"/>
                      </a:moveTo>
                      <a:cubicBezTo>
                        <a:pt x="42881" y="0"/>
                        <a:pt x="54251" y="4873"/>
                        <a:pt x="55713" y="20303"/>
                      </a:cubicBezTo>
                      <a:lnTo>
                        <a:pt x="46454" y="20303"/>
                      </a:lnTo>
                      <a:cubicBezTo>
                        <a:pt x="45804" y="10558"/>
                        <a:pt x="37196" y="7472"/>
                        <a:pt x="28263" y="7472"/>
                      </a:cubicBezTo>
                      <a:cubicBezTo>
                        <a:pt x="20141" y="7472"/>
                        <a:pt x="11370" y="10720"/>
                        <a:pt x="11370" y="20303"/>
                      </a:cubicBezTo>
                      <a:cubicBezTo>
                        <a:pt x="11370" y="32486"/>
                        <a:pt x="25014" y="30049"/>
                        <a:pt x="44668" y="37521"/>
                      </a:cubicBezTo>
                      <a:cubicBezTo>
                        <a:pt x="54901" y="40769"/>
                        <a:pt x="58474" y="46292"/>
                        <a:pt x="58474" y="54576"/>
                      </a:cubicBezTo>
                      <a:cubicBezTo>
                        <a:pt x="58474" y="71631"/>
                        <a:pt x="44505" y="78940"/>
                        <a:pt x="27450" y="78940"/>
                      </a:cubicBezTo>
                      <a:cubicBezTo>
                        <a:pt x="14943" y="78940"/>
                        <a:pt x="650" y="73255"/>
                        <a:pt x="0" y="56850"/>
                      </a:cubicBezTo>
                      <a:lnTo>
                        <a:pt x="9258" y="56850"/>
                      </a:lnTo>
                      <a:cubicBezTo>
                        <a:pt x="9908" y="68382"/>
                        <a:pt x="19979" y="71306"/>
                        <a:pt x="29562" y="71306"/>
                      </a:cubicBezTo>
                      <a:cubicBezTo>
                        <a:pt x="39145" y="71306"/>
                        <a:pt x="49541" y="67083"/>
                        <a:pt x="49378" y="55875"/>
                      </a:cubicBezTo>
                      <a:cubicBezTo>
                        <a:pt x="49378" y="44180"/>
                        <a:pt x="37034" y="43206"/>
                        <a:pt x="25501" y="40444"/>
                      </a:cubicBezTo>
                      <a:cubicBezTo>
                        <a:pt x="13806" y="37683"/>
                        <a:pt x="2761" y="35084"/>
                        <a:pt x="2761" y="20791"/>
                      </a:cubicBezTo>
                      <a:cubicBezTo>
                        <a:pt x="2761" y="5198"/>
                        <a:pt x="16405" y="0"/>
                        <a:pt x="29075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8" name="자유형: 도형 217">
                  <a:extLst>
                    <a:ext uri="{FF2B5EF4-FFF2-40B4-BE49-F238E27FC236}">
                      <a16:creationId xmlns:a16="http://schemas.microsoft.com/office/drawing/2014/main" id="{1828A62A-2808-CB61-E270-3090206C377A}"/>
                    </a:ext>
                  </a:extLst>
                </p:cNvPr>
                <p:cNvSpPr/>
                <p:nvPr/>
              </p:nvSpPr>
              <p:spPr>
                <a:xfrm>
                  <a:off x="5045155" y="2948697"/>
                  <a:ext cx="35734" cy="77153"/>
                </a:xfrm>
                <a:custGeom>
                  <a:avLst/>
                  <a:gdLst>
                    <a:gd name="connsiteX0" fmla="*/ 8771 w 35734"/>
                    <a:gd name="connsiteY0" fmla="*/ 32486 h 77153"/>
                    <a:gd name="connsiteX1" fmla="*/ 8771 w 35734"/>
                    <a:gd name="connsiteY1" fmla="*/ 77153 h 77153"/>
                    <a:gd name="connsiteX2" fmla="*/ 0 w 35734"/>
                    <a:gd name="connsiteY2" fmla="*/ 77153 h 77153"/>
                    <a:gd name="connsiteX3" fmla="*/ 0 w 35734"/>
                    <a:gd name="connsiteY3" fmla="*/ 2274 h 77153"/>
                    <a:gd name="connsiteX4" fmla="*/ 9258 w 35734"/>
                    <a:gd name="connsiteY4" fmla="*/ 2274 h 77153"/>
                    <a:gd name="connsiteX5" fmla="*/ 8771 w 35734"/>
                    <a:gd name="connsiteY5" fmla="*/ 13157 h 77153"/>
                    <a:gd name="connsiteX6" fmla="*/ 29887 w 35734"/>
                    <a:gd name="connsiteY6" fmla="*/ 0 h 77153"/>
                    <a:gd name="connsiteX7" fmla="*/ 35734 w 35734"/>
                    <a:gd name="connsiteY7" fmla="*/ 487 h 77153"/>
                    <a:gd name="connsiteX8" fmla="*/ 35734 w 35734"/>
                    <a:gd name="connsiteY8" fmla="*/ 10071 h 77153"/>
                    <a:gd name="connsiteX9" fmla="*/ 30374 w 35734"/>
                    <a:gd name="connsiteY9" fmla="*/ 9421 h 77153"/>
                    <a:gd name="connsiteX10" fmla="*/ 8934 w 35734"/>
                    <a:gd name="connsiteY10" fmla="*/ 32486 h 771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5734" h="77153">
                      <a:moveTo>
                        <a:pt x="8771" y="32486"/>
                      </a:moveTo>
                      <a:lnTo>
                        <a:pt x="8771" y="77153"/>
                      </a:lnTo>
                      <a:lnTo>
                        <a:pt x="0" y="77153"/>
                      </a:lnTo>
                      <a:lnTo>
                        <a:pt x="0" y="2274"/>
                      </a:lnTo>
                      <a:lnTo>
                        <a:pt x="9258" y="2274"/>
                      </a:lnTo>
                      <a:lnTo>
                        <a:pt x="8771" y="13157"/>
                      </a:lnTo>
                      <a:cubicBezTo>
                        <a:pt x="13969" y="3573"/>
                        <a:pt x="22415" y="0"/>
                        <a:pt x="29887" y="0"/>
                      </a:cubicBezTo>
                      <a:cubicBezTo>
                        <a:pt x="32161" y="0"/>
                        <a:pt x="34922" y="0"/>
                        <a:pt x="35734" y="487"/>
                      </a:cubicBezTo>
                      <a:lnTo>
                        <a:pt x="35734" y="10071"/>
                      </a:lnTo>
                      <a:cubicBezTo>
                        <a:pt x="35734" y="10071"/>
                        <a:pt x="33298" y="9421"/>
                        <a:pt x="30374" y="9421"/>
                      </a:cubicBezTo>
                      <a:cubicBezTo>
                        <a:pt x="19979" y="9421"/>
                        <a:pt x="8934" y="16243"/>
                        <a:pt x="8934" y="3248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9" name="자유형: 도형 218">
                  <a:extLst>
                    <a:ext uri="{FF2B5EF4-FFF2-40B4-BE49-F238E27FC236}">
                      <a16:creationId xmlns:a16="http://schemas.microsoft.com/office/drawing/2014/main" id="{479B1172-832C-E3CE-7436-B1FBE05DE1FC}"/>
                    </a:ext>
                  </a:extLst>
                </p:cNvPr>
                <p:cNvSpPr/>
                <p:nvPr/>
              </p:nvSpPr>
              <p:spPr>
                <a:xfrm>
                  <a:off x="5084788" y="2948697"/>
                  <a:ext cx="67732" cy="78939"/>
                </a:xfrm>
                <a:custGeom>
                  <a:avLst/>
                  <a:gdLst>
                    <a:gd name="connsiteX0" fmla="*/ 67733 w 67732"/>
                    <a:gd name="connsiteY0" fmla="*/ 39470 h 78939"/>
                    <a:gd name="connsiteX1" fmla="*/ 33297 w 67732"/>
                    <a:gd name="connsiteY1" fmla="*/ 78940 h 78939"/>
                    <a:gd name="connsiteX2" fmla="*/ 0 w 67732"/>
                    <a:gd name="connsiteY2" fmla="*/ 39470 h 78939"/>
                    <a:gd name="connsiteX3" fmla="*/ 33297 w 67732"/>
                    <a:gd name="connsiteY3" fmla="*/ 0 h 78939"/>
                    <a:gd name="connsiteX4" fmla="*/ 67733 w 67732"/>
                    <a:gd name="connsiteY4" fmla="*/ 39470 h 78939"/>
                    <a:gd name="connsiteX5" fmla="*/ 33297 w 67732"/>
                    <a:gd name="connsiteY5" fmla="*/ 7634 h 78939"/>
                    <a:gd name="connsiteX6" fmla="*/ 8446 w 67732"/>
                    <a:gd name="connsiteY6" fmla="*/ 39470 h 78939"/>
                    <a:gd name="connsiteX7" fmla="*/ 33297 w 67732"/>
                    <a:gd name="connsiteY7" fmla="*/ 71143 h 78939"/>
                    <a:gd name="connsiteX8" fmla="*/ 58961 w 67732"/>
                    <a:gd name="connsiteY8" fmla="*/ 39470 h 78939"/>
                    <a:gd name="connsiteX9" fmla="*/ 33297 w 67732"/>
                    <a:gd name="connsiteY9" fmla="*/ 7634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7732" h="78939">
                      <a:moveTo>
                        <a:pt x="67733" y="39470"/>
                      </a:moveTo>
                      <a:cubicBezTo>
                        <a:pt x="67733" y="59773"/>
                        <a:pt x="56850" y="78940"/>
                        <a:pt x="33297" y="78940"/>
                      </a:cubicBezTo>
                      <a:cubicBezTo>
                        <a:pt x="9746" y="78940"/>
                        <a:pt x="0" y="59773"/>
                        <a:pt x="0" y="39470"/>
                      </a:cubicBezTo>
                      <a:cubicBezTo>
                        <a:pt x="0" y="19166"/>
                        <a:pt x="10233" y="0"/>
                        <a:pt x="33297" y="0"/>
                      </a:cubicBezTo>
                      <a:cubicBezTo>
                        <a:pt x="56362" y="0"/>
                        <a:pt x="67733" y="19166"/>
                        <a:pt x="67733" y="39470"/>
                      </a:cubicBezTo>
                      <a:close/>
                      <a:moveTo>
                        <a:pt x="33297" y="7634"/>
                      </a:moveTo>
                      <a:cubicBezTo>
                        <a:pt x="15431" y="7634"/>
                        <a:pt x="8446" y="25176"/>
                        <a:pt x="8446" y="39470"/>
                      </a:cubicBezTo>
                      <a:cubicBezTo>
                        <a:pt x="8446" y="53764"/>
                        <a:pt x="15431" y="71143"/>
                        <a:pt x="33297" y="71143"/>
                      </a:cubicBezTo>
                      <a:cubicBezTo>
                        <a:pt x="51165" y="71143"/>
                        <a:pt x="58961" y="53926"/>
                        <a:pt x="58961" y="39470"/>
                      </a:cubicBezTo>
                      <a:cubicBezTo>
                        <a:pt x="58961" y="25014"/>
                        <a:pt x="51165" y="7634"/>
                        <a:pt x="33297" y="763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0" name="자유형: 도형 219">
                  <a:extLst>
                    <a:ext uri="{FF2B5EF4-FFF2-40B4-BE49-F238E27FC236}">
                      <a16:creationId xmlns:a16="http://schemas.microsoft.com/office/drawing/2014/main" id="{173B4AC0-3CE6-A599-7223-3E8F30C28588}"/>
                    </a:ext>
                  </a:extLst>
                </p:cNvPr>
                <p:cNvSpPr/>
                <p:nvPr/>
              </p:nvSpPr>
              <p:spPr>
                <a:xfrm>
                  <a:off x="5168276" y="2914912"/>
                  <a:ext cx="65945" cy="113374"/>
                </a:xfrm>
                <a:custGeom>
                  <a:avLst/>
                  <a:gdLst>
                    <a:gd name="connsiteX0" fmla="*/ 9421 w 65945"/>
                    <a:gd name="connsiteY0" fmla="*/ 110938 h 113374"/>
                    <a:gd name="connsiteX1" fmla="*/ 0 w 65945"/>
                    <a:gd name="connsiteY1" fmla="*/ 110938 h 113374"/>
                    <a:gd name="connsiteX2" fmla="*/ 975 w 65945"/>
                    <a:gd name="connsiteY2" fmla="*/ 99893 h 113374"/>
                    <a:gd name="connsiteX3" fmla="*/ 975 w 65945"/>
                    <a:gd name="connsiteY3" fmla="*/ 0 h 113374"/>
                    <a:gd name="connsiteX4" fmla="*/ 9745 w 65945"/>
                    <a:gd name="connsiteY4" fmla="*/ 0 h 113374"/>
                    <a:gd name="connsiteX5" fmla="*/ 9745 w 65945"/>
                    <a:gd name="connsiteY5" fmla="*/ 49703 h 113374"/>
                    <a:gd name="connsiteX6" fmla="*/ 33785 w 65945"/>
                    <a:gd name="connsiteY6" fmla="*/ 34272 h 113374"/>
                    <a:gd name="connsiteX7" fmla="*/ 65946 w 65945"/>
                    <a:gd name="connsiteY7" fmla="*/ 73092 h 113374"/>
                    <a:gd name="connsiteX8" fmla="*/ 33785 w 65945"/>
                    <a:gd name="connsiteY8" fmla="*/ 113375 h 113374"/>
                    <a:gd name="connsiteX9" fmla="*/ 9908 w 65945"/>
                    <a:gd name="connsiteY9" fmla="*/ 100868 h 113374"/>
                    <a:gd name="connsiteX10" fmla="*/ 9258 w 65945"/>
                    <a:gd name="connsiteY10" fmla="*/ 111101 h 113374"/>
                    <a:gd name="connsiteX11" fmla="*/ 9745 w 65945"/>
                    <a:gd name="connsiteY11" fmla="*/ 72118 h 113374"/>
                    <a:gd name="connsiteX12" fmla="*/ 34597 w 65945"/>
                    <a:gd name="connsiteY12" fmla="*/ 105416 h 113374"/>
                    <a:gd name="connsiteX13" fmla="*/ 57174 w 65945"/>
                    <a:gd name="connsiteY13" fmla="*/ 72443 h 113374"/>
                    <a:gd name="connsiteX14" fmla="*/ 33460 w 65945"/>
                    <a:gd name="connsiteY14" fmla="*/ 41581 h 113374"/>
                    <a:gd name="connsiteX15" fmla="*/ 9745 w 65945"/>
                    <a:gd name="connsiteY15" fmla="*/ 71955 h 1133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65945" h="113374">
                      <a:moveTo>
                        <a:pt x="9421" y="110938"/>
                      </a:moveTo>
                      <a:lnTo>
                        <a:pt x="0" y="110938"/>
                      </a:lnTo>
                      <a:cubicBezTo>
                        <a:pt x="649" y="109151"/>
                        <a:pt x="975" y="103304"/>
                        <a:pt x="975" y="99893"/>
                      </a:cubicBezTo>
                      <a:lnTo>
                        <a:pt x="975" y="0"/>
                      </a:lnTo>
                      <a:lnTo>
                        <a:pt x="9745" y="0"/>
                      </a:lnTo>
                      <a:lnTo>
                        <a:pt x="9745" y="49703"/>
                      </a:lnTo>
                      <a:cubicBezTo>
                        <a:pt x="13644" y="40120"/>
                        <a:pt x="23714" y="34272"/>
                        <a:pt x="33785" y="34272"/>
                      </a:cubicBezTo>
                      <a:cubicBezTo>
                        <a:pt x="51652" y="34272"/>
                        <a:pt x="65946" y="45967"/>
                        <a:pt x="65946" y="73092"/>
                      </a:cubicBezTo>
                      <a:cubicBezTo>
                        <a:pt x="65946" y="100218"/>
                        <a:pt x="52951" y="113375"/>
                        <a:pt x="33785" y="113375"/>
                      </a:cubicBezTo>
                      <a:cubicBezTo>
                        <a:pt x="22415" y="113375"/>
                        <a:pt x="14456" y="108827"/>
                        <a:pt x="9908" y="100868"/>
                      </a:cubicBezTo>
                      <a:lnTo>
                        <a:pt x="9258" y="111101"/>
                      </a:lnTo>
                      <a:close/>
                      <a:moveTo>
                        <a:pt x="9745" y="72118"/>
                      </a:moveTo>
                      <a:cubicBezTo>
                        <a:pt x="9745" y="95020"/>
                        <a:pt x="16892" y="105416"/>
                        <a:pt x="34597" y="105416"/>
                      </a:cubicBezTo>
                      <a:cubicBezTo>
                        <a:pt x="48566" y="105416"/>
                        <a:pt x="57174" y="92909"/>
                        <a:pt x="57174" y="72443"/>
                      </a:cubicBezTo>
                      <a:cubicBezTo>
                        <a:pt x="57174" y="50353"/>
                        <a:pt x="46292" y="41581"/>
                        <a:pt x="33460" y="41581"/>
                      </a:cubicBezTo>
                      <a:cubicBezTo>
                        <a:pt x="21440" y="41581"/>
                        <a:pt x="9745" y="51814"/>
                        <a:pt x="9745" y="71955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1" name="자유형: 도형 220">
                  <a:extLst>
                    <a:ext uri="{FF2B5EF4-FFF2-40B4-BE49-F238E27FC236}">
                      <a16:creationId xmlns:a16="http://schemas.microsoft.com/office/drawing/2014/main" id="{8887A0DA-E0D5-FEFE-2705-5C76ACC17838}"/>
                    </a:ext>
                  </a:extLst>
                </p:cNvPr>
                <p:cNvSpPr/>
                <p:nvPr/>
              </p:nvSpPr>
              <p:spPr>
                <a:xfrm>
                  <a:off x="5247215" y="2948697"/>
                  <a:ext cx="67732" cy="78939"/>
                </a:xfrm>
                <a:custGeom>
                  <a:avLst/>
                  <a:gdLst>
                    <a:gd name="connsiteX0" fmla="*/ 67733 w 67732"/>
                    <a:gd name="connsiteY0" fmla="*/ 39470 h 78939"/>
                    <a:gd name="connsiteX1" fmla="*/ 33297 w 67732"/>
                    <a:gd name="connsiteY1" fmla="*/ 78940 h 78939"/>
                    <a:gd name="connsiteX2" fmla="*/ 0 w 67732"/>
                    <a:gd name="connsiteY2" fmla="*/ 39470 h 78939"/>
                    <a:gd name="connsiteX3" fmla="*/ 33297 w 67732"/>
                    <a:gd name="connsiteY3" fmla="*/ 0 h 78939"/>
                    <a:gd name="connsiteX4" fmla="*/ 67733 w 67732"/>
                    <a:gd name="connsiteY4" fmla="*/ 39470 h 78939"/>
                    <a:gd name="connsiteX5" fmla="*/ 33297 w 67732"/>
                    <a:gd name="connsiteY5" fmla="*/ 7634 h 78939"/>
                    <a:gd name="connsiteX6" fmla="*/ 8446 w 67732"/>
                    <a:gd name="connsiteY6" fmla="*/ 39470 h 78939"/>
                    <a:gd name="connsiteX7" fmla="*/ 33297 w 67732"/>
                    <a:gd name="connsiteY7" fmla="*/ 71143 h 78939"/>
                    <a:gd name="connsiteX8" fmla="*/ 58961 w 67732"/>
                    <a:gd name="connsiteY8" fmla="*/ 39470 h 78939"/>
                    <a:gd name="connsiteX9" fmla="*/ 33297 w 67732"/>
                    <a:gd name="connsiteY9" fmla="*/ 7634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7732" h="78939">
                      <a:moveTo>
                        <a:pt x="67733" y="39470"/>
                      </a:moveTo>
                      <a:cubicBezTo>
                        <a:pt x="67733" y="59773"/>
                        <a:pt x="56850" y="78940"/>
                        <a:pt x="33297" y="78940"/>
                      </a:cubicBezTo>
                      <a:cubicBezTo>
                        <a:pt x="9746" y="78940"/>
                        <a:pt x="0" y="59773"/>
                        <a:pt x="0" y="39470"/>
                      </a:cubicBezTo>
                      <a:cubicBezTo>
                        <a:pt x="0" y="19166"/>
                        <a:pt x="10233" y="0"/>
                        <a:pt x="33297" y="0"/>
                      </a:cubicBezTo>
                      <a:cubicBezTo>
                        <a:pt x="56362" y="0"/>
                        <a:pt x="67733" y="19166"/>
                        <a:pt x="67733" y="39470"/>
                      </a:cubicBezTo>
                      <a:close/>
                      <a:moveTo>
                        <a:pt x="33297" y="7634"/>
                      </a:moveTo>
                      <a:cubicBezTo>
                        <a:pt x="15431" y="7634"/>
                        <a:pt x="8446" y="25176"/>
                        <a:pt x="8446" y="39470"/>
                      </a:cubicBezTo>
                      <a:cubicBezTo>
                        <a:pt x="8446" y="53764"/>
                        <a:pt x="15431" y="71143"/>
                        <a:pt x="33297" y="71143"/>
                      </a:cubicBezTo>
                      <a:cubicBezTo>
                        <a:pt x="51165" y="71143"/>
                        <a:pt x="58961" y="53926"/>
                        <a:pt x="58961" y="39470"/>
                      </a:cubicBezTo>
                      <a:cubicBezTo>
                        <a:pt x="58961" y="25014"/>
                        <a:pt x="51165" y="7634"/>
                        <a:pt x="33297" y="763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2" name="자유형: 도형 221">
                  <a:extLst>
                    <a:ext uri="{FF2B5EF4-FFF2-40B4-BE49-F238E27FC236}">
                      <a16:creationId xmlns:a16="http://schemas.microsoft.com/office/drawing/2014/main" id="{8401C8E4-7045-C9C6-F499-D44CF486C3E4}"/>
                    </a:ext>
                  </a:extLst>
                </p:cNvPr>
                <p:cNvSpPr/>
                <p:nvPr/>
              </p:nvSpPr>
              <p:spPr>
                <a:xfrm>
                  <a:off x="5324856" y="2929206"/>
                  <a:ext cx="41419" cy="98756"/>
                </a:xfrm>
                <a:custGeom>
                  <a:avLst/>
                  <a:gdLst>
                    <a:gd name="connsiteX0" fmla="*/ 23552 w 41419"/>
                    <a:gd name="connsiteY0" fmla="*/ 0 h 98756"/>
                    <a:gd name="connsiteX1" fmla="*/ 23552 w 41419"/>
                    <a:gd name="connsiteY1" fmla="*/ 21765 h 98756"/>
                    <a:gd name="connsiteX2" fmla="*/ 40444 w 41419"/>
                    <a:gd name="connsiteY2" fmla="*/ 21765 h 98756"/>
                    <a:gd name="connsiteX3" fmla="*/ 40444 w 41419"/>
                    <a:gd name="connsiteY3" fmla="*/ 29562 h 98756"/>
                    <a:gd name="connsiteX4" fmla="*/ 23552 w 41419"/>
                    <a:gd name="connsiteY4" fmla="*/ 29562 h 98756"/>
                    <a:gd name="connsiteX5" fmla="*/ 23552 w 41419"/>
                    <a:gd name="connsiteY5" fmla="*/ 80077 h 98756"/>
                    <a:gd name="connsiteX6" fmla="*/ 33785 w 41419"/>
                    <a:gd name="connsiteY6" fmla="*/ 91609 h 98756"/>
                    <a:gd name="connsiteX7" fmla="*/ 41419 w 41419"/>
                    <a:gd name="connsiteY7" fmla="*/ 90635 h 98756"/>
                    <a:gd name="connsiteX8" fmla="*/ 41419 w 41419"/>
                    <a:gd name="connsiteY8" fmla="*/ 97619 h 98756"/>
                    <a:gd name="connsiteX9" fmla="*/ 32810 w 41419"/>
                    <a:gd name="connsiteY9" fmla="*/ 98756 h 98756"/>
                    <a:gd name="connsiteX10" fmla="*/ 14781 w 41419"/>
                    <a:gd name="connsiteY10" fmla="*/ 78940 h 98756"/>
                    <a:gd name="connsiteX11" fmla="*/ 14781 w 41419"/>
                    <a:gd name="connsiteY11" fmla="*/ 29724 h 98756"/>
                    <a:gd name="connsiteX12" fmla="*/ 0 w 41419"/>
                    <a:gd name="connsiteY12" fmla="*/ 29724 h 98756"/>
                    <a:gd name="connsiteX13" fmla="*/ 0 w 41419"/>
                    <a:gd name="connsiteY13" fmla="*/ 21928 h 98756"/>
                    <a:gd name="connsiteX14" fmla="*/ 14781 w 41419"/>
                    <a:gd name="connsiteY14" fmla="*/ 21928 h 98756"/>
                    <a:gd name="connsiteX15" fmla="*/ 14781 w 41419"/>
                    <a:gd name="connsiteY15" fmla="*/ 162 h 98756"/>
                    <a:gd name="connsiteX16" fmla="*/ 23552 w 41419"/>
                    <a:gd name="connsiteY16" fmla="*/ 162 h 98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41419" h="98756">
                      <a:moveTo>
                        <a:pt x="23552" y="0"/>
                      </a:moveTo>
                      <a:lnTo>
                        <a:pt x="23552" y="21765"/>
                      </a:lnTo>
                      <a:lnTo>
                        <a:pt x="40444" y="21765"/>
                      </a:lnTo>
                      <a:lnTo>
                        <a:pt x="40444" y="29562"/>
                      </a:lnTo>
                      <a:lnTo>
                        <a:pt x="23552" y="29562"/>
                      </a:lnTo>
                      <a:lnTo>
                        <a:pt x="23552" y="80077"/>
                      </a:lnTo>
                      <a:cubicBezTo>
                        <a:pt x="23552" y="89823"/>
                        <a:pt x="28100" y="91609"/>
                        <a:pt x="33785" y="91609"/>
                      </a:cubicBezTo>
                      <a:cubicBezTo>
                        <a:pt x="37521" y="91609"/>
                        <a:pt x="40282" y="90960"/>
                        <a:pt x="41419" y="90635"/>
                      </a:cubicBezTo>
                      <a:lnTo>
                        <a:pt x="41419" y="97619"/>
                      </a:lnTo>
                      <a:cubicBezTo>
                        <a:pt x="39145" y="98269"/>
                        <a:pt x="36059" y="98756"/>
                        <a:pt x="32810" y="98756"/>
                      </a:cubicBezTo>
                      <a:cubicBezTo>
                        <a:pt x="22253" y="98756"/>
                        <a:pt x="14781" y="95020"/>
                        <a:pt x="14781" y="78940"/>
                      </a:cubicBezTo>
                      <a:lnTo>
                        <a:pt x="14781" y="29724"/>
                      </a:lnTo>
                      <a:lnTo>
                        <a:pt x="0" y="29724"/>
                      </a:lnTo>
                      <a:lnTo>
                        <a:pt x="0" y="21928"/>
                      </a:lnTo>
                      <a:lnTo>
                        <a:pt x="14781" y="21928"/>
                      </a:lnTo>
                      <a:lnTo>
                        <a:pt x="14781" y="162"/>
                      </a:lnTo>
                      <a:lnTo>
                        <a:pt x="23552" y="16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3" name="자유형: 도형 222">
                  <a:extLst>
                    <a:ext uri="{FF2B5EF4-FFF2-40B4-BE49-F238E27FC236}">
                      <a16:creationId xmlns:a16="http://schemas.microsoft.com/office/drawing/2014/main" id="{06F1BC55-F1FB-C068-BB8A-7EE867609CFB}"/>
                    </a:ext>
                  </a:extLst>
                </p:cNvPr>
                <p:cNvSpPr/>
                <p:nvPr/>
              </p:nvSpPr>
              <p:spPr>
                <a:xfrm>
                  <a:off x="5383167" y="2917349"/>
                  <a:ext cx="10070" cy="108501"/>
                </a:xfrm>
                <a:custGeom>
                  <a:avLst/>
                  <a:gdLst>
                    <a:gd name="connsiteX0" fmla="*/ 10070 w 10070"/>
                    <a:gd name="connsiteY0" fmla="*/ 0 h 108501"/>
                    <a:gd name="connsiteX1" fmla="*/ 10070 w 10070"/>
                    <a:gd name="connsiteY1" fmla="*/ 10720 h 108501"/>
                    <a:gd name="connsiteX2" fmla="*/ 0 w 10070"/>
                    <a:gd name="connsiteY2" fmla="*/ 10720 h 108501"/>
                    <a:gd name="connsiteX3" fmla="*/ 0 w 10070"/>
                    <a:gd name="connsiteY3" fmla="*/ 0 h 108501"/>
                    <a:gd name="connsiteX4" fmla="*/ 10070 w 10070"/>
                    <a:gd name="connsiteY4" fmla="*/ 0 h 108501"/>
                    <a:gd name="connsiteX5" fmla="*/ 650 w 10070"/>
                    <a:gd name="connsiteY5" fmla="*/ 32486 h 108501"/>
                    <a:gd name="connsiteX6" fmla="*/ 9583 w 10070"/>
                    <a:gd name="connsiteY6" fmla="*/ 32486 h 108501"/>
                    <a:gd name="connsiteX7" fmla="*/ 9583 w 10070"/>
                    <a:gd name="connsiteY7" fmla="*/ 108502 h 108501"/>
                    <a:gd name="connsiteX8" fmla="*/ 650 w 10070"/>
                    <a:gd name="connsiteY8" fmla="*/ 108502 h 108501"/>
                    <a:gd name="connsiteX9" fmla="*/ 650 w 10070"/>
                    <a:gd name="connsiteY9" fmla="*/ 32486 h 108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70" h="108501">
                      <a:moveTo>
                        <a:pt x="10070" y="0"/>
                      </a:moveTo>
                      <a:lnTo>
                        <a:pt x="10070" y="10720"/>
                      </a:lnTo>
                      <a:lnTo>
                        <a:pt x="0" y="10720"/>
                      </a:lnTo>
                      <a:lnTo>
                        <a:pt x="0" y="0"/>
                      </a:lnTo>
                      <a:lnTo>
                        <a:pt x="10070" y="0"/>
                      </a:lnTo>
                      <a:close/>
                      <a:moveTo>
                        <a:pt x="650" y="32486"/>
                      </a:moveTo>
                      <a:lnTo>
                        <a:pt x="9583" y="32486"/>
                      </a:lnTo>
                      <a:lnTo>
                        <a:pt x="9583" y="108502"/>
                      </a:lnTo>
                      <a:lnTo>
                        <a:pt x="650" y="108502"/>
                      </a:lnTo>
                      <a:lnTo>
                        <a:pt x="650" y="32486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4" name="자유형: 도형 223">
                  <a:extLst>
                    <a:ext uri="{FF2B5EF4-FFF2-40B4-BE49-F238E27FC236}">
                      <a16:creationId xmlns:a16="http://schemas.microsoft.com/office/drawing/2014/main" id="{4C005C35-4976-EDC4-79DF-85714A1320A5}"/>
                    </a:ext>
                  </a:extLst>
                </p:cNvPr>
                <p:cNvSpPr/>
                <p:nvPr/>
              </p:nvSpPr>
              <p:spPr>
                <a:xfrm>
                  <a:off x="5411105" y="2948372"/>
                  <a:ext cx="62047" cy="78939"/>
                </a:xfrm>
                <a:custGeom>
                  <a:avLst/>
                  <a:gdLst>
                    <a:gd name="connsiteX0" fmla="*/ 53114 w 62047"/>
                    <a:gd name="connsiteY0" fmla="*/ 25501 h 78939"/>
                    <a:gd name="connsiteX1" fmla="*/ 31998 w 62047"/>
                    <a:gd name="connsiteY1" fmla="*/ 7797 h 78939"/>
                    <a:gd name="connsiteX2" fmla="*/ 8934 w 62047"/>
                    <a:gd name="connsiteY2" fmla="*/ 39470 h 78939"/>
                    <a:gd name="connsiteX3" fmla="*/ 31998 w 62047"/>
                    <a:gd name="connsiteY3" fmla="*/ 71306 h 78939"/>
                    <a:gd name="connsiteX4" fmla="*/ 52952 w 62047"/>
                    <a:gd name="connsiteY4" fmla="*/ 53276 h 78939"/>
                    <a:gd name="connsiteX5" fmla="*/ 62048 w 62047"/>
                    <a:gd name="connsiteY5" fmla="*/ 53276 h 78939"/>
                    <a:gd name="connsiteX6" fmla="*/ 32323 w 62047"/>
                    <a:gd name="connsiteY6" fmla="*/ 78940 h 78939"/>
                    <a:gd name="connsiteX7" fmla="*/ 0 w 62047"/>
                    <a:gd name="connsiteY7" fmla="*/ 39470 h 78939"/>
                    <a:gd name="connsiteX8" fmla="*/ 32973 w 62047"/>
                    <a:gd name="connsiteY8" fmla="*/ 0 h 78939"/>
                    <a:gd name="connsiteX9" fmla="*/ 61885 w 62047"/>
                    <a:gd name="connsiteY9" fmla="*/ 25339 h 78939"/>
                    <a:gd name="connsiteX10" fmla="*/ 52952 w 62047"/>
                    <a:gd name="connsiteY10" fmla="*/ 25339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2047" h="78939">
                      <a:moveTo>
                        <a:pt x="53114" y="25501"/>
                      </a:moveTo>
                      <a:cubicBezTo>
                        <a:pt x="52464" y="13644"/>
                        <a:pt x="44180" y="7797"/>
                        <a:pt x="31998" y="7797"/>
                      </a:cubicBezTo>
                      <a:cubicBezTo>
                        <a:pt x="19004" y="7797"/>
                        <a:pt x="8934" y="21765"/>
                        <a:pt x="8934" y="39470"/>
                      </a:cubicBezTo>
                      <a:cubicBezTo>
                        <a:pt x="8934" y="57175"/>
                        <a:pt x="19004" y="71306"/>
                        <a:pt x="31998" y="71306"/>
                      </a:cubicBezTo>
                      <a:cubicBezTo>
                        <a:pt x="43368" y="71306"/>
                        <a:pt x="51652" y="65296"/>
                        <a:pt x="52952" y="53276"/>
                      </a:cubicBezTo>
                      <a:lnTo>
                        <a:pt x="62048" y="53276"/>
                      </a:lnTo>
                      <a:cubicBezTo>
                        <a:pt x="59611" y="70331"/>
                        <a:pt x="48241" y="78940"/>
                        <a:pt x="32323" y="78940"/>
                      </a:cubicBezTo>
                      <a:cubicBezTo>
                        <a:pt x="10396" y="78940"/>
                        <a:pt x="0" y="60586"/>
                        <a:pt x="0" y="39470"/>
                      </a:cubicBezTo>
                      <a:cubicBezTo>
                        <a:pt x="0" y="18354"/>
                        <a:pt x="11045" y="0"/>
                        <a:pt x="32973" y="0"/>
                      </a:cubicBezTo>
                      <a:cubicBezTo>
                        <a:pt x="48404" y="0"/>
                        <a:pt x="61073" y="9421"/>
                        <a:pt x="61885" y="25339"/>
                      </a:cubicBezTo>
                      <a:lnTo>
                        <a:pt x="52952" y="25339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5" name="자유형: 도형 224">
                  <a:extLst>
                    <a:ext uri="{FF2B5EF4-FFF2-40B4-BE49-F238E27FC236}">
                      <a16:creationId xmlns:a16="http://schemas.microsoft.com/office/drawing/2014/main" id="{927017C6-3371-5A7F-1B26-F8D92AE5EE19}"/>
                    </a:ext>
                  </a:extLst>
                </p:cNvPr>
                <p:cNvSpPr/>
                <p:nvPr/>
              </p:nvSpPr>
              <p:spPr>
                <a:xfrm>
                  <a:off x="5485984" y="2948697"/>
                  <a:ext cx="58473" cy="78939"/>
                </a:xfrm>
                <a:custGeom>
                  <a:avLst/>
                  <a:gdLst>
                    <a:gd name="connsiteX0" fmla="*/ 28912 w 58473"/>
                    <a:gd name="connsiteY0" fmla="*/ 0 h 78939"/>
                    <a:gd name="connsiteX1" fmla="*/ 55713 w 58473"/>
                    <a:gd name="connsiteY1" fmla="*/ 20303 h 78939"/>
                    <a:gd name="connsiteX2" fmla="*/ 46454 w 58473"/>
                    <a:gd name="connsiteY2" fmla="*/ 20303 h 78939"/>
                    <a:gd name="connsiteX3" fmla="*/ 28262 w 58473"/>
                    <a:gd name="connsiteY3" fmla="*/ 7472 h 78939"/>
                    <a:gd name="connsiteX4" fmla="*/ 11370 w 58473"/>
                    <a:gd name="connsiteY4" fmla="*/ 20303 h 78939"/>
                    <a:gd name="connsiteX5" fmla="*/ 44668 w 58473"/>
                    <a:gd name="connsiteY5" fmla="*/ 37521 h 78939"/>
                    <a:gd name="connsiteX6" fmla="*/ 58474 w 58473"/>
                    <a:gd name="connsiteY6" fmla="*/ 54576 h 78939"/>
                    <a:gd name="connsiteX7" fmla="*/ 27450 w 58473"/>
                    <a:gd name="connsiteY7" fmla="*/ 78940 h 78939"/>
                    <a:gd name="connsiteX8" fmla="*/ 0 w 58473"/>
                    <a:gd name="connsiteY8" fmla="*/ 56850 h 78939"/>
                    <a:gd name="connsiteX9" fmla="*/ 9258 w 58473"/>
                    <a:gd name="connsiteY9" fmla="*/ 56850 h 78939"/>
                    <a:gd name="connsiteX10" fmla="*/ 29561 w 58473"/>
                    <a:gd name="connsiteY10" fmla="*/ 71306 h 78939"/>
                    <a:gd name="connsiteX11" fmla="*/ 49378 w 58473"/>
                    <a:gd name="connsiteY11" fmla="*/ 55875 h 78939"/>
                    <a:gd name="connsiteX12" fmla="*/ 25501 w 58473"/>
                    <a:gd name="connsiteY12" fmla="*/ 40444 h 78939"/>
                    <a:gd name="connsiteX13" fmla="*/ 2761 w 58473"/>
                    <a:gd name="connsiteY13" fmla="*/ 20791 h 78939"/>
                    <a:gd name="connsiteX14" fmla="*/ 29074 w 58473"/>
                    <a:gd name="connsiteY14" fmla="*/ 0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473" h="78939">
                      <a:moveTo>
                        <a:pt x="28912" y="0"/>
                      </a:moveTo>
                      <a:cubicBezTo>
                        <a:pt x="42881" y="0"/>
                        <a:pt x="54251" y="4873"/>
                        <a:pt x="55713" y="20303"/>
                      </a:cubicBezTo>
                      <a:lnTo>
                        <a:pt x="46454" y="20303"/>
                      </a:lnTo>
                      <a:cubicBezTo>
                        <a:pt x="45804" y="10558"/>
                        <a:pt x="37196" y="7472"/>
                        <a:pt x="28262" y="7472"/>
                      </a:cubicBezTo>
                      <a:cubicBezTo>
                        <a:pt x="20141" y="7472"/>
                        <a:pt x="11370" y="10720"/>
                        <a:pt x="11370" y="20303"/>
                      </a:cubicBezTo>
                      <a:cubicBezTo>
                        <a:pt x="11370" y="32486"/>
                        <a:pt x="25014" y="30049"/>
                        <a:pt x="44668" y="37521"/>
                      </a:cubicBezTo>
                      <a:cubicBezTo>
                        <a:pt x="54901" y="40769"/>
                        <a:pt x="58474" y="46292"/>
                        <a:pt x="58474" y="54576"/>
                      </a:cubicBezTo>
                      <a:cubicBezTo>
                        <a:pt x="58474" y="71631"/>
                        <a:pt x="44505" y="78940"/>
                        <a:pt x="27450" y="78940"/>
                      </a:cubicBezTo>
                      <a:cubicBezTo>
                        <a:pt x="14943" y="78940"/>
                        <a:pt x="649" y="73255"/>
                        <a:pt x="0" y="56850"/>
                      </a:cubicBezTo>
                      <a:lnTo>
                        <a:pt x="9258" y="56850"/>
                      </a:lnTo>
                      <a:cubicBezTo>
                        <a:pt x="9908" y="68382"/>
                        <a:pt x="19978" y="71306"/>
                        <a:pt x="29561" y="71306"/>
                      </a:cubicBezTo>
                      <a:cubicBezTo>
                        <a:pt x="39145" y="71306"/>
                        <a:pt x="49540" y="67083"/>
                        <a:pt x="49378" y="55875"/>
                      </a:cubicBezTo>
                      <a:cubicBezTo>
                        <a:pt x="49378" y="44180"/>
                        <a:pt x="37034" y="43206"/>
                        <a:pt x="25501" y="40444"/>
                      </a:cubicBezTo>
                      <a:cubicBezTo>
                        <a:pt x="13806" y="37683"/>
                        <a:pt x="2761" y="35084"/>
                        <a:pt x="2761" y="20791"/>
                      </a:cubicBezTo>
                      <a:cubicBezTo>
                        <a:pt x="2761" y="5198"/>
                        <a:pt x="16405" y="0"/>
                        <a:pt x="29074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6" name="자유형: 도형 225">
                  <a:extLst>
                    <a:ext uri="{FF2B5EF4-FFF2-40B4-BE49-F238E27FC236}">
                      <a16:creationId xmlns:a16="http://schemas.microsoft.com/office/drawing/2014/main" id="{386E4D3E-89B5-F97A-ED04-30F19DA55FC3}"/>
                    </a:ext>
                  </a:extLst>
                </p:cNvPr>
                <p:cNvSpPr/>
                <p:nvPr/>
              </p:nvSpPr>
              <p:spPr>
                <a:xfrm>
                  <a:off x="5566873" y="3013668"/>
                  <a:ext cx="12507" cy="13156"/>
                </a:xfrm>
                <a:custGeom>
                  <a:avLst/>
                  <a:gdLst>
                    <a:gd name="connsiteX0" fmla="*/ 12507 w 12507"/>
                    <a:gd name="connsiteY0" fmla="*/ 13157 h 13156"/>
                    <a:gd name="connsiteX1" fmla="*/ 0 w 12507"/>
                    <a:gd name="connsiteY1" fmla="*/ 13157 h 13156"/>
                    <a:gd name="connsiteX2" fmla="*/ 0 w 12507"/>
                    <a:gd name="connsiteY2" fmla="*/ 0 h 13156"/>
                    <a:gd name="connsiteX3" fmla="*/ 12507 w 12507"/>
                    <a:gd name="connsiteY3" fmla="*/ 0 h 13156"/>
                    <a:gd name="connsiteX4" fmla="*/ 12507 w 12507"/>
                    <a:gd name="connsiteY4" fmla="*/ 13157 h 13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507" h="13156">
                      <a:moveTo>
                        <a:pt x="12507" y="13157"/>
                      </a:moveTo>
                      <a:lnTo>
                        <a:pt x="0" y="13157"/>
                      </a:lnTo>
                      <a:lnTo>
                        <a:pt x="0" y="0"/>
                      </a:lnTo>
                      <a:lnTo>
                        <a:pt x="12507" y="0"/>
                      </a:lnTo>
                      <a:lnTo>
                        <a:pt x="12507" y="13157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7" name="자유형: 도형 226">
                  <a:extLst>
                    <a:ext uri="{FF2B5EF4-FFF2-40B4-BE49-F238E27FC236}">
                      <a16:creationId xmlns:a16="http://schemas.microsoft.com/office/drawing/2014/main" id="{25EBE75D-7D87-9452-50C7-1C64D505E76B}"/>
                    </a:ext>
                  </a:extLst>
                </p:cNvPr>
                <p:cNvSpPr/>
                <p:nvPr/>
              </p:nvSpPr>
              <p:spPr>
                <a:xfrm>
                  <a:off x="5602120" y="2948697"/>
                  <a:ext cx="58148" cy="78939"/>
                </a:xfrm>
                <a:custGeom>
                  <a:avLst/>
                  <a:gdLst>
                    <a:gd name="connsiteX0" fmla="*/ 48728 w 58148"/>
                    <a:gd name="connsiteY0" fmla="*/ 24851 h 78939"/>
                    <a:gd name="connsiteX1" fmla="*/ 30536 w 58148"/>
                    <a:gd name="connsiteY1" fmla="*/ 7472 h 78939"/>
                    <a:gd name="connsiteX2" fmla="*/ 12832 w 58148"/>
                    <a:gd name="connsiteY2" fmla="*/ 21116 h 78939"/>
                    <a:gd name="connsiteX3" fmla="*/ 2761 w 58148"/>
                    <a:gd name="connsiteY3" fmla="*/ 21116 h 78939"/>
                    <a:gd name="connsiteX4" fmla="*/ 30699 w 58148"/>
                    <a:gd name="connsiteY4" fmla="*/ 0 h 78939"/>
                    <a:gd name="connsiteX5" fmla="*/ 57174 w 58148"/>
                    <a:gd name="connsiteY5" fmla="*/ 25339 h 78939"/>
                    <a:gd name="connsiteX6" fmla="*/ 57174 w 58148"/>
                    <a:gd name="connsiteY6" fmla="*/ 66108 h 78939"/>
                    <a:gd name="connsiteX7" fmla="*/ 58149 w 58148"/>
                    <a:gd name="connsiteY7" fmla="*/ 77153 h 78939"/>
                    <a:gd name="connsiteX8" fmla="*/ 49053 w 58148"/>
                    <a:gd name="connsiteY8" fmla="*/ 77153 h 78939"/>
                    <a:gd name="connsiteX9" fmla="*/ 48404 w 58148"/>
                    <a:gd name="connsiteY9" fmla="*/ 67083 h 78939"/>
                    <a:gd name="connsiteX10" fmla="*/ 24527 w 58148"/>
                    <a:gd name="connsiteY10" fmla="*/ 78940 h 78939"/>
                    <a:gd name="connsiteX11" fmla="*/ 0 w 58148"/>
                    <a:gd name="connsiteY11" fmla="*/ 56525 h 78939"/>
                    <a:gd name="connsiteX12" fmla="*/ 14618 w 58148"/>
                    <a:gd name="connsiteY12" fmla="*/ 35084 h 78939"/>
                    <a:gd name="connsiteX13" fmla="*/ 48728 w 58148"/>
                    <a:gd name="connsiteY13" fmla="*/ 31511 h 78939"/>
                    <a:gd name="connsiteX14" fmla="*/ 48728 w 58148"/>
                    <a:gd name="connsiteY14" fmla="*/ 24851 h 78939"/>
                    <a:gd name="connsiteX15" fmla="*/ 26313 w 58148"/>
                    <a:gd name="connsiteY15" fmla="*/ 71306 h 78939"/>
                    <a:gd name="connsiteX16" fmla="*/ 49053 w 58148"/>
                    <a:gd name="connsiteY16" fmla="*/ 38495 h 78939"/>
                    <a:gd name="connsiteX17" fmla="*/ 8771 w 58148"/>
                    <a:gd name="connsiteY17" fmla="*/ 56687 h 78939"/>
                    <a:gd name="connsiteX18" fmla="*/ 26151 w 58148"/>
                    <a:gd name="connsiteY18" fmla="*/ 71306 h 78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8148" h="78939">
                      <a:moveTo>
                        <a:pt x="48728" y="24851"/>
                      </a:moveTo>
                      <a:cubicBezTo>
                        <a:pt x="47916" y="11695"/>
                        <a:pt x="40607" y="7472"/>
                        <a:pt x="30536" y="7472"/>
                      </a:cubicBezTo>
                      <a:cubicBezTo>
                        <a:pt x="21441" y="7472"/>
                        <a:pt x="13644" y="10558"/>
                        <a:pt x="12832" y="21116"/>
                      </a:cubicBezTo>
                      <a:lnTo>
                        <a:pt x="2761" y="21116"/>
                      </a:lnTo>
                      <a:cubicBezTo>
                        <a:pt x="3573" y="6660"/>
                        <a:pt x="16567" y="0"/>
                        <a:pt x="30699" y="0"/>
                      </a:cubicBezTo>
                      <a:cubicBezTo>
                        <a:pt x="47429" y="0"/>
                        <a:pt x="57500" y="7634"/>
                        <a:pt x="57174" y="25339"/>
                      </a:cubicBezTo>
                      <a:lnTo>
                        <a:pt x="57174" y="66108"/>
                      </a:lnTo>
                      <a:cubicBezTo>
                        <a:pt x="57174" y="69682"/>
                        <a:pt x="57662" y="75529"/>
                        <a:pt x="58149" y="77153"/>
                      </a:cubicBezTo>
                      <a:lnTo>
                        <a:pt x="49053" y="77153"/>
                      </a:lnTo>
                      <a:lnTo>
                        <a:pt x="48404" y="67083"/>
                      </a:lnTo>
                      <a:cubicBezTo>
                        <a:pt x="45155" y="73742"/>
                        <a:pt x="35247" y="78940"/>
                        <a:pt x="24527" y="78940"/>
                      </a:cubicBezTo>
                      <a:cubicBezTo>
                        <a:pt x="10233" y="78940"/>
                        <a:pt x="0" y="71793"/>
                        <a:pt x="0" y="56525"/>
                      </a:cubicBezTo>
                      <a:cubicBezTo>
                        <a:pt x="0" y="46129"/>
                        <a:pt x="5360" y="38820"/>
                        <a:pt x="14618" y="35084"/>
                      </a:cubicBezTo>
                      <a:cubicBezTo>
                        <a:pt x="24364" y="30536"/>
                        <a:pt x="38171" y="31511"/>
                        <a:pt x="48728" y="31511"/>
                      </a:cubicBezTo>
                      <a:lnTo>
                        <a:pt x="48728" y="24851"/>
                      </a:lnTo>
                      <a:close/>
                      <a:moveTo>
                        <a:pt x="26313" y="71306"/>
                      </a:moveTo>
                      <a:cubicBezTo>
                        <a:pt x="44505" y="71306"/>
                        <a:pt x="49053" y="55388"/>
                        <a:pt x="49053" y="38495"/>
                      </a:cubicBezTo>
                      <a:cubicBezTo>
                        <a:pt x="34922" y="38495"/>
                        <a:pt x="8771" y="36546"/>
                        <a:pt x="8771" y="56687"/>
                      </a:cubicBezTo>
                      <a:cubicBezTo>
                        <a:pt x="8771" y="67570"/>
                        <a:pt x="17380" y="71306"/>
                        <a:pt x="26151" y="71306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8" name="자유형: 도형 227">
                  <a:extLst>
                    <a:ext uri="{FF2B5EF4-FFF2-40B4-BE49-F238E27FC236}">
                      <a16:creationId xmlns:a16="http://schemas.microsoft.com/office/drawing/2014/main" id="{4A7BF6BE-643F-F143-957A-ED54EB10F183}"/>
                    </a:ext>
                  </a:extLst>
                </p:cNvPr>
                <p:cNvSpPr/>
                <p:nvPr/>
              </p:nvSpPr>
              <p:spPr>
                <a:xfrm>
                  <a:off x="5682847" y="2917349"/>
                  <a:ext cx="10070" cy="108501"/>
                </a:xfrm>
                <a:custGeom>
                  <a:avLst/>
                  <a:gdLst>
                    <a:gd name="connsiteX0" fmla="*/ 10070 w 10070"/>
                    <a:gd name="connsiteY0" fmla="*/ 0 h 108501"/>
                    <a:gd name="connsiteX1" fmla="*/ 10070 w 10070"/>
                    <a:gd name="connsiteY1" fmla="*/ 10720 h 108501"/>
                    <a:gd name="connsiteX2" fmla="*/ 0 w 10070"/>
                    <a:gd name="connsiteY2" fmla="*/ 10720 h 108501"/>
                    <a:gd name="connsiteX3" fmla="*/ 0 w 10070"/>
                    <a:gd name="connsiteY3" fmla="*/ 0 h 108501"/>
                    <a:gd name="connsiteX4" fmla="*/ 10070 w 10070"/>
                    <a:gd name="connsiteY4" fmla="*/ 0 h 108501"/>
                    <a:gd name="connsiteX5" fmla="*/ 650 w 10070"/>
                    <a:gd name="connsiteY5" fmla="*/ 32486 h 108501"/>
                    <a:gd name="connsiteX6" fmla="*/ 9583 w 10070"/>
                    <a:gd name="connsiteY6" fmla="*/ 32486 h 108501"/>
                    <a:gd name="connsiteX7" fmla="*/ 9583 w 10070"/>
                    <a:gd name="connsiteY7" fmla="*/ 108502 h 108501"/>
                    <a:gd name="connsiteX8" fmla="*/ 650 w 10070"/>
                    <a:gd name="connsiteY8" fmla="*/ 108502 h 108501"/>
                    <a:gd name="connsiteX9" fmla="*/ 650 w 10070"/>
                    <a:gd name="connsiteY9" fmla="*/ 32486 h 108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70" h="108501">
                      <a:moveTo>
                        <a:pt x="10070" y="0"/>
                      </a:moveTo>
                      <a:lnTo>
                        <a:pt x="10070" y="10720"/>
                      </a:lnTo>
                      <a:lnTo>
                        <a:pt x="0" y="10720"/>
                      </a:lnTo>
                      <a:lnTo>
                        <a:pt x="0" y="0"/>
                      </a:lnTo>
                      <a:lnTo>
                        <a:pt x="10070" y="0"/>
                      </a:lnTo>
                      <a:close/>
                      <a:moveTo>
                        <a:pt x="650" y="32486"/>
                      </a:moveTo>
                      <a:lnTo>
                        <a:pt x="9583" y="32486"/>
                      </a:lnTo>
                      <a:lnTo>
                        <a:pt x="9583" y="108502"/>
                      </a:lnTo>
                      <a:lnTo>
                        <a:pt x="650" y="108502"/>
                      </a:lnTo>
                      <a:lnTo>
                        <a:pt x="650" y="32486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162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BCEA281C-C0D8-D734-5000-D163BD7207A3}"/>
                </a:ext>
              </a:extLst>
            </p:cNvPr>
            <p:cNvCxnSpPr/>
            <p:nvPr/>
          </p:nvCxnSpPr>
          <p:spPr>
            <a:xfrm>
              <a:off x="792956" y="5246166"/>
              <a:ext cx="0" cy="583802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76524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24">
          <p15:clr>
            <a:srgbClr val="FBAE40"/>
          </p15:clr>
        </p15:guide>
        <p15:guide id="4" pos="7445">
          <p15:clr>
            <a:srgbClr val="FBAE40"/>
          </p15:clr>
        </p15:guide>
        <p15:guide id="5" orient="horz" pos="40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8765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57" r:id="rId8"/>
    <p:sldLayoutId id="2147483665" r:id="rId9"/>
    <p:sldLayoutId id="2147483666" r:id="rId10"/>
    <p:sldLayoutId id="2147483664" r:id="rId11"/>
    <p:sldLayoutId id="2147483677" r:id="rId12"/>
    <p:sldLayoutId id="2147483679" r:id="rId13"/>
    <p:sldLayoutId id="2147483678" r:id="rId1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2.xml"/><Relationship Id="rId5" Type="http://schemas.openxmlformats.org/officeDocument/2006/relationships/image" Target="../media/image24.png"/><Relationship Id="rId4" Type="http://schemas.openxmlformats.org/officeDocument/2006/relationships/customXml" Target="../ink/ink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gif"/><Relationship Id="rId5" Type="http://schemas.openxmlformats.org/officeDocument/2006/relationships/image" Target="../media/image42.gif"/><Relationship Id="rId4" Type="http://schemas.openxmlformats.org/officeDocument/2006/relationships/image" Target="../media/image41.gi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6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gi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dumoulin/conv_arithmetic" TargetMode="External"/><Relationship Id="rId2" Type="http://schemas.openxmlformats.org/officeDocument/2006/relationships/hyperlink" Target="https://legacy.gitbook.com/@leonardoaraujosantos" TargetMode="Externa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modulabs.co.kr/blog/alexnet_structure" TargetMode="External"/><Relationship Id="rId4" Type="http://schemas.openxmlformats.org/officeDocument/2006/relationships/hyperlink" Target="https://woochan-autobiography.tistory.com/884#2.%20Stride%EA%B0%80%201%EC%9D%B4%EA%B3%A0%20Padding%EC%9D%B4%20%EC%97%86%EB%8A%94%20%EA%B2%BD%EC%9A%B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463016-B154-6EF9-255F-56583080A767}"/>
              </a:ext>
            </a:extLst>
          </p:cNvPr>
          <p:cNvSpPr txBox="1"/>
          <p:nvPr/>
        </p:nvSpPr>
        <p:spPr>
          <a:xfrm>
            <a:off x="541338" y="336817"/>
            <a:ext cx="10863179" cy="1169551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r>
              <a:rPr lang="en-US" altLang="ko-KR" sz="3600" err="1">
                <a:cs typeface="Pretendard Medium"/>
              </a:rPr>
              <a:t>Alexnet</a:t>
            </a:r>
            <a:endParaRPr lang="ko-KR" err="1"/>
          </a:p>
          <a:p>
            <a:endParaRPr lang="en-US" altLang="ko-KR" sz="2000" dirty="0">
              <a:cs typeface="Pretendard Medium"/>
            </a:endParaRPr>
          </a:p>
          <a:p>
            <a:r>
              <a:rPr lang="en-US" sz="1400" dirty="0">
                <a:latin typeface="Pretendard Light"/>
                <a:ea typeface="+mn-lt"/>
                <a:cs typeface="+mn-lt"/>
              </a:rPr>
              <a:t>Alex </a:t>
            </a:r>
            <a:r>
              <a:rPr lang="en-US" sz="1400" dirty="0" err="1">
                <a:latin typeface="Pretendard Light"/>
                <a:ea typeface="+mn-lt"/>
                <a:cs typeface="+mn-lt"/>
              </a:rPr>
              <a:t>Krizhevsky</a:t>
            </a:r>
            <a:r>
              <a:rPr lang="en-US" sz="1400" dirty="0">
                <a:latin typeface="Pretendard Light"/>
                <a:ea typeface="+mn-lt"/>
                <a:cs typeface="+mn-lt"/>
              </a:rPr>
              <a:t>, Ilya </a:t>
            </a:r>
            <a:r>
              <a:rPr lang="en-US" sz="1400" dirty="0" err="1">
                <a:latin typeface="Pretendard Light"/>
                <a:ea typeface="+mn-lt"/>
                <a:cs typeface="+mn-lt"/>
              </a:rPr>
              <a:t>Sutskever</a:t>
            </a:r>
            <a:r>
              <a:rPr lang="en-US" sz="1400" dirty="0">
                <a:latin typeface="Pretendard Light"/>
                <a:ea typeface="+mn-lt"/>
                <a:cs typeface="+mn-lt"/>
              </a:rPr>
              <a:t>, and Geoffrey Hinton, “ImageNet Classification with Deep Convolutional Neural Networks,” NIPS, 2012</a:t>
            </a:r>
            <a:endParaRPr lang="en-US" sz="1400" dirty="0">
              <a:latin typeface="Pretendard Light"/>
              <a:ea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00F628-63DF-7014-2C68-1052788A3881}"/>
              </a:ext>
            </a:extLst>
          </p:cNvPr>
          <p:cNvSpPr txBox="1"/>
          <p:nvPr/>
        </p:nvSpPr>
        <p:spPr>
          <a:xfrm>
            <a:off x="541338" y="5613242"/>
            <a:ext cx="11277600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200">
                <a:solidFill>
                  <a:schemeClr val="tx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CMES Deep Vision </a:t>
            </a:r>
            <a:r>
              <a:rPr lang="ko-KR" altLang="en-US" sz="1200">
                <a:solidFill>
                  <a:schemeClr val="tx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인턴 박윤준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B83822-B6AC-69DD-D07E-35AD14ED2D3D}"/>
              </a:ext>
            </a:extLst>
          </p:cNvPr>
          <p:cNvSpPr txBox="1"/>
          <p:nvPr/>
        </p:nvSpPr>
        <p:spPr>
          <a:xfrm>
            <a:off x="541338" y="5890241"/>
            <a:ext cx="4106333" cy="246221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r>
              <a:rPr lang="en-US" altLang="ko-KR" sz="1000" dirty="0">
                <a:solidFill>
                  <a:schemeClr val="tx2"/>
                </a:solidFill>
                <a:latin typeface="Pretendard Light"/>
                <a:ea typeface="Pretendard Light"/>
                <a:cs typeface="Pretendard Light"/>
              </a:rPr>
              <a:t>2025.03.27</a:t>
            </a:r>
            <a:endParaRPr lang="ko-KR" altLang="en-US" sz="1000" dirty="0">
              <a:solidFill>
                <a:schemeClr val="tx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2" name="그림 1" descr="텍스트, 도표, 평면도, 개략도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7C1CA3FD-835D-0D3A-E302-E40806B48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84" y="1743511"/>
            <a:ext cx="6887410" cy="337766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72BE5DA-182F-5C9A-8DF5-8FC0F43E3B7A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443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0240BB4-7546-A6C0-B322-636733A590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477000"/>
            <a:ext cx="2743200" cy="234950"/>
          </a:xfrm>
          <a:prstGeom prst="rect">
            <a:avLst/>
          </a:prstGeom>
        </p:spPr>
        <p:txBody>
          <a:bodyPr/>
          <a:lstStyle/>
          <a:p>
            <a:fld id="{A586D550-5C19-40CD-8609-A3C92F1D3FA9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3AE5F4-C0EB-99F5-EF03-39A127ACF21A}"/>
              </a:ext>
            </a:extLst>
          </p:cNvPr>
          <p:cNvSpPr txBox="1"/>
          <p:nvPr/>
        </p:nvSpPr>
        <p:spPr>
          <a:xfrm>
            <a:off x="1264351" y="2169717"/>
            <a:ext cx="584891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ea typeface="+mn-lt"/>
                <a:cs typeface="+mn-lt"/>
              </a:rPr>
              <a:t>Convolutional Neural Networks (CNN)</a:t>
            </a:r>
          </a:p>
          <a:p>
            <a:endParaRPr lang="en-US" altLang="ko-KR" sz="2000" dirty="0">
              <a:solidFill>
                <a:schemeClr val="tx2"/>
              </a:solidFill>
              <a:cs typeface="Pretendard Mediu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5C1B7B-FD97-5D87-E07D-FC9C64B692A8}"/>
              </a:ext>
            </a:extLst>
          </p:cNvPr>
          <p:cNvSpPr txBox="1"/>
          <p:nvPr/>
        </p:nvSpPr>
        <p:spPr>
          <a:xfrm>
            <a:off x="847980" y="2169718"/>
            <a:ext cx="442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>
                <a:latin typeface="+mn-ea"/>
                <a:cs typeface="Pretendard Light" panose="02000403000000020004" pitchFamily="50" charset="-127"/>
              </a:rPr>
              <a:t>Ⅰ.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F1EBAA-01D4-B6FF-EAF8-2FFF3796BB58}"/>
              </a:ext>
            </a:extLst>
          </p:cNvPr>
          <p:cNvSpPr txBox="1"/>
          <p:nvPr/>
        </p:nvSpPr>
        <p:spPr>
          <a:xfrm>
            <a:off x="1271035" y="2940028"/>
            <a:ext cx="4946545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rgbClr val="2F2F2F"/>
                </a:solidFill>
                <a:ea typeface="+mn-lt"/>
                <a:cs typeface="+mn-lt"/>
              </a:rPr>
              <a:t>Why is </a:t>
            </a:r>
            <a:r>
              <a:rPr lang="en-US" sz="2000" dirty="0" err="1">
                <a:solidFill>
                  <a:srgbClr val="2F2F2F"/>
                </a:solidFill>
                <a:ea typeface="+mn-lt"/>
                <a:cs typeface="+mn-lt"/>
              </a:rPr>
              <a:t>AlexNet</a:t>
            </a:r>
            <a:r>
              <a:rPr lang="en-US" sz="2000" dirty="0">
                <a:solidFill>
                  <a:srgbClr val="2F2F2F"/>
                </a:solidFill>
                <a:ea typeface="+mn-lt"/>
                <a:cs typeface="+mn-lt"/>
              </a:rPr>
              <a:t> important?</a:t>
            </a:r>
            <a:endParaRPr 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3DEF4B-1397-50BE-678A-5C4F5B867E78}"/>
              </a:ext>
            </a:extLst>
          </p:cNvPr>
          <p:cNvSpPr txBox="1"/>
          <p:nvPr/>
        </p:nvSpPr>
        <p:spPr>
          <a:xfrm>
            <a:off x="847980" y="2940029"/>
            <a:ext cx="442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>
                <a:latin typeface="+mn-ea"/>
                <a:cs typeface="Pretendard Light" panose="02000403000000020004" pitchFamily="50" charset="-127"/>
              </a:rPr>
              <a:t>Ⅱ.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42F1DD-EBA3-DFBD-6F22-0F4F18A79C6B}"/>
              </a:ext>
            </a:extLst>
          </p:cNvPr>
          <p:cNvSpPr txBox="1"/>
          <p:nvPr/>
        </p:nvSpPr>
        <p:spPr>
          <a:xfrm>
            <a:off x="1250983" y="3710339"/>
            <a:ext cx="426475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 err="1">
                <a:cs typeface="Pretendard Medium"/>
              </a:rPr>
              <a:t>AlexNet</a:t>
            </a:r>
            <a:r>
              <a:rPr lang="en-US" sz="2000" dirty="0">
                <a:cs typeface="Pretendard Medium"/>
              </a:rPr>
              <a:t> - Architecture</a:t>
            </a:r>
          </a:p>
          <a:p>
            <a:endParaRPr lang="en-US" sz="2000" dirty="0">
              <a:cs typeface="Pretendard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86264F-B203-4D3E-FC6E-42BA7B68E6A0}"/>
              </a:ext>
            </a:extLst>
          </p:cNvPr>
          <p:cNvSpPr txBox="1"/>
          <p:nvPr/>
        </p:nvSpPr>
        <p:spPr>
          <a:xfrm>
            <a:off x="847980" y="3703656"/>
            <a:ext cx="475747" cy="406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>
                <a:latin typeface="+mn-ea"/>
                <a:cs typeface="Pretendard Light" panose="02000403000000020004" pitchFamily="50" charset="-127"/>
              </a:rPr>
              <a:t>Ⅲ.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71061F-A463-2FF5-DF09-BA6A79731915}"/>
              </a:ext>
            </a:extLst>
          </p:cNvPr>
          <p:cNvSpPr txBox="1"/>
          <p:nvPr/>
        </p:nvSpPr>
        <p:spPr>
          <a:xfrm>
            <a:off x="1250983" y="4480650"/>
            <a:ext cx="426475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 err="1">
                <a:solidFill>
                  <a:schemeClr val="tx2"/>
                </a:solidFill>
                <a:ea typeface="+mn-lt"/>
                <a:cs typeface="+mn-lt"/>
              </a:rPr>
              <a:t>AlexNet</a:t>
            </a:r>
            <a:r>
              <a:rPr lang="en-US" sz="2000" dirty="0">
                <a:solidFill>
                  <a:schemeClr val="tx2"/>
                </a:solidFill>
                <a:ea typeface="+mn-lt"/>
                <a:cs typeface="+mn-lt"/>
              </a:rPr>
              <a:t> - Key ideas</a:t>
            </a:r>
          </a:p>
          <a:p>
            <a:endParaRPr lang="en-US" altLang="ko-KR" sz="2000" dirty="0">
              <a:solidFill>
                <a:schemeClr val="tx2"/>
              </a:solidFill>
              <a:cs typeface="Pretendard Medium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2F7E61-7889-1002-15DE-803ECD9B6CF2}"/>
              </a:ext>
            </a:extLst>
          </p:cNvPr>
          <p:cNvSpPr txBox="1"/>
          <p:nvPr/>
        </p:nvSpPr>
        <p:spPr>
          <a:xfrm>
            <a:off x="847980" y="4473967"/>
            <a:ext cx="49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>
                <a:solidFill>
                  <a:schemeClr val="tx2"/>
                </a:solidFill>
                <a:latin typeface="+mn-ea"/>
                <a:cs typeface="Pretendard Light" panose="02000403000000020004" pitchFamily="50" charset="-127"/>
              </a:rPr>
              <a:t>Ⅳ</a:t>
            </a:r>
            <a:r>
              <a:rPr lang="en-US" altLang="ko-KR" sz="2000">
                <a:latin typeface="+mn-ea"/>
                <a:cs typeface="Pretendard Light" panose="02000403000000020004" pitchFamily="50" charset="-127"/>
              </a:rPr>
              <a:t>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78922DF-7450-DDE2-7544-417C5E2D1577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590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5FFC16E-8A77-169A-65B7-BE2C0A497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6D8BA3-FB4F-FC83-6575-66247BB809FD}"/>
              </a:ext>
            </a:extLst>
          </p:cNvPr>
          <p:cNvSpPr txBox="1"/>
          <p:nvPr/>
        </p:nvSpPr>
        <p:spPr>
          <a:xfrm>
            <a:off x="1250983" y="2169717"/>
            <a:ext cx="4264755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Introduction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183029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830FAC2-3FF4-C323-74F9-AD52D8F273D4}"/>
              </a:ext>
            </a:extLst>
          </p:cNvPr>
          <p:cNvSpPr/>
          <p:nvPr/>
        </p:nvSpPr>
        <p:spPr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Medium"/>
              <a:ea typeface="Pretendard Medium"/>
              <a:cs typeface="+mn-cs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CF02506-6B24-0D36-F616-535995B956B2}"/>
              </a:ext>
            </a:extLst>
          </p:cNvPr>
          <p:cNvGrpSpPr/>
          <p:nvPr/>
        </p:nvGrpSpPr>
        <p:grpSpPr>
          <a:xfrm>
            <a:off x="5433380" y="2627477"/>
            <a:ext cx="1325240" cy="646331"/>
            <a:chOff x="4559636" y="2843932"/>
            <a:chExt cx="1325240" cy="64633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2681022-495F-E086-CA81-1484753204C0}"/>
                </a:ext>
              </a:extLst>
            </p:cNvPr>
            <p:cNvSpPr txBox="1"/>
            <p:nvPr/>
          </p:nvSpPr>
          <p:spPr>
            <a:xfrm>
              <a:off x="5618551" y="2843932"/>
              <a:ext cx="266325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Pretendard Medium"/>
                  <a:ea typeface="Pretendard Medium"/>
                  <a:cs typeface="Pretendard Medium"/>
                </a:rPr>
                <a:t>Ⅰ</a:t>
              </a: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retendard Medium"/>
                <a:ea typeface="Pretendard Medium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C2EE16C-803A-180C-02D5-D5CEC59585AF}"/>
                </a:ext>
              </a:extLst>
            </p:cNvPr>
            <p:cNvSpPr txBox="1"/>
            <p:nvPr/>
          </p:nvSpPr>
          <p:spPr>
            <a:xfrm>
              <a:off x="4559636" y="2967042"/>
              <a:ext cx="1157194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Pretendard Medium"/>
                  <a:ea typeface="Pretendard Medium"/>
                  <a:cs typeface="Pretendard Medium"/>
                </a:rPr>
                <a:t>Chapter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3216930-D787-3B10-BDEF-99C33DAC7B74}"/>
              </a:ext>
            </a:extLst>
          </p:cNvPr>
          <p:cNvSpPr txBox="1"/>
          <p:nvPr/>
        </p:nvSpPr>
        <p:spPr>
          <a:xfrm>
            <a:off x="1972361" y="4281589"/>
            <a:ext cx="824727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Convolutional Neural Networks (CNN)</a:t>
            </a:r>
          </a:p>
        </p:txBody>
      </p:sp>
    </p:spTree>
    <p:extLst>
      <p:ext uri="{BB962C8B-B14F-4D97-AF65-F5344CB8AC3E}">
        <p14:creationId xmlns:p14="http://schemas.microsoft.com/office/powerpoint/2010/main" val="3811217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1.1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ea typeface="+mn-lt"/>
                <a:cs typeface="+mn-lt"/>
              </a:rPr>
              <a:t>CNN이</a:t>
            </a:r>
            <a:r>
              <a:rPr lang="en-US" altLang="ko-KR" sz="24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ea typeface="+mn-lt"/>
                <a:cs typeface="+mn-lt"/>
              </a:rPr>
              <a:t>등장한</a:t>
            </a:r>
            <a:r>
              <a:rPr lang="en-US" altLang="ko-KR" sz="24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ea typeface="+mn-lt"/>
                <a:cs typeface="+mn-lt"/>
              </a:rPr>
              <a:t>배경</a:t>
            </a: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ea typeface="+mn-lt"/>
              <a:cs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B1903C-2636-F1AB-6251-2913A3D26666}"/>
              </a:ext>
            </a:extLst>
          </p:cNvPr>
          <p:cNvSpPr txBox="1"/>
          <p:nvPr/>
        </p:nvSpPr>
        <p:spPr>
          <a:xfrm>
            <a:off x="580085" y="1591357"/>
            <a:ext cx="11285811" cy="4574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전통적인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인공지능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(AI) 및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머신러닝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방법들이 이미지 인식과 같은 복잡한 패턴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인식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문제에서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한계를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보였기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때문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 err="1">
                <a:solidFill>
                  <a:srgbClr val="181818"/>
                </a:solidFill>
                <a:ea typeface="+mn-lt"/>
                <a:cs typeface="+mn-lt"/>
              </a:rPr>
              <a:t>CNN이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81818"/>
                </a:solidFill>
                <a:ea typeface="+mn-lt"/>
                <a:cs typeface="+mn-lt"/>
              </a:rPr>
              <a:t>등장한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81818"/>
                </a:solidFill>
                <a:ea typeface="+mn-lt"/>
                <a:cs typeface="+mn-lt"/>
              </a:rPr>
              <a:t>배경</a:t>
            </a:r>
            <a:endParaRPr lang="ko-KR" altLang="en-US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CC838C-224F-7198-4950-AE73CB27188F}"/>
              </a:ext>
            </a:extLst>
          </p:cNvPr>
          <p:cNvSpPr txBox="1"/>
          <p:nvPr/>
        </p:nvSpPr>
        <p:spPr>
          <a:xfrm>
            <a:off x="586769" y="2373409"/>
            <a:ext cx="11285811" cy="697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기존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머신러닝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모델은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이미지에서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중요한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특징을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사람이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직접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정의해야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함 (예: SIFT, HOG, Gabor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필터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)</a:t>
            </a: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하지만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데이터는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복잡해서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경우를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사람이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직접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설계하기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어려움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1C67FF5-8965-63A5-45A6-2001E6053956}"/>
              </a:ext>
            </a:extLst>
          </p:cNvPr>
          <p:cNvCxnSpPr>
            <a:cxnSpLocks/>
          </p:cNvCxnSpPr>
          <p:nvPr/>
        </p:nvCxnSpPr>
        <p:spPr>
          <a:xfrm>
            <a:off x="453422" y="2014736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ECF5D7D-32C8-165F-1723-01CF6E79004A}"/>
              </a:ext>
            </a:extLst>
          </p:cNvPr>
          <p:cNvSpPr txBox="1"/>
          <p:nvPr/>
        </p:nvSpPr>
        <p:spPr>
          <a:xfrm>
            <a:off x="586769" y="2006005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 err="1">
                <a:solidFill>
                  <a:srgbClr val="181818"/>
                </a:solidFill>
                <a:ea typeface="+mn-lt"/>
                <a:cs typeface="+mn-lt"/>
              </a:rPr>
              <a:t>수작업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81818"/>
                </a:solidFill>
                <a:ea typeface="+mn-lt"/>
                <a:cs typeface="+mn-lt"/>
              </a:rPr>
              <a:t>특징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81818"/>
                </a:solidFill>
                <a:ea typeface="+mn-lt"/>
                <a:cs typeface="+mn-lt"/>
              </a:rPr>
              <a:t>추출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81818"/>
                </a:solidFill>
                <a:ea typeface="+mn-lt"/>
                <a:cs typeface="+mn-lt"/>
              </a:rPr>
              <a:t>필요</a:t>
            </a:r>
            <a:endParaRPr lang="ko-KR" dirty="0" err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9AADCD-EACB-E5B7-5B2A-F906DFBE9B20}"/>
              </a:ext>
            </a:extLst>
          </p:cNvPr>
          <p:cNvSpPr txBox="1"/>
          <p:nvPr/>
        </p:nvSpPr>
        <p:spPr>
          <a:xfrm>
            <a:off x="580083" y="3449567"/>
            <a:ext cx="11285811" cy="261802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28600" indent="-228600">
              <a:lnSpc>
                <a:spcPct val="130000"/>
              </a:lnSpc>
              <a:buAutoNum type="arabicPeriod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2d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입력을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Flatten해서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1차원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벡터로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변환한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후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연산을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수행하기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때문에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공간적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(Spatial) </a:t>
            </a: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위치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정보를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고려하지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않음</a:t>
            </a:r>
            <a:endParaRPr lang="ko-KR" altLang="en-US" b="1"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즉,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픽셀들이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서로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어떤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관계를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맺고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있는지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(예: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가까운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픽셀끼리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의미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있는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패턴을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형성하는지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)를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반영하지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않고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픽셀을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독립적인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특징으로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취급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fc는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퍼즐처럼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섞어서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학습시키는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거랑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다를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바가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없음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AutoNum type="arabicPeriod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FC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layer는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각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뉴런이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입력의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픽셀에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연결되어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있기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때문에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단일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계층의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FC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layer는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각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클래스에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대해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하나의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weight map(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혹은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template)만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학습할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수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있음</a:t>
            </a:r>
            <a:endParaRPr lang="en-US" altLang="ko-KR" sz="120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즉, FC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layer는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각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클래스에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대해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하나의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template(weight map)을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학습할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뿐, </a:t>
            </a:r>
            <a:r>
              <a:rPr lang="en-US" sz="1200" b="1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위치</a:t>
            </a:r>
            <a:r>
              <a:rPr lang="en-US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b="1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불변성</a:t>
            </a:r>
            <a:r>
              <a:rPr lang="en-US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(spatial invariance)</a:t>
            </a:r>
            <a:r>
              <a:rPr lang="en-US" sz="1200" b="1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이나</a:t>
            </a:r>
            <a:r>
              <a:rPr lang="en-US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b="1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다양한</a:t>
            </a:r>
            <a:r>
              <a:rPr lang="en-US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b="1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형태</a:t>
            </a:r>
            <a:r>
              <a:rPr lang="en-US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b="1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변형을</a:t>
            </a:r>
            <a:r>
              <a:rPr lang="en-US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b="1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일반화하는</a:t>
            </a:r>
            <a:r>
              <a:rPr lang="en-US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b="1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능력이</a:t>
            </a:r>
            <a:r>
              <a:rPr lang="en-US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b="1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부족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하기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때문에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인식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성능이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떨어지는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문제가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있음 (같은 물체라도 크기나 위치가 다르거나 회전이 되어 있으면 기존 모델이 인식하지 못하는 경우가 많음)</a:t>
            </a:r>
            <a:endParaRPr 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AutoNum type="arabicPeriod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인간처럼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특징을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뽑아서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학습해야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좋은데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FC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layer는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 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너무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디테일하게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봄</a:t>
            </a:r>
          </a:p>
          <a:p>
            <a:pPr marL="179705" indent="-179705">
              <a:lnSpc>
                <a:spcPct val="130000"/>
              </a:lnSpc>
              <a:buAutoNum type="arabicPeriod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Weight Map: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네트워크가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학습한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가중치의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공간적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패턴을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의미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Template: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특정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클래스의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대표적인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특징을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하나의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패턴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(template)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으로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학습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AutoNum type="arabicPeriod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>
              <a:lnSpc>
                <a:spcPct val="130000"/>
              </a:lnSpc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406166A-8C03-EE7A-23E2-C17E7F6AB1F3}"/>
              </a:ext>
            </a:extLst>
          </p:cNvPr>
          <p:cNvCxnSpPr>
            <a:cxnSpLocks/>
          </p:cNvCxnSpPr>
          <p:nvPr/>
        </p:nvCxnSpPr>
        <p:spPr>
          <a:xfrm>
            <a:off x="446736" y="309089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51BFA79-5F91-FBDE-43E4-26575859439F}"/>
              </a:ext>
            </a:extLst>
          </p:cNvPr>
          <p:cNvSpPr txBox="1"/>
          <p:nvPr/>
        </p:nvSpPr>
        <p:spPr>
          <a:xfrm>
            <a:off x="580083" y="308216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ko-KR" sz="1500" dirty="0" err="1">
                <a:solidFill>
                  <a:srgbClr val="181818"/>
                </a:solidFill>
                <a:ea typeface="+mn-lt"/>
                <a:cs typeface="+mn-lt"/>
              </a:rPr>
              <a:t>Fully</a:t>
            </a:r>
            <a:r>
              <a:rPr lang="ko-KR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sz="1500" dirty="0" err="1">
                <a:solidFill>
                  <a:srgbClr val="181818"/>
                </a:solidFill>
                <a:ea typeface="+mn-lt"/>
                <a:cs typeface="+mn-lt"/>
              </a:rPr>
              <a:t>Connected</a:t>
            </a:r>
            <a:r>
              <a:rPr lang="ko-KR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sz="1500" dirty="0" err="1">
                <a:solidFill>
                  <a:srgbClr val="181818"/>
                </a:solidFill>
                <a:ea typeface="+mn-lt"/>
                <a:cs typeface="+mn-lt"/>
              </a:rPr>
              <a:t>Layer의</a:t>
            </a:r>
            <a:r>
              <a:rPr lang="ko-KR" sz="1500" dirty="0">
                <a:solidFill>
                  <a:srgbClr val="181818"/>
                </a:solidFill>
                <a:ea typeface="+mn-lt"/>
                <a:cs typeface="+mn-lt"/>
              </a:rPr>
              <a:t> 문제점</a:t>
            </a:r>
            <a:endParaRPr lang="ko-KR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D84A71F-73C7-6C2B-22F8-10EC4B4EF836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883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1.1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ea typeface="+mn-lt"/>
                <a:cs typeface="+mn-lt"/>
              </a:rPr>
              <a:t>CNN이</a:t>
            </a:r>
            <a:r>
              <a:rPr lang="en-US" altLang="ko-KR" sz="24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ea typeface="+mn-lt"/>
                <a:cs typeface="+mn-lt"/>
              </a:rPr>
              <a:t>등장한</a:t>
            </a:r>
            <a:r>
              <a:rPr lang="en-US" altLang="ko-KR" sz="24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ea typeface="+mn-lt"/>
                <a:cs typeface="+mn-lt"/>
              </a:rPr>
              <a:t>배경</a:t>
            </a: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A03AF3-497C-3AD8-0D93-E5CE2DC0E50A}"/>
              </a:ext>
            </a:extLst>
          </p:cNvPr>
          <p:cNvSpPr txBox="1"/>
          <p:nvPr/>
        </p:nvSpPr>
        <p:spPr>
          <a:xfrm>
            <a:off x="566715" y="1591356"/>
            <a:ext cx="11285811" cy="697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EX) simple model, perceptron, that takes every pixel of an image as input</a:t>
            </a: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Is this model suitable for solving the image classification problem? No!</a:t>
            </a:r>
          </a:p>
          <a:p>
            <a:pPr>
              <a:lnSpc>
                <a:spcPct val="130000"/>
              </a:lnSpc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744D1E7-FD40-C0C4-F17F-87A18F4AEA18}"/>
              </a:ext>
            </a:extLst>
          </p:cNvPr>
          <p:cNvCxnSpPr>
            <a:cxnSpLocks/>
          </p:cNvCxnSpPr>
          <p:nvPr/>
        </p:nvCxnSpPr>
        <p:spPr>
          <a:xfrm>
            <a:off x="433368" y="1232683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CA1DBE9-174E-E2B6-CC5C-411B791B8A48}"/>
              </a:ext>
            </a:extLst>
          </p:cNvPr>
          <p:cNvSpPr txBox="1"/>
          <p:nvPr/>
        </p:nvSpPr>
        <p:spPr>
          <a:xfrm>
            <a:off x="566715" y="1223952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ko-KR" sz="1500" dirty="0" err="1">
                <a:solidFill>
                  <a:srgbClr val="181818"/>
                </a:solidFill>
                <a:ea typeface="+mn-lt"/>
                <a:cs typeface="+mn-lt"/>
              </a:rPr>
              <a:t>Fully</a:t>
            </a:r>
            <a:r>
              <a:rPr lang="ko-KR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sz="1500" dirty="0" err="1">
                <a:solidFill>
                  <a:srgbClr val="181818"/>
                </a:solidFill>
                <a:ea typeface="+mn-lt"/>
                <a:cs typeface="+mn-lt"/>
              </a:rPr>
              <a:t>Connected</a:t>
            </a:r>
            <a:r>
              <a:rPr lang="ko-KR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sz="1500" dirty="0" err="1">
                <a:solidFill>
                  <a:srgbClr val="181818"/>
                </a:solidFill>
                <a:ea typeface="+mn-lt"/>
                <a:cs typeface="+mn-lt"/>
              </a:rPr>
              <a:t>Layer의</a:t>
            </a:r>
            <a:r>
              <a:rPr lang="ko-KR" sz="1500" dirty="0">
                <a:solidFill>
                  <a:srgbClr val="181818"/>
                </a:solidFill>
                <a:ea typeface="+mn-lt"/>
                <a:cs typeface="+mn-lt"/>
              </a:rPr>
              <a:t> 문제점</a:t>
            </a:r>
            <a:endParaRPr lang="ko-KR" dirty="0"/>
          </a:p>
        </p:txBody>
      </p:sp>
      <p:pic>
        <p:nvPicPr>
          <p:cNvPr id="4" name="그림 3" descr="텍스트, 도표, 스크린샷, 디자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6F3FB583-2B0E-0E51-CA2C-A8237213DD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265" r="249" b="63139"/>
          <a:stretch/>
        </p:blipFill>
        <p:spPr>
          <a:xfrm>
            <a:off x="1632130" y="2489969"/>
            <a:ext cx="8177824" cy="331578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A6ACC6A-79BD-DD42-FC20-4D87B7EE7BDD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043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1.1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ea typeface="+mn-lt"/>
                <a:cs typeface="+mn-lt"/>
              </a:rPr>
              <a:t>CNN이</a:t>
            </a:r>
            <a:r>
              <a:rPr lang="en-US" altLang="ko-KR" sz="24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ea typeface="+mn-lt"/>
                <a:cs typeface="+mn-lt"/>
              </a:rPr>
              <a:t>등장한</a:t>
            </a:r>
            <a:r>
              <a:rPr lang="en-US" altLang="ko-KR" sz="24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ea typeface="+mn-lt"/>
                <a:cs typeface="+mn-lt"/>
              </a:rPr>
              <a:t>배경</a:t>
            </a: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A03AF3-497C-3AD8-0D93-E5CE2DC0E50A}"/>
              </a:ext>
            </a:extLst>
          </p:cNvPr>
          <p:cNvSpPr txBox="1"/>
          <p:nvPr/>
        </p:nvSpPr>
        <p:spPr>
          <a:xfrm>
            <a:off x="566715" y="1591356"/>
            <a:ext cx="11285811" cy="213789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CIFAR-10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데이터셋을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이용한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분류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모델의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가중치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시각화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W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부분은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클래스별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대표적인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특징을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보여주는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템플릿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. 즉,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특정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클래스에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대한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"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가중치의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평균적인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형태"로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볼 수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있음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예를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들어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자동차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(Car)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클래스는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중앙이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밝고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외곽이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어두운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형태를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띄고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있으며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비행기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(Plane)는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전체적으로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푸른색이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많은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형태</a:t>
            </a: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고양이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예시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) </a:t>
            </a: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입력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고양이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)가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여러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개의 W, b를 통과하면서 각각의 클래스에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대한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점수를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계산</a:t>
            </a: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보라색으로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표시된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W, b에서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나온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점수가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437.9로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가장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높음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→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모델이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이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입력을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"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고양이"로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분류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.</a:t>
            </a: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보라색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W,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b가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고양이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클래스를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대표하는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템플릿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역할</a:t>
            </a:r>
            <a:endParaRPr lang="en-US" altLang="ko-KR" sz="120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>
              <a:lnSpc>
                <a:spcPct val="130000"/>
              </a:lnSpc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744D1E7-FD40-C0C4-F17F-87A18F4AEA18}"/>
              </a:ext>
            </a:extLst>
          </p:cNvPr>
          <p:cNvCxnSpPr>
            <a:cxnSpLocks/>
          </p:cNvCxnSpPr>
          <p:nvPr/>
        </p:nvCxnSpPr>
        <p:spPr>
          <a:xfrm>
            <a:off x="433368" y="1232683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CA1DBE9-174E-E2B6-CC5C-411B791B8A48}"/>
              </a:ext>
            </a:extLst>
          </p:cNvPr>
          <p:cNvSpPr txBox="1"/>
          <p:nvPr/>
        </p:nvSpPr>
        <p:spPr>
          <a:xfrm>
            <a:off x="566715" y="1223952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Visualization of single fully connected layer networks</a:t>
            </a:r>
            <a:endParaRPr lang="ko-KR" altLang="en-US" dirty="0"/>
          </a:p>
        </p:txBody>
      </p:sp>
      <p:pic>
        <p:nvPicPr>
          <p:cNvPr id="4" name="그림 3" descr="텍스트, 스크린샷, 콜라주, 사각형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8BB59DB4-2A48-D161-0A62-54ECF89CD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209" y="3236436"/>
            <a:ext cx="6710948" cy="308555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DAF4ACC-AFE2-E058-7E2F-7D522536ACA4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541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1.1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ea typeface="+mn-lt"/>
                <a:cs typeface="+mn-lt"/>
              </a:rPr>
              <a:t>CNN이</a:t>
            </a:r>
            <a:r>
              <a:rPr lang="en-US" altLang="ko-KR" sz="24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ea typeface="+mn-lt"/>
                <a:cs typeface="+mn-lt"/>
              </a:rPr>
              <a:t>등장한</a:t>
            </a:r>
            <a:r>
              <a:rPr lang="en-US" altLang="ko-KR" sz="24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ea typeface="+mn-lt"/>
                <a:cs typeface="+mn-lt"/>
              </a:rPr>
              <a:t>배경</a:t>
            </a: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A03AF3-497C-3AD8-0D93-E5CE2DC0E50A}"/>
              </a:ext>
            </a:extLst>
          </p:cNvPr>
          <p:cNvSpPr txBox="1"/>
          <p:nvPr/>
        </p:nvSpPr>
        <p:spPr>
          <a:xfrm>
            <a:off x="566715" y="1591356"/>
            <a:ext cx="11285811" cy="4574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,Sans-Serif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같은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물체지만 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Crop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 이후 모델이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 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잘못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인식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하는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경우</a:t>
            </a:r>
            <a:endParaRPr 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>
              <a:lnSpc>
                <a:spcPct val="130000"/>
              </a:lnSpc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744D1E7-FD40-C0C4-F17F-87A18F4AEA18}"/>
              </a:ext>
            </a:extLst>
          </p:cNvPr>
          <p:cNvCxnSpPr>
            <a:cxnSpLocks/>
          </p:cNvCxnSpPr>
          <p:nvPr/>
        </p:nvCxnSpPr>
        <p:spPr>
          <a:xfrm>
            <a:off x="433368" y="1232683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CA1DBE9-174E-E2B6-CC5C-411B791B8A48}"/>
              </a:ext>
            </a:extLst>
          </p:cNvPr>
          <p:cNvSpPr txBox="1"/>
          <p:nvPr/>
        </p:nvSpPr>
        <p:spPr>
          <a:xfrm>
            <a:off x="566715" y="1223952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ko-KR" sz="1500" dirty="0" err="1">
                <a:solidFill>
                  <a:srgbClr val="181818"/>
                </a:solidFill>
                <a:ea typeface="+mn-lt"/>
                <a:cs typeface="+mn-lt"/>
              </a:rPr>
              <a:t>Fully</a:t>
            </a:r>
            <a:r>
              <a:rPr lang="ko-KR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sz="1500" dirty="0" err="1">
                <a:solidFill>
                  <a:srgbClr val="181818"/>
                </a:solidFill>
                <a:ea typeface="+mn-lt"/>
                <a:cs typeface="+mn-lt"/>
              </a:rPr>
              <a:t>Connected</a:t>
            </a:r>
            <a:r>
              <a:rPr lang="ko-KR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sz="1500" dirty="0" err="1">
                <a:solidFill>
                  <a:srgbClr val="181818"/>
                </a:solidFill>
                <a:ea typeface="+mn-lt"/>
                <a:cs typeface="+mn-lt"/>
              </a:rPr>
              <a:t>Layer의</a:t>
            </a:r>
            <a:r>
              <a:rPr lang="ko-KR" sz="1500" dirty="0">
                <a:solidFill>
                  <a:srgbClr val="181818"/>
                </a:solidFill>
                <a:ea typeface="+mn-lt"/>
                <a:cs typeface="+mn-lt"/>
              </a:rPr>
              <a:t> 문제점</a:t>
            </a:r>
            <a:endParaRPr lang="ko-KR" dirty="0"/>
          </a:p>
        </p:txBody>
      </p:sp>
      <p:pic>
        <p:nvPicPr>
          <p:cNvPr id="9" name="그림 8" descr="텍스트, 말, 문구용품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A8F8658B-190D-EB98-BAFE-24A24D778A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58" t="9342" r="20507" b="54507"/>
          <a:stretch/>
        </p:blipFill>
        <p:spPr>
          <a:xfrm>
            <a:off x="2629988" y="2020832"/>
            <a:ext cx="6162317" cy="409947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12CE3E7-5BA5-96B4-870C-E85D0D07F1B0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5277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1.1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ea typeface="+mn-lt"/>
                <a:cs typeface="+mn-lt"/>
              </a:rPr>
              <a:t>CNN이</a:t>
            </a:r>
            <a:r>
              <a:rPr lang="en-US" altLang="ko-KR" sz="24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ea typeface="+mn-lt"/>
                <a:cs typeface="+mn-lt"/>
              </a:rPr>
              <a:t>등장한</a:t>
            </a:r>
            <a:r>
              <a:rPr lang="en-US" altLang="ko-KR" sz="24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ea typeface="+mn-lt"/>
                <a:cs typeface="+mn-lt"/>
              </a:rPr>
              <a:t>배경</a:t>
            </a: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36DA9A-5AF7-783F-7644-6F4B5223D73B}"/>
              </a:ext>
            </a:extLst>
          </p:cNvPr>
          <p:cNvSpPr txBox="1"/>
          <p:nvPr/>
        </p:nvSpPr>
        <p:spPr>
          <a:xfrm>
            <a:off x="573399" y="1624777"/>
            <a:ext cx="11285811" cy="21736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Fully Connected Neural Network(MLP)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모델은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픽셀을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그대로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입력으로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사용했기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때문에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고해상도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이미지에서는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연산량이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너무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많음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10E195C-C259-3370-0995-E6FF09AD330D}"/>
              </a:ext>
            </a:extLst>
          </p:cNvPr>
          <p:cNvCxnSpPr>
            <a:cxnSpLocks/>
          </p:cNvCxnSpPr>
          <p:nvPr/>
        </p:nvCxnSpPr>
        <p:spPr>
          <a:xfrm>
            <a:off x="440052" y="126610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2499CB3-6862-5DE7-7B44-B555DCC6BCCB}"/>
              </a:ext>
            </a:extLst>
          </p:cNvPr>
          <p:cNvSpPr txBox="1"/>
          <p:nvPr/>
        </p:nvSpPr>
        <p:spPr>
          <a:xfrm>
            <a:off x="573399" y="125737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ko-KR" sz="1500" dirty="0">
                <a:solidFill>
                  <a:srgbClr val="181818"/>
                </a:solidFill>
                <a:ea typeface="+mn-lt"/>
                <a:cs typeface="+mn-lt"/>
              </a:rPr>
              <a:t>대규모 데이터에서 학습 어려움</a:t>
            </a:r>
            <a:endParaRPr lang="ko-KR" dirty="0"/>
          </a:p>
        </p:txBody>
      </p:sp>
      <p:pic>
        <p:nvPicPr>
          <p:cNvPr id="4" name="그림 3" descr="텍스트, 도표, 스크린샷, 라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2B9E7D7E-B5D9-3F8E-D12C-98F57100D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135" y="2223672"/>
            <a:ext cx="8642684" cy="364628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69A9D62-BE22-218A-25F8-C2B49F41F18E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079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1.1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ea typeface="+mn-lt"/>
                <a:cs typeface="+mn-lt"/>
              </a:rPr>
              <a:t>CNN이</a:t>
            </a:r>
            <a:r>
              <a:rPr lang="en-US" altLang="ko-KR" sz="24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ea typeface="+mn-lt"/>
                <a:cs typeface="+mn-lt"/>
              </a:rPr>
              <a:t>등장한</a:t>
            </a:r>
            <a:r>
              <a:rPr lang="en-US" altLang="ko-KR" sz="24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ea typeface="+mn-lt"/>
                <a:cs typeface="+mn-lt"/>
              </a:rPr>
              <a:t>배경</a:t>
            </a: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529E66-A8A8-FD9D-286A-953937E7C2CD}"/>
              </a:ext>
            </a:extLst>
          </p:cNvPr>
          <p:cNvSpPr txBox="1"/>
          <p:nvPr/>
        </p:nvSpPr>
        <p:spPr>
          <a:xfrm>
            <a:off x="560030" y="1598040"/>
            <a:ext cx="11285811" cy="45385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Convolutional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Filters를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사용해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 </a:t>
            </a:r>
            <a:r>
              <a:rPr lang="en-US" altLang="ko-KR" sz="1200" b="1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이미지의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local </a:t>
            </a:r>
            <a:r>
              <a:rPr lang="en-US" altLang="ko-KR" sz="1200" b="1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영역에서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b="1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특징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학습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Cnn은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신경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다발을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끊은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거다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! </a:t>
            </a:r>
            <a:r>
              <a:rPr lang="en-US" sz="120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→ </a:t>
            </a:r>
            <a:r>
              <a:rPr lang="ko-KR" altLang="en-US" sz="120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효율적인</a:t>
            </a:r>
            <a:r>
              <a:rPr lang="en-US" sz="120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학습</a:t>
            </a:r>
            <a:endParaRPr lang="en-US" sz="120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Weight </a:t>
            </a:r>
            <a:r>
              <a:rPr lang="en-US" altLang="ko-KR" sz="1200" b="1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Sharing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통해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같은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필터를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전체에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적용하여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위치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불변성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(spatial invariance)을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가지게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함 →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공간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정보를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유지하는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연산</a:t>
            </a:r>
            <a:endParaRPr lang="en-US" altLang="ko-KR" sz="120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Hierarchical Feature </a:t>
            </a:r>
            <a:r>
              <a:rPr lang="en-US" altLang="ko-KR" sz="1200" b="1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Extraction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통해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저수준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특징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엣지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모서리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)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에서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고수준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특징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객체의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부분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)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까지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점진적으로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학습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cnn도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결국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마지막에는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Feature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Map을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Flatten해서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FC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layer에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넣고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Conv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Layer에서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잘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학습된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고유한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특징들을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활용해서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최종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분류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작업을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수행함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. 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과정에서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공간적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관계는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손실되지만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Conv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Layer에서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필요한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정보(특징)는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압축되었기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때문에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큰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문제가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되지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않음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.</a:t>
            </a:r>
            <a:endParaRPr lang="en-US"/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이러한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특징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덕분에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CNN은 단순한 template matching을 벗어나 다양한 위치, 크기, 형태의 변화를 견딜 수 있는 강력한 이미지 </a:t>
            </a:r>
            <a:r>
              <a:rPr lang="en-US" altLang="ko-KR" sz="1200" b="1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인식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b="1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모델로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b="1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발전</a:t>
            </a:r>
            <a:endParaRPr lang="en-US" altLang="ko-KR" sz="1200" b="1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>
              <a:lnSpc>
                <a:spcPct val="130000"/>
              </a:lnSpc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9B127F9-36C6-5543-40B4-40509D4C19D6}"/>
              </a:ext>
            </a:extLst>
          </p:cNvPr>
          <p:cNvCxnSpPr>
            <a:cxnSpLocks/>
          </p:cNvCxnSpPr>
          <p:nvPr/>
        </p:nvCxnSpPr>
        <p:spPr>
          <a:xfrm>
            <a:off x="426683" y="1239367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0AFCB8A-3747-A3F6-7807-26E26FAD4388}"/>
              </a:ext>
            </a:extLst>
          </p:cNvPr>
          <p:cNvSpPr txBox="1"/>
          <p:nvPr/>
        </p:nvSpPr>
        <p:spPr>
          <a:xfrm>
            <a:off x="560030" y="1230636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ko-KR" sz="1500" dirty="0">
                <a:solidFill>
                  <a:srgbClr val="181818"/>
                </a:solidFill>
                <a:cs typeface="Pretendard Medium"/>
              </a:rPr>
              <a:t>이를 해결하는 </a:t>
            </a:r>
            <a:r>
              <a:rPr lang="en-US" altLang="ko-KR" sz="1500" dirty="0" err="1">
                <a:solidFill>
                  <a:srgbClr val="181818"/>
                </a:solidFill>
                <a:cs typeface="Pretendard Medium"/>
              </a:rPr>
              <a:t>CNN</a:t>
            </a:r>
            <a:r>
              <a:rPr lang="ko-KR" sz="1500" dirty="0" err="1">
                <a:solidFill>
                  <a:srgbClr val="181818"/>
                </a:solidFill>
                <a:cs typeface="Pretendard Medium"/>
              </a:rPr>
              <a:t>의</a:t>
            </a:r>
            <a:r>
              <a:rPr lang="ko-KR" sz="1500" dirty="0">
                <a:solidFill>
                  <a:srgbClr val="181818"/>
                </a:solidFill>
                <a:cs typeface="Pretendard Medium"/>
              </a:rPr>
              <a:t> 특징</a:t>
            </a:r>
            <a:endParaRPr lang="ko-KR" altLang="en-US" sz="1500" dirty="0">
              <a:solidFill>
                <a:srgbClr val="181818"/>
              </a:solidFill>
              <a:cs typeface="Pretendard Medium"/>
            </a:endParaRPr>
          </a:p>
        </p:txBody>
      </p:sp>
      <p:pic>
        <p:nvPicPr>
          <p:cNvPr id="4" name="그림 3" descr="그림, 스케치, 아동 미술, 텍스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125F76DA-DF68-1648-0442-FA03427355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08" t="1657" r="20672" b="62754"/>
          <a:stretch/>
        </p:blipFill>
        <p:spPr>
          <a:xfrm>
            <a:off x="5992464" y="1347220"/>
            <a:ext cx="3304920" cy="244074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B664C59-FE5C-E7CA-2656-CF0FCEABFA79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4756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1.2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Deep dive in CNN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KoPubWorld돋움체 Bold" panose="000008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B1903C-2636-F1AB-6251-2913A3D26666}"/>
              </a:ext>
            </a:extLst>
          </p:cNvPr>
          <p:cNvSpPr txBox="1"/>
          <p:nvPr/>
        </p:nvSpPr>
        <p:spPr>
          <a:xfrm>
            <a:off x="580085" y="1591357"/>
            <a:ext cx="11285811" cy="429848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Convolution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개념은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CNN에서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처음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나온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것은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아니고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signal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processing에서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두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개의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함수를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잘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섞어주는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operator로서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정의됨</a:t>
            </a:r>
            <a:endParaRPr lang="ko-KR" dirty="0" err="1"/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Continuous convolution</a:t>
            </a: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Discrete convolution</a:t>
            </a: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2D image convolution</a:t>
            </a:r>
            <a:endParaRPr lang="en-US" dirty="0"/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I :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전체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공간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 K :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적용하고자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하는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convolution filter </a:t>
            </a: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What is Convolution</a:t>
            </a:r>
            <a:endParaRPr lang="en-US" sz="1500" dirty="0">
              <a:solidFill>
                <a:srgbClr val="181818"/>
              </a:solidFill>
              <a:cs typeface="Pretendard Medium"/>
            </a:endParaRPr>
          </a:p>
        </p:txBody>
      </p:sp>
      <p:pic>
        <p:nvPicPr>
          <p:cNvPr id="10" name="그림 9" descr="폰트, 텍스트, 라인, 화이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DBA95F56-C4FB-8E74-19B1-B484F52C5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42" y="2316927"/>
            <a:ext cx="5915527" cy="706828"/>
          </a:xfrm>
          <a:prstGeom prst="rect">
            <a:avLst/>
          </a:prstGeom>
        </p:spPr>
      </p:pic>
      <p:pic>
        <p:nvPicPr>
          <p:cNvPr id="11" name="그림 10" descr="폰트, 텍스트, 화이트, 타이포그래피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72810AF3-927C-0380-041B-478C92785D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43" y="3272632"/>
            <a:ext cx="5006474" cy="733839"/>
          </a:xfrm>
          <a:prstGeom prst="rect">
            <a:avLst/>
          </a:prstGeom>
        </p:spPr>
      </p:pic>
      <p:pic>
        <p:nvPicPr>
          <p:cNvPr id="13" name="그림 12" descr="폰트, 텍스트, 화이트, 타이포그래피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2FDF021C-D3EE-6739-54E7-EC8856B40E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42" y="4531666"/>
            <a:ext cx="9184106" cy="67556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DCA976B-AF72-E8F4-1D08-BB4A61B4F434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19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1.2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Deep dive in CNN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KoPubWorld돋움체 Bold" panose="000008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What is Convolution</a:t>
            </a:r>
            <a:endParaRPr lang="en-US" sz="1500" dirty="0">
              <a:solidFill>
                <a:srgbClr val="181818"/>
              </a:solidFill>
              <a:cs typeface="Pretendard Medium"/>
            </a:endParaRPr>
          </a:p>
        </p:txBody>
      </p:sp>
      <p:pic>
        <p:nvPicPr>
          <p:cNvPr id="4" name="그림 3" descr="텍스트, 도표, 스크린샷, 번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20E32E9A-B060-7E58-61FE-DAC7A7DB9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421" y="1857588"/>
            <a:ext cx="9324473" cy="401845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EFF39DD-AC6C-4457-EAEE-4EC870038DCD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50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1.2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Deep dive in CNN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KoPubWorld돋움체 Bold" panose="000008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What is Convolution</a:t>
            </a:r>
            <a:endParaRPr lang="en-US" sz="1500" dirty="0">
              <a:solidFill>
                <a:srgbClr val="181818"/>
              </a:solidFill>
              <a:cs typeface="Pretendard Medium"/>
            </a:endParaRPr>
          </a:p>
        </p:txBody>
      </p:sp>
      <p:pic>
        <p:nvPicPr>
          <p:cNvPr id="6" name="그림 5" descr="텍스트, 스크린샷, 도표, 번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41B2EE16-0FDB-D7B2-E582-1CDF529B3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1834795"/>
            <a:ext cx="9164053" cy="426456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47B9488-5BB8-057F-FDE6-BFB1959BD6D0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382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1.2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Deep dive in CNN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KoPubWorld돋움체 Bold" panose="000008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What is Convolution</a:t>
            </a:r>
            <a:endParaRPr lang="en-US" sz="1500" dirty="0">
              <a:solidFill>
                <a:srgbClr val="181818"/>
              </a:solidFill>
              <a:cs typeface="Pretendard Medium"/>
            </a:endParaRPr>
          </a:p>
        </p:txBody>
      </p:sp>
      <p:pic>
        <p:nvPicPr>
          <p:cNvPr id="6" name="그림 5" descr="텍스트, 스크린샷, 도표, 번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B5DD5448-9CCC-43CF-A22A-78F973FAB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421" y="1712696"/>
            <a:ext cx="8809790" cy="441518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64D53BE-245A-B963-F369-48D2D4A96428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018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1.2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Deep dive in CNN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KoPubWorld돋움체 Bold" panose="000008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2D convolution in action</a:t>
            </a:r>
            <a:endParaRPr lang="ko-KR" dirty="0"/>
          </a:p>
        </p:txBody>
      </p:sp>
      <p:pic>
        <p:nvPicPr>
          <p:cNvPr id="4" name="그림 3" descr="스케치, 스크린샷, 예술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780BBE0B-BDF0-0B78-B04C-52A90578B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536719"/>
            <a:ext cx="8134685" cy="36026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B6E31E-01E8-1ECA-5410-1720CDB15BF4}"/>
              </a:ext>
            </a:extLst>
          </p:cNvPr>
          <p:cNvSpPr txBox="1"/>
          <p:nvPr/>
        </p:nvSpPr>
        <p:spPr>
          <a:xfrm>
            <a:off x="580085" y="1591357"/>
            <a:ext cx="11285811" cy="4574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적용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filter에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따라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convolution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output이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달라짐</a:t>
            </a: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Ex) 3x3 filter,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filter의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값이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1/9 → 3x3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 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픽셀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값의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평균이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convolution filter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통과한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 output →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특정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영역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만큼의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픽셀을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합쳐서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평균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→ blur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효과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3B0EABD-86F6-DC8E-ED80-825822246509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175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1.2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Deep dive in CNN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KoPubWorld돋움체 Bold" panose="000008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RGB Image Convolution</a:t>
            </a:r>
            <a:endParaRPr 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B6E31E-01E8-1ECA-5410-1720CDB15BF4}"/>
              </a:ext>
            </a:extLst>
          </p:cNvPr>
          <p:cNvSpPr txBox="1"/>
          <p:nvPr/>
        </p:nvSpPr>
        <p:spPr>
          <a:xfrm>
            <a:off x="580085" y="1591357"/>
            <a:ext cx="11285811" cy="21736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Filter의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채널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수(depth)는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Image의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채널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수를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따라감</a:t>
            </a:r>
          </a:p>
        </p:txBody>
      </p:sp>
      <p:pic>
        <p:nvPicPr>
          <p:cNvPr id="6" name="그림 5" descr="스크린샷, 도표, 텍스트, 디자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F53B76FF-FB5D-C45A-AD24-88A8D4953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660" y="1985209"/>
            <a:ext cx="6663995" cy="418431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102A1D8-ECDF-CB31-40CC-4E3F62CB7DA1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046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1.2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Deep dive in CNN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KoPubWorld돋움체 Bold" panose="000008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RGB Image Convolution</a:t>
            </a:r>
            <a:endParaRPr 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B6E31E-01E8-1ECA-5410-1720CDB15BF4}"/>
              </a:ext>
            </a:extLst>
          </p:cNvPr>
          <p:cNvSpPr txBox="1"/>
          <p:nvPr/>
        </p:nvSpPr>
        <p:spPr>
          <a:xfrm>
            <a:off x="580085" y="1591357"/>
            <a:ext cx="11285811" cy="21736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filter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개수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=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 Output feature map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채널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수</a:t>
            </a:r>
          </a:p>
        </p:txBody>
      </p:sp>
      <p:pic>
        <p:nvPicPr>
          <p:cNvPr id="4" name="그림 3" descr="스크린샷, 도표, 직사각형, 디자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9B1AA825-7C28-D9FD-4438-0D7FE6F7B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211" y="2056913"/>
            <a:ext cx="7218947" cy="404759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BF0A564-A55E-B408-F338-2E2F1E0244C0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405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1.2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Deep dive in CNN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KoPubWorld돋움체 Bold" panose="000008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Stack of Convolutions</a:t>
            </a:r>
            <a:endParaRPr 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B6E31E-01E8-1ECA-5410-1720CDB15BF4}"/>
              </a:ext>
            </a:extLst>
          </p:cNvPr>
          <p:cNvSpPr txBox="1"/>
          <p:nvPr/>
        </p:nvSpPr>
        <p:spPr>
          <a:xfrm>
            <a:off x="580085" y="1591357"/>
            <a:ext cx="11285811" cy="9375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convolution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이후 나오는 </a:t>
            </a:r>
            <a:r>
              <a:rPr lang="ko-KR" alt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feature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map의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각 </a:t>
            </a:r>
            <a:r>
              <a:rPr lang="ko-KR" alt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element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별로 (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nonlinear) activation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통과</a:t>
            </a: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과정 1 연산에 필요한 파라미터 수 : 5x5x3x4</a:t>
            </a: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과정 2 연산에 필요한 파라미터 수 : 5x5x4x10</a:t>
            </a:r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endParaRPr lang="ko-KR" alt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pic>
        <p:nvPicPr>
          <p:cNvPr id="9" name="그림 8" descr="텍스트, 스크린샷, 도표, 디자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7CF32C62-9EE0-CBFB-B8ED-CDB994C3D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158" y="2340172"/>
            <a:ext cx="7733632" cy="38286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CE8B15E5-38CF-968C-5F58-1899FBE33C40}"/>
                  </a:ext>
                </a:extLst>
              </p14:cNvPr>
              <p14:cNvContentPartPr/>
              <p14:nvPr/>
            </p14:nvContentPartPr>
            <p14:xfrm>
              <a:off x="4262170" y="3614207"/>
              <a:ext cx="207114" cy="321155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CE8B15E5-38CF-968C-5F58-1899FBE33C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44191" y="3596585"/>
                <a:ext cx="242712" cy="3567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89AE7E63-E614-A69F-5332-5434529BC6D6}"/>
                  </a:ext>
                </a:extLst>
              </p14:cNvPr>
              <p14:cNvContentPartPr/>
              <p14:nvPr/>
            </p14:nvContentPartPr>
            <p14:xfrm>
              <a:off x="6439419" y="3606985"/>
              <a:ext cx="373541" cy="39060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89AE7E63-E614-A69F-5332-5434529BC6D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21803" y="3589002"/>
                <a:ext cx="409133" cy="426207"/>
              </a:xfrm>
              <a:prstGeom prst="rect">
                <a:avLst/>
              </a:prstGeom>
            </p:spPr>
          </p:pic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EFC9F033-A6A6-5BCE-540A-A86A59FB75AB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699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1.2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Deep dive in CNN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KoPubWorld돋움체 Bold" panose="000008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Convolutional Neural Networks</a:t>
            </a:r>
            <a:endParaRPr 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B6E31E-01E8-1ECA-5410-1720CDB15BF4}"/>
              </a:ext>
            </a:extLst>
          </p:cNvPr>
          <p:cNvSpPr txBox="1"/>
          <p:nvPr/>
        </p:nvSpPr>
        <p:spPr>
          <a:xfrm>
            <a:off x="580085" y="1591357"/>
            <a:ext cx="11285811" cy="213789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일반적인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고전적인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)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 CNN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구성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요소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: convolution layer, pooling layer, fully connected layer</a:t>
            </a: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convolution and pooling layers : feature extraction</a:t>
            </a: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Fully connected layer : decision making (e.g., classification)</a:t>
            </a: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최근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들어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뒷단의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FC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layer가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점점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최소화되는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추세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→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파라미터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수에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굉장히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dependent한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layer라서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학습하고자 하는 모델의 파라미터 수가 늘어날수록 학습이 어렵고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generalization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performance가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떨어짐 </a:t>
            </a:r>
            <a:r>
              <a:rPr lang="en-US" altLang="ko-KR" sz="1200" dirty="0">
                <a:solidFill>
                  <a:srgbClr val="181818"/>
                </a:solidFill>
                <a:ea typeface="+mn-lt"/>
                <a:cs typeface="Pretendard Light"/>
              </a:rPr>
              <a:t>→ CNN </a:t>
            </a:r>
            <a:r>
              <a:rPr lang="en-US" altLang="ko-KR" sz="1200" dirty="0" err="1">
                <a:solidFill>
                  <a:srgbClr val="181818"/>
                </a:solidFill>
                <a:ea typeface="+mn-lt"/>
                <a:cs typeface="Pretendard Light"/>
              </a:rPr>
              <a:t>발전</a:t>
            </a:r>
            <a:r>
              <a:rPr lang="en-US" altLang="ko-KR" sz="1200" dirty="0">
                <a:solidFill>
                  <a:srgbClr val="181818"/>
                </a:solidFill>
                <a:ea typeface="+mn-l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ea typeface="+mn-lt"/>
                <a:cs typeface="Pretendard Light"/>
              </a:rPr>
              <a:t>방향</a:t>
            </a:r>
            <a:r>
              <a:rPr lang="en-US" altLang="ko-KR" sz="1200" dirty="0">
                <a:solidFill>
                  <a:srgbClr val="181818"/>
                </a:solidFill>
                <a:ea typeface="+mn-lt"/>
                <a:cs typeface="Pretendard Light"/>
              </a:rPr>
              <a:t> : </a:t>
            </a:r>
            <a:r>
              <a:rPr lang="en-US" altLang="ko-KR" sz="1200" dirty="0" err="1">
                <a:solidFill>
                  <a:srgbClr val="181818"/>
                </a:solidFill>
                <a:ea typeface="+mn-lt"/>
                <a:cs typeface="Pretendard Light"/>
              </a:rPr>
              <a:t>최대한</a:t>
            </a:r>
            <a:r>
              <a:rPr lang="en-US" altLang="ko-KR" sz="1200" dirty="0">
                <a:solidFill>
                  <a:srgbClr val="181818"/>
                </a:solidFill>
                <a:ea typeface="+mn-l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ea typeface="+mn-lt"/>
                <a:cs typeface="Pretendard Light"/>
              </a:rPr>
              <a:t>모델을</a:t>
            </a:r>
            <a:r>
              <a:rPr lang="en-US" altLang="ko-KR" sz="1200" dirty="0">
                <a:solidFill>
                  <a:srgbClr val="181818"/>
                </a:solidFill>
                <a:ea typeface="+mn-lt"/>
                <a:cs typeface="Pretendard Light"/>
              </a:rPr>
              <a:t> Deep </a:t>
            </a:r>
            <a:r>
              <a:rPr lang="en-US" altLang="ko-KR" sz="1200" dirty="0" err="1">
                <a:solidFill>
                  <a:srgbClr val="181818"/>
                </a:solidFill>
                <a:ea typeface="+mn-lt"/>
                <a:cs typeface="Pretendard Light"/>
              </a:rPr>
              <a:t>하게</a:t>
            </a:r>
            <a:r>
              <a:rPr lang="en-US" altLang="ko-KR" sz="1200" dirty="0">
                <a:solidFill>
                  <a:srgbClr val="181818"/>
                </a:solidFill>
                <a:ea typeface="+mn-lt"/>
                <a:cs typeface="Pretendard Light"/>
              </a:rPr>
              <a:t>(conv </a:t>
            </a:r>
            <a:r>
              <a:rPr lang="en-US" altLang="ko-KR" sz="1200" dirty="0" err="1">
                <a:solidFill>
                  <a:srgbClr val="181818"/>
                </a:solidFill>
                <a:ea typeface="+mn-lt"/>
                <a:cs typeface="Pretendard Light"/>
              </a:rPr>
              <a:t>layer를</a:t>
            </a:r>
            <a:r>
              <a:rPr lang="en-US" altLang="ko-KR" sz="1200" dirty="0">
                <a:solidFill>
                  <a:srgbClr val="181818"/>
                </a:solidFill>
                <a:ea typeface="+mn-l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ea typeface="+mn-lt"/>
                <a:cs typeface="Pretendard Light"/>
              </a:rPr>
              <a:t>최대한</a:t>
            </a:r>
            <a:r>
              <a:rPr lang="en-US" altLang="ko-KR" sz="1200" dirty="0">
                <a:solidFill>
                  <a:srgbClr val="181818"/>
                </a:solidFill>
                <a:ea typeface="+mn-l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ea typeface="+mn-lt"/>
                <a:cs typeface="Pretendard Light"/>
              </a:rPr>
              <a:t>많이</a:t>
            </a:r>
            <a:r>
              <a:rPr lang="en-US" altLang="ko-KR" sz="1200" dirty="0">
                <a:solidFill>
                  <a:srgbClr val="181818"/>
                </a:solidFill>
                <a:ea typeface="+mn-lt"/>
                <a:cs typeface="Pretendard Light"/>
              </a:rPr>
              <a:t>) </a:t>
            </a:r>
            <a:r>
              <a:rPr lang="en-US" altLang="ko-KR" sz="1200" dirty="0" err="1">
                <a:solidFill>
                  <a:srgbClr val="181818"/>
                </a:solidFill>
                <a:ea typeface="+mn-lt"/>
                <a:cs typeface="Pretendard Light"/>
              </a:rPr>
              <a:t>하지만</a:t>
            </a:r>
            <a:r>
              <a:rPr lang="en-US" altLang="ko-KR" sz="1200" dirty="0">
                <a:solidFill>
                  <a:srgbClr val="181818"/>
                </a:solidFill>
                <a:ea typeface="+mn-l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ea typeface="+mn-lt"/>
                <a:cs typeface="Pretendard Light"/>
              </a:rPr>
              <a:t>동시에</a:t>
            </a:r>
            <a:r>
              <a:rPr lang="en-US" altLang="ko-KR" sz="1200" dirty="0">
                <a:solidFill>
                  <a:srgbClr val="181818"/>
                </a:solidFill>
                <a:ea typeface="+mn-l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ea typeface="+mn-lt"/>
                <a:cs typeface="Pretendard Light"/>
              </a:rPr>
              <a:t>파라미터</a:t>
            </a:r>
            <a:r>
              <a:rPr lang="en-US" altLang="ko-KR" sz="1200" dirty="0">
                <a:solidFill>
                  <a:srgbClr val="181818"/>
                </a:solidFill>
                <a:ea typeface="+mn-l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ea typeface="+mn-lt"/>
                <a:cs typeface="Pretendard Light"/>
              </a:rPr>
              <a:t>수를</a:t>
            </a:r>
            <a:r>
              <a:rPr lang="en-US" altLang="ko-KR" sz="1200" dirty="0">
                <a:solidFill>
                  <a:srgbClr val="181818"/>
                </a:solidFill>
                <a:ea typeface="+mn-lt"/>
                <a:cs typeface="Pretendard Light"/>
              </a:rPr>
              <a:t> </a:t>
            </a:r>
            <a:r>
              <a:rPr lang="en-US" altLang="ko-KR" sz="1200" dirty="0" err="1">
                <a:solidFill>
                  <a:srgbClr val="181818"/>
                </a:solidFill>
                <a:ea typeface="+mn-lt"/>
                <a:cs typeface="Pretendard Light"/>
              </a:rPr>
              <a:t>줄이는</a:t>
            </a:r>
            <a:r>
              <a:rPr lang="en-US" altLang="ko-KR" sz="1200" dirty="0">
                <a:solidFill>
                  <a:srgbClr val="181818"/>
                </a:solidFill>
                <a:ea typeface="+mn-lt"/>
                <a:cs typeface="Pretendard Light"/>
              </a:rPr>
              <a:t> 데 </a:t>
            </a:r>
            <a:r>
              <a:rPr lang="en-US" altLang="ko-KR" sz="1200" dirty="0" err="1">
                <a:solidFill>
                  <a:srgbClr val="181818"/>
                </a:solidFill>
                <a:ea typeface="+mn-lt"/>
                <a:cs typeface="Pretendard Light"/>
              </a:rPr>
              <a:t>집중</a:t>
            </a:r>
            <a:r>
              <a:rPr lang="en-US" altLang="ko-KR" sz="1200" dirty="0">
                <a:solidFill>
                  <a:srgbClr val="181818"/>
                </a:solidFill>
                <a:ea typeface="+mn-lt"/>
                <a:cs typeface="Pretendard Light"/>
              </a:rPr>
              <a:t> </a:t>
            </a:r>
            <a:r>
              <a:rPr lang="en-US" sz="1200" dirty="0">
                <a:solidFill>
                  <a:srgbClr val="181818"/>
                </a:solidFill>
                <a:ea typeface="+mn-lt"/>
                <a:cs typeface="Pretendard Medium"/>
              </a:rPr>
              <a:t>→ </a:t>
            </a:r>
            <a:r>
              <a:rPr lang="ko-KR" altLang="en-US" sz="1200" dirty="0">
                <a:solidFill>
                  <a:srgbClr val="181818"/>
                </a:solidFill>
                <a:ea typeface="+mn-lt"/>
                <a:cs typeface="Pretendard Medium"/>
              </a:rPr>
              <a:t>여러</a:t>
            </a:r>
            <a:r>
              <a:rPr lang="en-US" sz="1200" dirty="0">
                <a:solidFill>
                  <a:srgbClr val="181818"/>
                </a:solidFill>
                <a:ea typeface="+mn-lt"/>
                <a:cs typeface="Pretendard Medium"/>
              </a:rPr>
              <a:t> technique</a:t>
            </a:r>
            <a:endParaRPr lang="ko-KR" altLang="en-US" sz="1200" dirty="0">
              <a:solidFill>
                <a:srgbClr val="181818"/>
              </a:solidFill>
              <a:latin typeface="Pretendard Medium"/>
              <a:ea typeface="Pretendard Medium"/>
              <a:cs typeface="Pretendard Light"/>
            </a:endParaRPr>
          </a:p>
          <a:p>
            <a:pPr>
              <a:lnSpc>
                <a:spcPct val="130000"/>
              </a:lnSpc>
              <a:defRPr/>
            </a:pPr>
            <a:endParaRPr lang="en-US" sz="12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endParaRPr lang="ko-KR" alt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pic>
        <p:nvPicPr>
          <p:cNvPr id="4" name="그림 3" descr="텍스트, 스크린샷, 도표, 라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79E137D8-2DD2-F001-A444-8CF9B78D6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807" y="3875520"/>
            <a:ext cx="8975304" cy="234116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03D91C0-838B-0CFA-1074-2B2C18FCF2EB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64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1.2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Deep dive in CNN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KoPubWorld돋움체 Bold" panose="000008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>
                <a:solidFill>
                  <a:srgbClr val="181818"/>
                </a:solidFill>
                <a:ea typeface="+mn-lt"/>
                <a:cs typeface="+mn-lt"/>
              </a:rPr>
              <a:t>Convolutional Neural Networks - </a:t>
            </a:r>
            <a:r>
              <a:rPr lang="ko-KR" altLang="en-US" sz="1500">
                <a:solidFill>
                  <a:srgbClr val="181818"/>
                </a:solidFill>
                <a:ea typeface="+mn-lt"/>
                <a:cs typeface="+mn-lt"/>
              </a:rPr>
              <a:t>학습</a:t>
            </a:r>
            <a:r>
              <a:rPr lang="en-US" sz="150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181818"/>
                </a:solidFill>
                <a:ea typeface="+mn-lt"/>
                <a:cs typeface="+mn-lt"/>
              </a:rPr>
              <a:t>방법</a:t>
            </a:r>
            <a:endParaRPr 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B6E31E-01E8-1ECA-5410-1720CDB15BF4}"/>
              </a:ext>
            </a:extLst>
          </p:cNvPr>
          <p:cNvSpPr txBox="1"/>
          <p:nvPr/>
        </p:nvSpPr>
        <p:spPr>
          <a:xfrm>
            <a:off x="580085" y="1591357"/>
            <a:ext cx="11285811" cy="40584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,Sans-Serif"/>
              <a:buChar char="•"/>
              <a:defRPr/>
            </a:pP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cnn에서는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filter가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뉴런의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weight임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. 즉,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filter의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값을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ai가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자동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학습하도록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함</a:t>
            </a:r>
            <a:endParaRPr lang="en-US" sz="1200" dirty="0">
              <a:solidFill>
                <a:srgbClr val="2F2F2F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,Sans-Serif"/>
              <a:buChar char="•"/>
              <a:defRPr/>
            </a:pPr>
            <a:endParaRPr 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,Sans-Serif"/>
              <a:buChar char="•"/>
              <a:defRPr/>
            </a:pP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Forward Propagation</a:t>
            </a:r>
            <a:endParaRPr 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636905" indent="-179705">
              <a:lnSpc>
                <a:spcPct val="130000"/>
              </a:lnSpc>
              <a:buFont typeface="Courier New"/>
              <a:buChar char="o"/>
              <a:defRPr/>
            </a:pP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입력</a:t>
            </a:r>
            <a:r>
              <a:rPr lang="en-US" altLang="ko-KR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이미지가</a:t>
            </a:r>
            <a:r>
              <a:rPr lang="en-US" altLang="ko-KR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필터를</a:t>
            </a:r>
            <a:r>
              <a:rPr lang="en-US" altLang="ko-KR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거쳐</a:t>
            </a:r>
            <a:r>
              <a:rPr lang="en-US" altLang="ko-KR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특징</a:t>
            </a:r>
            <a:r>
              <a:rPr lang="en-US" altLang="ko-KR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맵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(feature map)</a:t>
            </a:r>
            <a:r>
              <a:rPr lang="en-US" altLang="ko-KR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이</a:t>
            </a:r>
            <a:r>
              <a:rPr lang="en-US" altLang="ko-KR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생성됨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.</a:t>
            </a:r>
            <a:endParaRPr lang="en-US" altLang="ko-KR" sz="12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활성화</a:t>
            </a:r>
            <a:r>
              <a:rPr lang="en-US" altLang="ko-KR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함수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(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ReLU</a:t>
            </a:r>
            <a:r>
              <a:rPr lang="en-US" altLang="ko-KR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등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)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를</a:t>
            </a:r>
            <a:r>
              <a:rPr lang="en-US" altLang="ko-KR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거친</a:t>
            </a:r>
            <a:r>
              <a:rPr lang="en-US" altLang="ko-KR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후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,</a:t>
            </a:r>
            <a:r>
              <a:rPr lang="en-US" altLang="ko-KR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풀링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(pooling)</a:t>
            </a:r>
            <a:r>
              <a:rPr lang="en-US" altLang="ko-KR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등을</a:t>
            </a:r>
            <a:r>
              <a:rPr lang="en-US" altLang="ko-KR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적용하여</a:t>
            </a:r>
            <a:r>
              <a:rPr lang="en-US" altLang="ko-KR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중요한</a:t>
            </a:r>
            <a:r>
              <a:rPr lang="en-US" altLang="ko-KR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특징을</a:t>
            </a:r>
            <a:r>
              <a:rPr lang="en-US" altLang="ko-KR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추출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.</a:t>
            </a:r>
            <a:endParaRPr lang="en-US" altLang="ko-KR"/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마지막에는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Fully Connected Layer(FC layer)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를</a:t>
            </a:r>
            <a:r>
              <a:rPr lang="en-US" altLang="ko-KR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거쳐</a:t>
            </a:r>
            <a:r>
              <a:rPr lang="en-US" altLang="ko-KR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최종</a:t>
            </a:r>
            <a:r>
              <a:rPr lang="en-US" altLang="ko-KR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출력을</a:t>
            </a:r>
            <a:r>
              <a:rPr lang="en-US" altLang="ko-KR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얻음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.</a:t>
            </a:r>
            <a:b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</a:br>
            <a:endParaRPr lang="en-US" sz="1200">
              <a:latin typeface="Pretendard Medium"/>
              <a:ea typeface="Pretendard Medium"/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,Sans-Serif"/>
              <a:buChar char="•"/>
              <a:defRPr/>
            </a:pPr>
            <a:r>
              <a:rPr lang="en-US" sz="1200" dirty="0" err="1">
                <a:solidFill>
                  <a:srgbClr val="181818"/>
                </a:solidFill>
                <a:ea typeface="+mn-lt"/>
                <a:cs typeface="+mn-lt"/>
              </a:rPr>
              <a:t>모델의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181818"/>
                </a:solidFill>
                <a:ea typeface="+mn-lt"/>
                <a:cs typeface="+mn-lt"/>
              </a:rPr>
              <a:t>예측값과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181818"/>
                </a:solidFill>
                <a:ea typeface="+mn-lt"/>
                <a:cs typeface="+mn-lt"/>
              </a:rPr>
              <a:t>실제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181818"/>
                </a:solidFill>
                <a:ea typeface="+mn-lt"/>
                <a:cs typeface="+mn-lt"/>
              </a:rPr>
              <a:t>정답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(</a:t>
            </a:r>
            <a:r>
              <a:rPr lang="en-US" sz="1200" dirty="0" err="1">
                <a:solidFill>
                  <a:srgbClr val="181818"/>
                </a:solidFill>
                <a:ea typeface="+mn-lt"/>
                <a:cs typeface="+mn-lt"/>
              </a:rPr>
              <a:t>레이블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) </a:t>
            </a:r>
            <a:r>
              <a:rPr lang="en-US" sz="1200" dirty="0" err="1">
                <a:solidFill>
                  <a:srgbClr val="181818"/>
                </a:solidFill>
                <a:ea typeface="+mn-lt"/>
                <a:cs typeface="+mn-lt"/>
              </a:rPr>
              <a:t>간의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181818"/>
                </a:solidFill>
                <a:ea typeface="+mn-lt"/>
                <a:cs typeface="+mn-lt"/>
              </a:rPr>
              <a:t>차이를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181818"/>
                </a:solidFill>
                <a:ea typeface="+mn-lt"/>
                <a:cs typeface="+mn-lt"/>
              </a:rPr>
              <a:t>계산하여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181818"/>
                </a:solidFill>
                <a:ea typeface="+mn-lt"/>
                <a:cs typeface="+mn-lt"/>
              </a:rPr>
              <a:t>손실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(loss) </a:t>
            </a:r>
            <a:r>
              <a:rPr lang="ko-KR" altLang="en-US" sz="1200" dirty="0">
                <a:solidFill>
                  <a:srgbClr val="181818"/>
                </a:solidFill>
                <a:ea typeface="+mn-lt"/>
                <a:cs typeface="+mn-lt"/>
              </a:rPr>
              <a:t>을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ea typeface="+mn-lt"/>
                <a:cs typeface="+mn-lt"/>
              </a:rPr>
              <a:t>구함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.</a:t>
            </a:r>
          </a:p>
          <a:p>
            <a:pPr marL="179705" indent="-179705">
              <a:lnSpc>
                <a:spcPct val="130000"/>
              </a:lnSpc>
              <a:buFont typeface="Arial,Sans-Serif"/>
              <a:buChar char="•"/>
              <a:defRPr/>
            </a:pPr>
            <a:endParaRPr lang="en-US" sz="1200" dirty="0">
              <a:solidFill>
                <a:srgbClr val="181818"/>
              </a:solidFill>
              <a:ea typeface="+mn-lt"/>
              <a:cs typeface="+mn-lt"/>
            </a:endParaRPr>
          </a:p>
          <a:p>
            <a:pPr marL="179705" indent="-179705">
              <a:lnSpc>
                <a:spcPct val="130000"/>
              </a:lnSpc>
              <a:buFont typeface="Arial,Sans-Serif"/>
              <a:buChar char="•"/>
              <a:defRPr/>
            </a:pP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Backpropagation, Gradient Descent</a:t>
            </a:r>
            <a:r>
              <a:rPr lang="ko-KR" altLang="en-US" sz="1200" dirty="0">
                <a:solidFill>
                  <a:srgbClr val="181818"/>
                </a:solidFill>
                <a:ea typeface="+mn-lt"/>
                <a:cs typeface="+mn-lt"/>
              </a:rPr>
              <a:t>로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 Weight Update</a:t>
            </a:r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r>
              <a:rPr lang="ko-KR" altLang="en-US" sz="1200" dirty="0" err="1">
                <a:solidFill>
                  <a:srgbClr val="181818"/>
                </a:solidFill>
                <a:ea typeface="+mn-lt"/>
                <a:cs typeface="+mn-lt"/>
              </a:rPr>
              <a:t>필터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ea typeface="+mn-lt"/>
                <a:cs typeface="+mn-lt"/>
              </a:rPr>
              <a:t>값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(</a:t>
            </a:r>
            <a:r>
              <a:rPr lang="ko-KR" altLang="en-US" sz="1200" dirty="0" err="1">
                <a:solidFill>
                  <a:srgbClr val="181818"/>
                </a:solidFill>
                <a:ea typeface="+mn-lt"/>
                <a:cs typeface="+mn-lt"/>
              </a:rPr>
              <a:t>가중치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)</a:t>
            </a:r>
            <a:r>
              <a:rPr lang="ko-KR" altLang="en-US" sz="1200" dirty="0">
                <a:solidFill>
                  <a:srgbClr val="181818"/>
                </a:solidFill>
                <a:ea typeface="+mn-lt"/>
                <a:cs typeface="+mn-lt"/>
              </a:rPr>
              <a:t>이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200" dirty="0" err="1">
                <a:solidFill>
                  <a:srgbClr val="181818"/>
                </a:solidFill>
                <a:ea typeface="+mn-lt"/>
                <a:cs typeface="+mn-lt"/>
              </a:rPr>
              <a:t>점진적으로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200" dirty="0" err="1">
                <a:solidFill>
                  <a:srgbClr val="181818"/>
                </a:solidFill>
                <a:ea typeface="+mn-lt"/>
                <a:cs typeface="+mn-lt"/>
              </a:rPr>
              <a:t>조정되면서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, </a:t>
            </a:r>
            <a:r>
              <a:rPr lang="ko-KR" altLang="en-US" sz="1200" dirty="0" err="1">
                <a:solidFill>
                  <a:srgbClr val="181818"/>
                </a:solidFill>
                <a:ea typeface="+mn-lt"/>
                <a:cs typeface="+mn-lt"/>
              </a:rPr>
              <a:t>이미지의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200" dirty="0" err="1">
                <a:solidFill>
                  <a:srgbClr val="181818"/>
                </a:solidFill>
                <a:ea typeface="+mn-lt"/>
                <a:cs typeface="+mn-lt"/>
              </a:rPr>
              <a:t>중요한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200" dirty="0" err="1">
                <a:solidFill>
                  <a:srgbClr val="181818"/>
                </a:solidFill>
                <a:ea typeface="+mn-lt"/>
                <a:cs typeface="+mn-lt"/>
              </a:rPr>
              <a:t>특징을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ea typeface="+mn-lt"/>
                <a:cs typeface="+mn-lt"/>
              </a:rPr>
              <a:t>잘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200" dirty="0" err="1">
                <a:solidFill>
                  <a:srgbClr val="181818"/>
                </a:solidFill>
                <a:ea typeface="+mn-lt"/>
                <a:cs typeface="+mn-lt"/>
              </a:rPr>
              <a:t>잡아내도록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200" dirty="0" err="1">
                <a:solidFill>
                  <a:srgbClr val="181818"/>
                </a:solidFill>
                <a:ea typeface="+mn-lt"/>
                <a:cs typeface="+mn-lt"/>
              </a:rPr>
              <a:t>학습됨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.</a:t>
            </a:r>
          </a:p>
          <a:p>
            <a:pPr marL="179705" indent="-179705">
              <a:lnSpc>
                <a:spcPct val="130000"/>
              </a:lnSpc>
              <a:buFont typeface="Arial,Sans-Serif"/>
              <a:buChar char="•"/>
              <a:defRPr/>
            </a:pPr>
            <a:endParaRPr lang="en-US" sz="12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endParaRPr lang="en-US" sz="12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endParaRPr lang="en-US" sz="12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  <a:p>
            <a:pPr>
              <a:lnSpc>
                <a:spcPct val="130000"/>
              </a:lnSpc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>
              <a:lnSpc>
                <a:spcPct val="130000"/>
              </a:lnSpc>
              <a:defRPr/>
            </a:pPr>
            <a:endParaRPr lang="en-US" altLang="ko-KR" sz="12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endParaRPr lang="ko-KR" alt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pic>
        <p:nvPicPr>
          <p:cNvPr id="4" name="그림 3" descr="텍스트, 스크린샷, 도표, 라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79E137D8-2DD2-F001-A444-8CF9B78D6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283" y="4389566"/>
            <a:ext cx="7535972" cy="196621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B96FF0E-68D1-93A8-14A4-FCE55D10561E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193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1.2 Deep dive in CNN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Convolution Arithmetic (of </a:t>
            </a:r>
            <a:r>
              <a:rPr lang="en-US" sz="1500" dirty="0" err="1">
                <a:solidFill>
                  <a:srgbClr val="181818"/>
                </a:solidFill>
                <a:ea typeface="+mn-lt"/>
                <a:cs typeface="+mn-lt"/>
              </a:rPr>
              <a:t>GoogLeNet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) </a:t>
            </a:r>
            <a:endParaRPr lang="ko-KR" dirty="0"/>
          </a:p>
        </p:txBody>
      </p:sp>
      <p:pic>
        <p:nvPicPr>
          <p:cNvPr id="4" name="그림 3" descr="텍스트, 번호, 스크린샷, 평행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2179912D-0AC5-0DCE-8915-F9A70F94A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355" y="1790095"/>
            <a:ext cx="6725100" cy="46022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AA5A11-8CCE-BDC9-C6E1-D4E6551ECE41}"/>
              </a:ext>
            </a:extLst>
          </p:cNvPr>
          <p:cNvSpPr txBox="1"/>
          <p:nvPr/>
        </p:nvSpPr>
        <p:spPr>
          <a:xfrm>
            <a:off x="545496" y="1519162"/>
            <a:ext cx="10562770" cy="2718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9705" indent="-179705">
              <a:lnSpc>
                <a:spcPts val="1350"/>
              </a:lnSpc>
              <a:buFont typeface="Arial,Sans-Serif"/>
              <a:buChar char="•"/>
            </a:pPr>
            <a:r>
              <a:rPr lang="ko-KR" sz="1200">
                <a:solidFill>
                  <a:srgbClr val="181818"/>
                </a:solidFill>
                <a:latin typeface="Arial"/>
                <a:cs typeface="Arial"/>
              </a:rPr>
              <a:t>NN architecture를 볼 때 layer별로 몇 개의 파라미터로 이루어져 있고 전체 파라미터 수가 몇 개 인지에 대한 감을 가지고 있는 것이 중요</a:t>
            </a:r>
            <a:r>
              <a:rPr lang="en-US" altLang="ko-KR" sz="1200">
                <a:cs typeface="Arial"/>
              </a:rPr>
              <a:t>​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74D768-225E-5CC9-0FBB-79100C162F02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712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1.2 Deep dive in CNN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ko-KR" sz="1500" dirty="0" err="1">
                <a:solidFill>
                  <a:srgbClr val="181818"/>
                </a:solidFill>
                <a:ea typeface="+mn-lt"/>
                <a:cs typeface="+mn-lt"/>
              </a:rPr>
              <a:t>Convolution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Arithmetic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59BB6D-3496-7F3D-EDCF-3E47099A3E24}"/>
              </a:ext>
            </a:extLst>
          </p:cNvPr>
          <p:cNvSpPr txBox="1"/>
          <p:nvPr/>
        </p:nvSpPr>
        <p:spPr>
          <a:xfrm>
            <a:off x="580085" y="1577989"/>
            <a:ext cx="11285811" cy="429848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Padding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 (1), </a:t>
            </a: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Stride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 (1), 3x3 </a:t>
            </a: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Kernel</a:t>
            </a: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네트워크 구조만 보고 파라미터 개수(</a:t>
            </a:r>
            <a:r>
              <a:rPr lang="ko-KR" sz="1200" dirty="0">
                <a:solidFill>
                  <a:srgbClr val="181818"/>
                </a:solidFill>
                <a:ea typeface="+mn-lt"/>
                <a:cs typeface="+mn-lt"/>
              </a:rPr>
              <a:t>만 단위, </a:t>
            </a:r>
            <a:r>
              <a:rPr lang="ko-KR" altLang="en-US" sz="1200" dirty="0">
                <a:solidFill>
                  <a:srgbClr val="181818"/>
                </a:solidFill>
                <a:ea typeface="+mn-lt"/>
                <a:cs typeface="+mn-lt"/>
              </a:rPr>
              <a:t>십 만</a:t>
            </a:r>
            <a:r>
              <a:rPr lang="ko-KR" sz="1200" dirty="0">
                <a:solidFill>
                  <a:srgbClr val="181818"/>
                </a:solidFill>
                <a:ea typeface="+mn-lt"/>
                <a:cs typeface="+mn-lt"/>
              </a:rPr>
              <a:t>, 백 만 단위..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) </a:t>
            </a: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를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 감 잡는 것이 중요</a:t>
            </a:r>
            <a:endParaRPr lang="ko-KR" altLang="en-US" sz="1200" dirty="0">
              <a:solidFill>
                <a:srgbClr val="181818"/>
              </a:solidFill>
              <a:ea typeface="+mn-lt"/>
              <a:cs typeface="+mn-lt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ea typeface="+mn-lt"/>
                <a:cs typeface="+mn-lt"/>
              </a:rPr>
              <a:t>모델 크기를 대략적으로 알면 훈련 시간과 필요 자원을 빠르게 예측할 수 있음</a:t>
            </a: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636905" indent="-179705">
              <a:lnSpc>
                <a:spcPct val="130000"/>
              </a:lnSpc>
              <a:buFont typeface="Courier New"/>
              <a:buChar char="o"/>
              <a:defRPr/>
            </a:pP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몇만 개(10⁴) 파라미터 → 빠르게 학습, 작은 데이터셋에서도 가능</a:t>
            </a:r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r>
              <a:rPr lang="ko-KR" sz="1200" dirty="0">
                <a:solidFill>
                  <a:srgbClr val="181818"/>
                </a:solidFill>
                <a:cs typeface="Pretendard Medium"/>
              </a:rPr>
              <a:t>백만 개(10⁶) 파라미터 → 일반적인 CNN 모델 수준, GPU 필요 가능성 높음</a:t>
            </a:r>
            <a:endParaRPr lang="ko-KR" dirty="0"/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r>
              <a:rPr lang="ko-KR" sz="1200" dirty="0">
                <a:solidFill>
                  <a:srgbClr val="181818"/>
                </a:solidFill>
                <a:cs typeface="Pretendard Medium"/>
              </a:rPr>
              <a:t>수천만 개(10⁷~10⁸) 이상 → 대형 모델, 고성능 GPU 필요</a:t>
            </a:r>
            <a:endParaRPr lang="ko-KR" dirty="0"/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,Sans-Serif"/>
              <a:buChar char="•"/>
              <a:defRPr/>
            </a:pPr>
            <a:r>
              <a:rPr lang="ko-KR" sz="1200" dirty="0">
                <a:solidFill>
                  <a:srgbClr val="181818"/>
                </a:solidFill>
                <a:ea typeface="+mn-lt"/>
                <a:cs typeface="+mn-lt"/>
              </a:rPr>
              <a:t>적절한 모델 선택 및 </a:t>
            </a:r>
            <a:r>
              <a:rPr lang="ko-KR" sz="1200" dirty="0" err="1">
                <a:solidFill>
                  <a:srgbClr val="181818"/>
                </a:solidFill>
                <a:ea typeface="+mn-lt"/>
                <a:cs typeface="+mn-lt"/>
              </a:rPr>
              <a:t>과적합</a:t>
            </a:r>
            <a:r>
              <a:rPr lang="en-US" altLang="ko-KR" sz="1200" dirty="0">
                <a:solidFill>
                  <a:srgbClr val="181818"/>
                </a:solidFill>
                <a:ea typeface="+mn-lt"/>
                <a:cs typeface="+mn-lt"/>
              </a:rPr>
              <a:t>(Overfitting)</a:t>
            </a:r>
            <a:r>
              <a:rPr lang="ko-KR" sz="1200" dirty="0">
                <a:solidFill>
                  <a:srgbClr val="181818"/>
                </a:solidFill>
                <a:ea typeface="+mn-lt"/>
                <a:cs typeface="+mn-lt"/>
              </a:rPr>
              <a:t> 가능성 판단</a:t>
            </a:r>
            <a:endParaRPr lang="ko-KR" sz="1200" dirty="0">
              <a:solidFill>
                <a:srgbClr val="181818"/>
              </a:solidFill>
              <a:cs typeface="Pretendard Medium"/>
            </a:endParaRPr>
          </a:p>
          <a:p>
            <a:pPr marL="636905" indent="-179705">
              <a:lnSpc>
                <a:spcPct val="130000"/>
              </a:lnSpc>
              <a:buFont typeface="Courier New,monospace"/>
              <a:buChar char="o"/>
              <a:defRPr/>
            </a:pPr>
            <a:r>
              <a:rPr lang="ko-KR" sz="1200" dirty="0">
                <a:solidFill>
                  <a:srgbClr val="181818"/>
                </a:solidFill>
                <a:cs typeface="Pretendard Medium"/>
              </a:rPr>
              <a:t>너무 많은 파라미터를 가진 모델을 작은 데이터셋에서 학습하면 </a:t>
            </a:r>
            <a:r>
              <a:rPr lang="ko-KR" sz="1200" dirty="0" err="1">
                <a:solidFill>
                  <a:srgbClr val="181818"/>
                </a:solidFill>
                <a:cs typeface="Pretendard Medium"/>
              </a:rPr>
              <a:t>과적합</a:t>
            </a:r>
            <a:r>
              <a:rPr lang="ko-KR" sz="1200" dirty="0">
                <a:solidFill>
                  <a:srgbClr val="181818"/>
                </a:solidFill>
                <a:cs typeface="Pretendard Medium"/>
              </a:rPr>
              <a:t> 위험이 높아짐</a:t>
            </a:r>
            <a:endParaRPr lang="en-US" altLang="ko-KR" sz="1200" dirty="0">
              <a:solidFill>
                <a:srgbClr val="181818"/>
              </a:solidFill>
              <a:cs typeface="Pretendard Medium"/>
            </a:endParaRPr>
          </a:p>
          <a:p>
            <a:pPr marL="636905" indent="-179705">
              <a:lnSpc>
                <a:spcPct val="130000"/>
              </a:lnSpc>
              <a:buFont typeface="Courier New,monospace"/>
              <a:buChar char="o"/>
              <a:defRPr/>
            </a:pPr>
            <a:r>
              <a:rPr lang="ko-KR" sz="1200" dirty="0">
                <a:solidFill>
                  <a:srgbClr val="181818"/>
                </a:solidFill>
                <a:cs typeface="Pretendard Medium"/>
              </a:rPr>
              <a:t>반대로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,</a:t>
            </a:r>
            <a:r>
              <a:rPr lang="ko-KR" sz="1200" dirty="0">
                <a:solidFill>
                  <a:srgbClr val="181818"/>
                </a:solidFill>
                <a:cs typeface="Pretendard Medium"/>
              </a:rPr>
              <a:t> 파라미터가 적으면 복잡한 패턴을 학습하지 못해 </a:t>
            </a:r>
            <a:r>
              <a:rPr lang="ko-KR" sz="1200" dirty="0" err="1">
                <a:solidFill>
                  <a:srgbClr val="181818"/>
                </a:solidFill>
                <a:cs typeface="Pretendard Medium"/>
              </a:rPr>
              <a:t>언더피팅</a:t>
            </a:r>
            <a:r>
              <a:rPr lang="ko-KR" sz="1200" dirty="0">
                <a:solidFill>
                  <a:srgbClr val="181818"/>
                </a:solidFill>
                <a:cs typeface="Pretendard Medium"/>
              </a:rPr>
              <a:t> 위험이 있음</a:t>
            </a:r>
            <a:endParaRPr lang="en-US" altLang="ko-KR" sz="1200" dirty="0">
              <a:solidFill>
                <a:srgbClr val="181818"/>
              </a:solidFill>
              <a:cs typeface="Pretendard Medium"/>
            </a:endParaRPr>
          </a:p>
          <a:p>
            <a:pPr marL="636905" indent="-179705">
              <a:lnSpc>
                <a:spcPct val="130000"/>
              </a:lnSpc>
              <a:buFont typeface="Courier New,monospace"/>
              <a:buChar char="o"/>
              <a:defRPr/>
            </a:pP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작은 </a:t>
            </a:r>
            <a:r>
              <a:rPr lang="ko-KR" sz="1200" dirty="0">
                <a:solidFill>
                  <a:srgbClr val="181818"/>
                </a:solidFill>
                <a:cs typeface="Pretendard Medium"/>
              </a:rPr>
              <a:t>데이터셋 → 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10</a:t>
            </a:r>
            <a:r>
              <a:rPr lang="ko-KR" sz="1200" dirty="0">
                <a:solidFill>
                  <a:srgbClr val="181818"/>
                </a:solidFill>
                <a:cs typeface="Pretendard Medium"/>
              </a:rPr>
              <a:t>만 개 이하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(10</a:t>
            </a:r>
            <a:r>
              <a:rPr lang="ko-KR" sz="1200" dirty="0">
                <a:solidFill>
                  <a:srgbClr val="181818"/>
                </a:solidFill>
                <a:cs typeface="Pretendard Medium"/>
              </a:rPr>
              <a:t>⁵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)</a:t>
            </a:r>
            <a:r>
              <a:rPr lang="ko-KR" sz="1200" dirty="0">
                <a:solidFill>
                  <a:srgbClr val="181818"/>
                </a:solidFill>
                <a:cs typeface="Pretendard Medium"/>
              </a:rPr>
              <a:t> 파라미터 모델 적절</a:t>
            </a:r>
          </a:p>
          <a:p>
            <a:pPr marL="636905" indent="-179705">
              <a:lnSpc>
                <a:spcPct val="130000"/>
              </a:lnSpc>
              <a:buFont typeface="Courier New,monospace"/>
              <a:buChar char="o"/>
              <a:defRPr/>
            </a:pP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큰</a:t>
            </a:r>
            <a:r>
              <a:rPr lang="ko-KR" sz="1200" dirty="0">
                <a:solidFill>
                  <a:srgbClr val="181818"/>
                </a:solidFill>
                <a:cs typeface="Pretendard Medium"/>
              </a:rPr>
              <a:t> 데이터셋 → 수천만 개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(10</a:t>
            </a:r>
            <a:r>
              <a:rPr lang="ko-KR" sz="1200" dirty="0">
                <a:solidFill>
                  <a:srgbClr val="181818"/>
                </a:solidFill>
                <a:cs typeface="Pretendard Medium"/>
              </a:rPr>
              <a:t>⁷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~10</a:t>
            </a:r>
            <a:r>
              <a:rPr lang="ko-KR" sz="1200" dirty="0">
                <a:solidFill>
                  <a:srgbClr val="181818"/>
                </a:solidFill>
                <a:cs typeface="Pretendard Medium"/>
              </a:rPr>
              <a:t>⁸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)</a:t>
            </a:r>
            <a:r>
              <a:rPr lang="ko-KR" sz="1200" dirty="0">
                <a:solidFill>
                  <a:srgbClr val="181818"/>
                </a:solidFill>
                <a:cs typeface="Pretendard Medium"/>
              </a:rPr>
              <a:t> 파라미터 모델 고려 가능</a:t>
            </a:r>
            <a:endParaRPr lang="ko-KR" dirty="0"/>
          </a:p>
          <a:p>
            <a:pPr marL="636905" indent="-179705">
              <a:lnSpc>
                <a:spcPct val="130000"/>
              </a:lnSpc>
              <a:buFont typeface="Courier New,monospace"/>
              <a:buChar char="o"/>
              <a:defRPr/>
            </a:pPr>
            <a:endParaRPr lang="ko-KR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</p:txBody>
      </p:sp>
      <p:pic>
        <p:nvPicPr>
          <p:cNvPr id="4" name="그림 3" descr="텍스트, 도표, 스크린샷, 라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8BDA3434-DA17-6823-A0C3-46F8EFB49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526" y="1138079"/>
            <a:ext cx="6276476" cy="258326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151F4508-6716-E1CE-3C4D-5B9E323D572E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04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1.2 Deep dive in CNN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ko-KR" sz="1500" dirty="0" err="1">
                <a:solidFill>
                  <a:srgbClr val="181818"/>
                </a:solidFill>
                <a:ea typeface="+mn-lt"/>
                <a:cs typeface="+mn-lt"/>
              </a:rPr>
              <a:t>Convolution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Arithmetic example(</a:t>
            </a:r>
            <a:r>
              <a:rPr lang="en-US" altLang="ko-KR" sz="1500" dirty="0" err="1">
                <a:solidFill>
                  <a:srgbClr val="181818"/>
                </a:solidFill>
                <a:ea typeface="+mn-lt"/>
                <a:cs typeface="+mn-lt"/>
              </a:rPr>
              <a:t>AlexNet</a:t>
            </a: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)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59BB6D-3496-7F3D-EDCF-3E47099A3E24}"/>
              </a:ext>
            </a:extLst>
          </p:cNvPr>
          <p:cNvSpPr txBox="1"/>
          <p:nvPr/>
        </p:nvSpPr>
        <p:spPr>
          <a:xfrm>
            <a:off x="580085" y="1577989"/>
            <a:ext cx="11285811" cy="261802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2가 곱해지는 이유는 사실 96 채널의 </a:t>
            </a: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feature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map을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 만들어야 하는데 </a:t>
            </a: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gpu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 메모리가 크지 않아서 하나의 </a:t>
            </a: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gpu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 메모리 사이즈에 맞추다 보니 48채널을 2개 만든 것</a:t>
            </a:r>
            <a:endParaRPr lang="ko-KR" dirty="0"/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en-US" altLang="en-US" sz="1200" dirty="0">
                <a:solidFill>
                  <a:srgbClr val="181818"/>
                </a:solidFill>
                <a:cs typeface="Pretendard Medium"/>
              </a:rPr>
              <a:t>1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번째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layer의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파라미터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: 약 35k</a:t>
            </a: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636905" indent="-179705">
              <a:lnSpc>
                <a:spcPct val="130000"/>
              </a:lnSpc>
              <a:buFont typeface="Courier New,monospace"/>
              <a:buChar char="o"/>
              <a:defRPr/>
            </a:pPr>
            <a:endParaRPr lang="ko-KR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</p:txBody>
      </p:sp>
      <p:pic>
        <p:nvPicPr>
          <p:cNvPr id="6" name="그림 5" descr="스케치, 도표, 텍스트, 평면도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A150A986-8372-2C68-4F1A-566BB5F03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105" y="2205802"/>
            <a:ext cx="8796422" cy="399044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78D6C17-1ECB-CA58-E4E6-AB0461D66407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300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1.2 Deep dive in CNN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ko-KR" sz="1500" dirty="0" err="1">
                <a:solidFill>
                  <a:srgbClr val="181818"/>
                </a:solidFill>
                <a:ea typeface="+mn-lt"/>
                <a:cs typeface="+mn-lt"/>
              </a:rPr>
              <a:t>Convolution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Arithmetic example(</a:t>
            </a:r>
            <a:r>
              <a:rPr lang="en-US" altLang="ko-KR" sz="1500" dirty="0" err="1">
                <a:solidFill>
                  <a:srgbClr val="181818"/>
                </a:solidFill>
                <a:ea typeface="+mn-lt"/>
                <a:cs typeface="+mn-lt"/>
              </a:rPr>
              <a:t>AlexNet</a:t>
            </a: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)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59BB6D-3496-7F3D-EDCF-3E47099A3E24}"/>
              </a:ext>
            </a:extLst>
          </p:cNvPr>
          <p:cNvSpPr txBox="1"/>
          <p:nvPr/>
        </p:nvSpPr>
        <p:spPr>
          <a:xfrm>
            <a:off x="580085" y="1577989"/>
            <a:ext cx="11285811" cy="23779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2번째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layer의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파라미터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: 약 307k</a:t>
            </a:r>
            <a:endParaRPr lang="ko-KR" dirty="0"/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636905" indent="-179705">
              <a:lnSpc>
                <a:spcPct val="130000"/>
              </a:lnSpc>
              <a:buFont typeface="Courier New,monospace"/>
              <a:buChar char="o"/>
              <a:defRPr/>
            </a:pPr>
            <a:endParaRPr lang="ko-KR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</p:txBody>
      </p:sp>
      <p:pic>
        <p:nvPicPr>
          <p:cNvPr id="4" name="그림 3" descr="스케치, 도표, 텍스트, 평면도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FE19ECA1-3192-FC8D-C05E-12525D945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1" y="2283923"/>
            <a:ext cx="8128000" cy="382752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A74A321-BFD2-CA87-C2A4-6CF58A901DB6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964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1.2 Deep dive in CNN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ko-KR" sz="1500" dirty="0" err="1">
                <a:solidFill>
                  <a:srgbClr val="181818"/>
                </a:solidFill>
                <a:ea typeface="+mn-lt"/>
                <a:cs typeface="+mn-lt"/>
              </a:rPr>
              <a:t>Convolution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Arithmetic example(</a:t>
            </a:r>
            <a:r>
              <a:rPr lang="en-US" altLang="ko-KR" sz="1500" dirty="0" err="1">
                <a:solidFill>
                  <a:srgbClr val="181818"/>
                </a:solidFill>
                <a:ea typeface="+mn-lt"/>
                <a:cs typeface="+mn-lt"/>
              </a:rPr>
              <a:t>AlexNet</a:t>
            </a: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)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59BB6D-3496-7F3D-EDCF-3E47099A3E24}"/>
              </a:ext>
            </a:extLst>
          </p:cNvPr>
          <p:cNvSpPr txBox="1"/>
          <p:nvPr/>
        </p:nvSpPr>
        <p:spPr>
          <a:xfrm>
            <a:off x="580085" y="1577989"/>
            <a:ext cx="11285811" cy="261802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3번째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layer의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파라미터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: 약 884k</a:t>
            </a:r>
            <a:endParaRPr lang="ko-KR" dirty="0"/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위,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아래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네트워크가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interchange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되기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때문에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*2, *2 가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추가됨</a:t>
            </a: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636905" indent="-179705">
              <a:lnSpc>
                <a:spcPct val="130000"/>
              </a:lnSpc>
              <a:buFont typeface="Courier New,monospace"/>
              <a:buChar char="o"/>
              <a:defRPr/>
            </a:pPr>
            <a:endParaRPr lang="ko-KR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</p:txBody>
      </p:sp>
      <p:pic>
        <p:nvPicPr>
          <p:cNvPr id="6" name="그림 5" descr="텍스트, 도표, 스케치, 평면도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B287A634-386E-8C19-60D2-5CE1B9F6B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789" y="2382253"/>
            <a:ext cx="8054474" cy="375786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EB941FBE-9627-AB9C-EF42-D91F1DF7998F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940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1.2 Deep dive in CNN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ko-KR" sz="1500" dirty="0" err="1">
                <a:solidFill>
                  <a:srgbClr val="181818"/>
                </a:solidFill>
                <a:ea typeface="+mn-lt"/>
                <a:cs typeface="+mn-lt"/>
              </a:rPr>
              <a:t>Convolution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Arithmetic example(</a:t>
            </a:r>
            <a:r>
              <a:rPr lang="en-US" altLang="ko-KR" sz="1500" dirty="0" err="1">
                <a:solidFill>
                  <a:srgbClr val="181818"/>
                </a:solidFill>
                <a:ea typeface="+mn-lt"/>
                <a:cs typeface="+mn-lt"/>
              </a:rPr>
              <a:t>AlexNet</a:t>
            </a: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)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59BB6D-3496-7F3D-EDCF-3E47099A3E24}"/>
              </a:ext>
            </a:extLst>
          </p:cNvPr>
          <p:cNvSpPr txBox="1"/>
          <p:nvPr/>
        </p:nvSpPr>
        <p:spPr>
          <a:xfrm>
            <a:off x="580085" y="1577989"/>
            <a:ext cx="11285811" cy="23779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4번째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layer의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파라미터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: 약 663k</a:t>
            </a:r>
            <a:endParaRPr lang="ko-KR" dirty="0"/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636905" indent="-179705">
              <a:lnSpc>
                <a:spcPct val="130000"/>
              </a:lnSpc>
              <a:buFont typeface="Courier New,monospace"/>
              <a:buChar char="o"/>
              <a:defRPr/>
            </a:pPr>
            <a:endParaRPr lang="ko-KR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</p:txBody>
      </p:sp>
      <p:pic>
        <p:nvPicPr>
          <p:cNvPr id="4" name="그림 3" descr="텍스트, 도표, 스케치, 평면도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26FF08C3-7F4D-80D2-89FA-9123E8213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368" y="2136187"/>
            <a:ext cx="8589211" cy="404278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699D9AD-F504-E763-46C4-5C4F6AAC1548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557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1.2 Deep dive in CNN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ko-KR" sz="1500" dirty="0" err="1">
                <a:solidFill>
                  <a:srgbClr val="181818"/>
                </a:solidFill>
                <a:ea typeface="+mn-lt"/>
                <a:cs typeface="+mn-lt"/>
              </a:rPr>
              <a:t>Convolution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Arithmetic example(</a:t>
            </a:r>
            <a:r>
              <a:rPr lang="en-US" altLang="ko-KR" sz="1500" dirty="0" err="1">
                <a:solidFill>
                  <a:srgbClr val="181818"/>
                </a:solidFill>
                <a:ea typeface="+mn-lt"/>
                <a:cs typeface="+mn-lt"/>
              </a:rPr>
              <a:t>AlexNet</a:t>
            </a: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)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59BB6D-3496-7F3D-EDCF-3E47099A3E24}"/>
              </a:ext>
            </a:extLst>
          </p:cNvPr>
          <p:cNvSpPr txBox="1"/>
          <p:nvPr/>
        </p:nvSpPr>
        <p:spPr>
          <a:xfrm>
            <a:off x="580085" y="1577989"/>
            <a:ext cx="11285811" cy="23779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5번째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layer의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파라미터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: 약 442k</a:t>
            </a:r>
            <a:endParaRPr lang="ko-KR" dirty="0"/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636905" indent="-179705">
              <a:lnSpc>
                <a:spcPct val="130000"/>
              </a:lnSpc>
              <a:buFont typeface="Courier New,monospace"/>
              <a:buChar char="o"/>
              <a:defRPr/>
            </a:pPr>
            <a:endParaRPr lang="ko-KR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</p:txBody>
      </p:sp>
      <p:pic>
        <p:nvPicPr>
          <p:cNvPr id="4" name="그림 3" descr="스케치, 도표, 텍스트, 그림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A3692C0B-909D-3399-13C2-1E490D047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095" y="2266124"/>
            <a:ext cx="8611810" cy="368042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893A41B-B265-80AC-B19A-9F43983234BB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11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1.2 Deep dive in CNN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ko-KR" sz="1500" dirty="0" err="1">
                <a:solidFill>
                  <a:srgbClr val="181818"/>
                </a:solidFill>
                <a:ea typeface="+mn-lt"/>
                <a:cs typeface="+mn-lt"/>
              </a:rPr>
              <a:t>Convolution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Arithmetic example(</a:t>
            </a:r>
            <a:r>
              <a:rPr lang="en-US" altLang="ko-KR" sz="1500" dirty="0" err="1">
                <a:solidFill>
                  <a:srgbClr val="181818"/>
                </a:solidFill>
                <a:ea typeface="+mn-lt"/>
                <a:cs typeface="+mn-lt"/>
              </a:rPr>
              <a:t>AlexNet</a:t>
            </a: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)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59BB6D-3496-7F3D-EDCF-3E47099A3E24}"/>
              </a:ext>
            </a:extLst>
          </p:cNvPr>
          <p:cNvSpPr txBox="1"/>
          <p:nvPr/>
        </p:nvSpPr>
        <p:spPr>
          <a:xfrm>
            <a:off x="580085" y="1577989"/>
            <a:ext cx="11285811" cy="261802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6번째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layer의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파라미터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(Dense layer = FC layer) : 약 177M</a:t>
            </a:r>
            <a:endParaRPr lang="ko-KR" dirty="0"/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위,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아래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네트워크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interchange 됨</a:t>
            </a: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636905" indent="-179705">
              <a:lnSpc>
                <a:spcPct val="130000"/>
              </a:lnSpc>
              <a:buFont typeface="Courier New,monospace"/>
              <a:buChar char="o"/>
              <a:defRPr/>
            </a:pPr>
            <a:endParaRPr lang="ko-KR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</p:txBody>
      </p:sp>
      <p:pic>
        <p:nvPicPr>
          <p:cNvPr id="6" name="그림 5" descr="텍스트, 도표, 스케치, 평면도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492165ED-72F8-776B-5ADE-4A2458D8B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895" y="2330436"/>
            <a:ext cx="7974263" cy="373449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E236D37-E727-2744-FD6F-4DB7ADCF9CFB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71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1.2 Deep dive in CNN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ko-KR" sz="1500" dirty="0" err="1">
                <a:solidFill>
                  <a:srgbClr val="181818"/>
                </a:solidFill>
                <a:ea typeface="+mn-lt"/>
                <a:cs typeface="+mn-lt"/>
              </a:rPr>
              <a:t>Convolution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Arithmetic example(</a:t>
            </a:r>
            <a:r>
              <a:rPr lang="en-US" altLang="ko-KR" sz="1500" dirty="0" err="1">
                <a:solidFill>
                  <a:srgbClr val="181818"/>
                </a:solidFill>
                <a:ea typeface="+mn-lt"/>
                <a:cs typeface="+mn-lt"/>
              </a:rPr>
              <a:t>AlexNet</a:t>
            </a: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)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59BB6D-3496-7F3D-EDCF-3E47099A3E24}"/>
              </a:ext>
            </a:extLst>
          </p:cNvPr>
          <p:cNvSpPr txBox="1"/>
          <p:nvPr/>
        </p:nvSpPr>
        <p:spPr>
          <a:xfrm>
            <a:off x="580085" y="1577989"/>
            <a:ext cx="11285811" cy="23779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7번째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layer의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파라미터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: 약 16M</a:t>
            </a:r>
            <a:endParaRPr lang="ko-KR" dirty="0"/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636905" indent="-179705">
              <a:lnSpc>
                <a:spcPct val="130000"/>
              </a:lnSpc>
              <a:buFont typeface="Courier New,monospace"/>
              <a:buChar char="o"/>
              <a:defRPr/>
            </a:pPr>
            <a:endParaRPr lang="ko-KR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</p:txBody>
      </p:sp>
      <p:pic>
        <p:nvPicPr>
          <p:cNvPr id="4" name="그림 3" descr="텍스트, 도표, 스케치, 평면도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975398BF-E348-E423-9D4D-3A0DAEAEA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579" y="2261155"/>
            <a:ext cx="7927475" cy="375274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7605841-97BA-0A8A-38B8-663176DDA613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987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1.2 Deep dive in CNN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ko-KR" sz="1500" dirty="0" err="1">
                <a:solidFill>
                  <a:srgbClr val="181818"/>
                </a:solidFill>
                <a:ea typeface="+mn-lt"/>
                <a:cs typeface="+mn-lt"/>
              </a:rPr>
              <a:t>Convolution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Arithmetic example(</a:t>
            </a:r>
            <a:r>
              <a:rPr lang="en-US" altLang="ko-KR" sz="1500" dirty="0" err="1">
                <a:solidFill>
                  <a:srgbClr val="181818"/>
                </a:solidFill>
                <a:ea typeface="+mn-lt"/>
                <a:cs typeface="+mn-lt"/>
              </a:rPr>
              <a:t>AlexNet</a:t>
            </a: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)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59BB6D-3496-7F3D-EDCF-3E47099A3E24}"/>
              </a:ext>
            </a:extLst>
          </p:cNvPr>
          <p:cNvSpPr txBox="1"/>
          <p:nvPr/>
        </p:nvSpPr>
        <p:spPr>
          <a:xfrm>
            <a:off x="580085" y="1577989"/>
            <a:ext cx="11285811" cy="477861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8번째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layer의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파라미터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: 약 4M</a:t>
            </a:r>
            <a:endParaRPr lang="ko-KR" dirty="0"/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빨간색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layer : convolution layer</a:t>
            </a: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en-US" altLang="ko-KR" sz="1200" err="1">
                <a:solidFill>
                  <a:srgbClr val="181818"/>
                </a:solidFill>
                <a:cs typeface="Pretendard Medium"/>
              </a:rPr>
              <a:t>파란색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layer : dense layer(FC layer)</a:t>
            </a: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파라미터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수가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conv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layer에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비해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dense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layer가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약 1000배</a:t>
            </a: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Dense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layer가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일반적으로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훨씬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더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많은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파라미터를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갖는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이유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:</a:t>
            </a:r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Convolution </a:t>
            </a:r>
            <a:r>
              <a:rPr lang="en-US" altLang="ko-KR" sz="1200" err="1">
                <a:solidFill>
                  <a:srgbClr val="181818"/>
                </a:solidFill>
                <a:cs typeface="Pretendard Medium"/>
              </a:rPr>
              <a:t>연산에서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각 kernel(filter)가 </a:t>
            </a:r>
            <a:r>
              <a:rPr lang="en-US" altLang="ko-KR" sz="1200" err="1">
                <a:solidFill>
                  <a:srgbClr val="181818"/>
                </a:solidFill>
                <a:cs typeface="Pretendard Medium"/>
              </a:rPr>
              <a:t>모든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cs typeface="Pretendard Medium"/>
              </a:rPr>
              <a:t>위치에서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 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동일하게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적용되기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때문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 </a:t>
            </a:r>
          </a:p>
          <a:p>
            <a:pPr marL="636905" lvl="1" indent="-179705">
              <a:lnSpc>
                <a:spcPct val="130000"/>
              </a:lnSpc>
              <a:buFont typeface="Courier New,monospace"/>
              <a:buChar char="o"/>
              <a:defRPr/>
            </a:pP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kernel은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shared parameter(weight, bias) : 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   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같은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kernel이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이미지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 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오른쪽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위,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왼쪽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아래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 등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모두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동일하게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적용</a:t>
            </a:r>
            <a:endParaRPr lang="en-US" dirty="0" err="1">
              <a:solidFill>
                <a:srgbClr val="2F2F2F"/>
              </a:solidFill>
              <a:cs typeface="Pretendard Medium"/>
            </a:endParaRPr>
          </a:p>
          <a:p>
            <a:pPr lvl="1">
              <a:lnSpc>
                <a:spcPct val="130000"/>
              </a:lnSpc>
              <a:defRPr/>
            </a:pPr>
            <a:endParaRPr lang="en-US" altLang="ko-KR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,Sans-Serif"/>
              <a:buChar char="•"/>
              <a:defRPr/>
            </a:pP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NN의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 성능을 올리기 위해 파라미터를 줄이는 것이 중요한데 대부분의 파라미터가 FC </a:t>
            </a: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layer에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 들어있기 때문에 </a:t>
            </a: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NN의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 발전 방향이 </a:t>
            </a: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뒷단의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 FC </a:t>
            </a: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layer를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 최대한 줄이고 앞의 </a:t>
            </a: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conv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layer를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 깊게 쌓는 방식이 됨</a:t>
            </a: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여러 </a:t>
            </a: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technique을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 통해 </a:t>
            </a: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NN의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layer는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 깊어지지만 파라미터 수는 점점 줄어들게 됨 (성능은 </a:t>
            </a: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up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)</a:t>
            </a: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636905" indent="-179705">
              <a:lnSpc>
                <a:spcPct val="130000"/>
              </a:lnSpc>
              <a:buFont typeface="Courier New,monospace"/>
              <a:buChar char="o"/>
              <a:defRPr/>
            </a:pPr>
            <a:endParaRPr lang="ko-KR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</p:txBody>
      </p:sp>
      <p:pic>
        <p:nvPicPr>
          <p:cNvPr id="6" name="그림 5" descr="텍스트, 스케치, 도표, 그림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4A4B0C97-7635-7BD9-4274-148274470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1222086"/>
            <a:ext cx="6483687" cy="307030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C9D7C4F-4CE1-92FD-B410-E40F8D2F5B0F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181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AED42-306C-8F61-0870-92388E16F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E430E71-376F-9E51-5353-3E08B8357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8ED67-E881-2D22-D310-70B069173D4B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1.2 Deep dive in CNN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D8513C-9714-D887-C10D-B4FED23420D4}"/>
              </a:ext>
            </a:extLst>
          </p:cNvPr>
          <p:cNvSpPr txBox="1"/>
          <p:nvPr/>
        </p:nvSpPr>
        <p:spPr>
          <a:xfrm>
            <a:off x="580085" y="1591357"/>
            <a:ext cx="11285811" cy="4574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CNN에서는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동일한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필터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가중치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집합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)를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영역에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적용하는데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하나의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필터가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부분에서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동일한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역할을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한다는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의미</a:t>
            </a: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방식은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필터가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내의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위치와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상관없이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동일한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특징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(ex.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사람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귀)을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인식하도록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도와주며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객체가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내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어디에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있든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동일한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패턴을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추출할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수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있게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AE7664-C381-159C-5837-0FDDB7F8E454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0C72474-E0C7-B469-65B1-0E7AAF24D6F8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1A5FF16-71C9-62AD-FBB5-B541233994A2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CNN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의 특징 - 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Weight Sharing</a:t>
            </a:r>
            <a:endParaRPr lang="ko-KR" dirty="0">
              <a:cs typeface="Pretendard Medium"/>
            </a:endParaRPr>
          </a:p>
        </p:txBody>
      </p:sp>
      <p:pic>
        <p:nvPicPr>
          <p:cNvPr id="4" name="그림 3" descr="스케치, 스크린샷, 디자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EAF942E2-D4DC-0D4F-D8E0-DD2979C78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874" y="2654860"/>
            <a:ext cx="5430252" cy="354685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E5079F2-9FD8-3644-B166-651C079E8B9D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502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1.2 Deep dive in CNN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B1903C-2636-F1AB-6251-2913A3D26666}"/>
              </a:ext>
            </a:extLst>
          </p:cNvPr>
          <p:cNvSpPr txBox="1"/>
          <p:nvPr/>
        </p:nvSpPr>
        <p:spPr>
          <a:xfrm>
            <a:off x="580085" y="1591357"/>
            <a:ext cx="11285811" cy="38183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Stride=1 : convolution filter(kernel)을 한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픽셀씩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옮겨서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연산</a:t>
            </a:r>
            <a:endParaRPr lang="en-US" altLang="ko-KR" sz="120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1d stride</a:t>
            </a: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Size 3 kernel</a:t>
            </a: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>
              <a:lnSpc>
                <a:spcPct val="130000"/>
              </a:lnSpc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CNN</a:t>
            </a:r>
            <a:r>
              <a:rPr lang="ko-KR" sz="1500" dirty="0">
                <a:solidFill>
                  <a:srgbClr val="181818"/>
                </a:solidFill>
                <a:ea typeface="+mn-lt"/>
                <a:cs typeface="+mn-lt"/>
              </a:rPr>
              <a:t>의 특징 </a:t>
            </a: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-</a:t>
            </a:r>
            <a:r>
              <a:rPr lang="ko-KR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1d</a:t>
            </a:r>
            <a:r>
              <a:rPr lang="ko-KR" sz="1500" dirty="0">
                <a:solidFill>
                  <a:srgbClr val="181818"/>
                </a:solidFill>
                <a:ea typeface="+mn-lt"/>
                <a:cs typeface="+mn-lt"/>
              </a:rPr>
              <a:t> 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Stride (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큰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걸음, 성큼성큼 걷다) </a:t>
            </a:r>
            <a:endParaRPr lang="ko-KR" altLang="en-US">
              <a:cs typeface="Pretendard Medium"/>
            </a:endParaRPr>
          </a:p>
        </p:txBody>
      </p:sp>
      <p:pic>
        <p:nvPicPr>
          <p:cNvPr id="4" name="그림 3" descr="도표, 라인, 스케치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8694FD80-B2C7-DF73-5756-7C9AF1467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05" y="2602680"/>
            <a:ext cx="8535738" cy="226758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AAED5D9-3DD1-0541-609D-9640BFEC097E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40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1.2 Deep dive in CNN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B1903C-2636-F1AB-6251-2913A3D26666}"/>
              </a:ext>
            </a:extLst>
          </p:cNvPr>
          <p:cNvSpPr txBox="1"/>
          <p:nvPr/>
        </p:nvSpPr>
        <p:spPr>
          <a:xfrm>
            <a:off x="580085" y="1591357"/>
            <a:ext cx="11285811" cy="261802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,Sans-Serif"/>
              <a:buChar char="•"/>
              <a:defRPr/>
            </a:pP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2d </a:t>
            </a:r>
            <a:r>
              <a:rPr 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stride에서는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stride의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파라미터가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2개(width, height </a:t>
            </a:r>
            <a:r>
              <a:rPr 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방향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)</a:t>
            </a:r>
            <a:endParaRPr lang="en-US" sz="1200" dirty="0">
              <a:solidFill>
                <a:srgbClr val="2F2F2F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,Sans-Serif"/>
              <a:buChar char="•"/>
              <a:defRPr/>
            </a:pP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stride=(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sh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sw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)</a:t>
            </a:r>
          </a:p>
          <a:p>
            <a:pPr marL="179705" indent="-179705">
              <a:lnSpc>
                <a:spcPct val="130000"/>
              </a:lnSpc>
              <a:buFont typeface="Arial,Sans-Serif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보통은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stride=(s, s)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처럼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너비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(w),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높이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(h)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에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동일한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값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사용</a:t>
            </a:r>
            <a:endParaRPr 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,Sans-Serif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,Sans-Serif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특정 상황에서는 다르게 설정할 수도 있음</a:t>
            </a:r>
            <a:endParaRPr lang="ko-KR" sz="1200" dirty="0">
              <a:solidFill>
                <a:srgbClr val="181818"/>
              </a:solidFill>
              <a:ea typeface="+mn-lt"/>
              <a:cs typeface="+mn-lt"/>
            </a:endParaRPr>
          </a:p>
          <a:p>
            <a:pPr marL="179705" indent="-179705">
              <a:lnSpc>
                <a:spcPct val="130000"/>
              </a:lnSpc>
              <a:buFont typeface="Arial,Sans-Serif"/>
              <a:buChar char="•"/>
              <a:defRPr/>
            </a:pP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Ex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) 텍스트 인식 모델에서 글자가 주로 가로 방향으로 배열될 경우</a:t>
            </a:r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(1, 2) stride : </a:t>
            </a:r>
            <a:r>
              <a:rPr 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높이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방향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</a:t>
            </a:r>
            <a:r>
              <a:rPr 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stride_height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)</a:t>
            </a:r>
            <a:r>
              <a:rPr 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으로는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1씩, </a:t>
            </a:r>
            <a:r>
              <a:rPr 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너비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방향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</a:t>
            </a:r>
            <a:r>
              <a:rPr 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stride_width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)</a:t>
            </a:r>
            <a:r>
              <a:rPr 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으로는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2씩 </a:t>
            </a:r>
            <a:r>
              <a:rPr 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이동</a:t>
            </a:r>
            <a:endParaRPr lang="en-US" err="1"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가로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방향으로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두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칸씩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이동하면서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특징을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추출하므로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한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번에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더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넓은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단어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패턴을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감지할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수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있음</a:t>
            </a:r>
            <a:endParaRPr 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가로로 한번에 더 많은 영역을 커버하면서, 세로 정보 손실을 최소화</a:t>
            </a: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>
              <a:lnSpc>
                <a:spcPct val="130000"/>
              </a:lnSpc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CNN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의 특징 </a:t>
            </a: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- 2d 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Stride (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큰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걸음, 성큼성큼 걷다)</a:t>
            </a:r>
            <a:endParaRPr lang="ko-KR" altLang="en-US" dirty="0">
              <a:cs typeface="Pretendard Medium"/>
            </a:endParaRPr>
          </a:p>
        </p:txBody>
      </p:sp>
      <p:pic>
        <p:nvPicPr>
          <p:cNvPr id="9" name="그림 8" descr="큐브, 디자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D29B4525-A01F-8035-D1B6-0C4637904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526" y="1593298"/>
            <a:ext cx="2324100" cy="246697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E66D60F-2EEB-A128-47AA-401F1C104BC4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86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1.2 Deep dive in CNN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B1903C-2636-F1AB-6251-2913A3D26666}"/>
              </a:ext>
            </a:extLst>
          </p:cNvPr>
          <p:cNvSpPr txBox="1"/>
          <p:nvPr/>
        </p:nvSpPr>
        <p:spPr>
          <a:xfrm>
            <a:off x="580085" y="1591357"/>
            <a:ext cx="11285811" cy="40584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1.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정보를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요약하는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과정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(Summarization)</a:t>
            </a:r>
            <a:endParaRPr lang="ko-KR" altLang="en-US" dirty="0"/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작은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stride(예: 1)는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세부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정보를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최대한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보존하려는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접근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.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픽셀을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면밀히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살펴보며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미세한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특징을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유지하는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것을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목표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큰 stride(예: 2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이상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)는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정보를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더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압축하고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요약하는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과정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.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특정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부분을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생략하면서도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전체적인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패턴을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학습하려는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시도</a:t>
            </a:r>
            <a:endParaRPr lang="en-US" altLang="ko-KR" sz="120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>
              <a:lnSpc>
                <a:spcPct val="130000"/>
              </a:lnSpc>
              <a:defRPr/>
            </a:pP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2.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추상화와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해상도의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절충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(Abstraction vs. Resolution)</a:t>
            </a:r>
            <a:endParaRPr lang="en-US" sz="1200" dirty="0">
              <a:solidFill>
                <a:srgbClr val="000000"/>
              </a:solidFill>
              <a:latin typeface="Pretendard Light"/>
              <a:ea typeface="Pretendard Light"/>
              <a:cs typeface="Pretendard Light"/>
            </a:endParaRPr>
          </a:p>
          <a:p>
            <a:pPr marL="636905" lvl="1" indent="-179705">
              <a:lnSpc>
                <a:spcPct val="130000"/>
              </a:lnSpc>
              <a:buFont typeface="Courier New,monospace"/>
              <a:buChar char="o"/>
              <a:defRPr/>
            </a:pP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작은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stride를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사용하면 높은 해상도로 정보를 유지할 수 있지만,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연산량이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많아지고 속도가 느림</a:t>
            </a:r>
            <a:endParaRPr lang="ko-KR" altLang="en-US" sz="1200" dirty="0" err="1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636905" lvl="1" indent="-179705">
              <a:lnSpc>
                <a:spcPct val="130000"/>
              </a:lnSpc>
              <a:buFont typeface="Courier New,monospace"/>
              <a:buChar char="o"/>
              <a:defRPr/>
            </a:pP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큰 </a:t>
            </a:r>
            <a:r>
              <a:rPr lang="ko-KR" alt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stride는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해상도를 낮추고 </a:t>
            </a:r>
            <a:r>
              <a:rPr lang="ko-KR" alt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연산량을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줄이는 대신, 더 추상적인 특징을 학습하도록 유도</a:t>
            </a:r>
          </a:p>
          <a:p>
            <a:pPr marL="636905" lvl="1" indent="-179705">
              <a:lnSpc>
                <a:spcPct val="130000"/>
              </a:lnSpc>
              <a:buFont typeface="Courier New,monospace"/>
              <a:buChar char="o"/>
              <a:defRPr/>
            </a:pP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인간이 사물을 인식할 때 세부적인 디테일을 볼지, 전체적인 형상을 파악할지를 선택하는 과정과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비슷</a:t>
            </a:r>
            <a:endParaRPr lang="ko-KR" altLang="en-US" sz="120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636905" lvl="1" indent="-179705">
              <a:lnSpc>
                <a:spcPct val="130000"/>
              </a:lnSpc>
              <a:buFont typeface="Courier New,monospace"/>
              <a:buChar char="o"/>
              <a:defRPr/>
            </a:pPr>
            <a:endParaRPr lang="ko-KR" alt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3.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정리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</a:p>
          <a:p>
            <a:pPr marL="636905" lvl="1" indent="-179705">
              <a:lnSpc>
                <a:spcPct val="130000"/>
              </a:lnSpc>
              <a:buFont typeface="Courier New,monospace"/>
              <a:buChar char="o"/>
              <a:defRPr/>
            </a:pP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필터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커널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)가 한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번의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이동에서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얼마나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많은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픽셀을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건너뛰는지를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결정하는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하이퍼파라미터</a:t>
            </a:r>
            <a:endParaRPr lang="en-US" altLang="ko-KR" sz="120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636905" lvl="1" indent="-179705">
              <a:lnSpc>
                <a:spcPct val="130000"/>
              </a:lnSpc>
              <a:buFont typeface="Courier New,monospace"/>
              <a:buChar char="o"/>
              <a:defRPr/>
            </a:pP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세밀한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특징과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전체적인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패턴을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어떻게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균형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있게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학습할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것인가를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결정하는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요소</a:t>
            </a:r>
            <a:endParaRPr lang="en-US" altLang="ko-KR" sz="120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228600" indent="-228600">
              <a:lnSpc>
                <a:spcPct val="130000"/>
              </a:lnSpc>
              <a:buFont typeface="Arial"/>
              <a:buChar char="•"/>
              <a:defRPr/>
            </a:pPr>
            <a:endParaRPr lang="en-US" altLang="ko-KR" sz="1200" b="1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  </a:t>
            </a:r>
          </a:p>
          <a:p>
            <a:pPr marL="171450" indent="-171450">
              <a:lnSpc>
                <a:spcPct val="130000"/>
              </a:lnSpc>
              <a:buFont typeface="Arial"/>
              <a:buChar char="•"/>
              <a:defRPr/>
            </a:pPr>
            <a:endParaRPr lang="en-US" altLang="ko-KR" sz="1200" b="1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>
              <a:lnSpc>
                <a:spcPct val="130000"/>
              </a:lnSpc>
              <a:defRPr/>
            </a:pPr>
            <a:endParaRPr lang="en-US" altLang="ko-KR" sz="1200" b="1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 err="1">
                <a:solidFill>
                  <a:srgbClr val="181818"/>
                </a:solidFill>
                <a:ea typeface="+mn-lt"/>
                <a:cs typeface="+mn-lt"/>
              </a:rPr>
              <a:t>Stride</a:t>
            </a:r>
            <a:r>
              <a:rPr lang="ko-KR" altLang="en-US" sz="1500" dirty="0" err="1">
                <a:solidFill>
                  <a:srgbClr val="181818"/>
                </a:solidFill>
                <a:ea typeface="+mn-lt"/>
                <a:cs typeface="+mn-lt"/>
              </a:rPr>
              <a:t>의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81818"/>
                </a:solidFill>
                <a:ea typeface="+mn-lt"/>
                <a:cs typeface="+mn-lt"/>
              </a:rPr>
              <a:t>의미</a:t>
            </a:r>
            <a:endParaRPr lang="ko-KR" altLang="en-US" sz="1500" dirty="0" err="1">
              <a:solidFill>
                <a:srgbClr val="181818"/>
              </a:solidFill>
              <a:cs typeface="Pretendard Medium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60B1B1F-0EA5-AD9D-7A4C-B0DFBF495905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35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1.2 Deep dive in CNN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B1903C-2636-F1AB-6251-2913A3D26666}"/>
              </a:ext>
            </a:extLst>
          </p:cNvPr>
          <p:cNvSpPr txBox="1"/>
          <p:nvPr/>
        </p:nvSpPr>
        <p:spPr>
          <a:xfrm>
            <a:off x="580085" y="1591357"/>
            <a:ext cx="11285811" cy="697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Input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image에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conv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연산을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하면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output이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input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사이즈랑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똑같이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안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나옴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→ boundary </a:t>
            </a:r>
            <a:r>
              <a:rPr lang="ko-KR" altLang="en-US" sz="1200" dirty="0">
                <a:solidFill>
                  <a:srgbClr val="181818"/>
                </a:solidFill>
                <a:ea typeface="+mn-lt"/>
                <a:cs typeface="+mn-lt"/>
              </a:rPr>
              <a:t>정보가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ea typeface="+mn-lt"/>
                <a:cs typeface="+mn-lt"/>
              </a:rPr>
              <a:t>버려지기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ea typeface="+mn-lt"/>
                <a:cs typeface="+mn-lt"/>
              </a:rPr>
              <a:t>때문에</a:t>
            </a: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가장자리에도 </a:t>
            </a:r>
            <a:r>
              <a:rPr lang="ko-KR" alt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conv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연산을 하려면 </a:t>
            </a:r>
            <a:r>
              <a:rPr lang="ko-KR" alt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padding으로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값을 채워야 함</a:t>
            </a: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CNN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의 특징 </a:t>
            </a: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- 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Padding</a:t>
            </a:r>
            <a:endParaRPr lang="ko-KR" altLang="en-US" sz="1500" dirty="0">
              <a:solidFill>
                <a:srgbClr val="181818"/>
              </a:solidFill>
              <a:cs typeface="Pretendard Medium"/>
            </a:endParaRPr>
          </a:p>
        </p:txBody>
      </p:sp>
      <p:pic>
        <p:nvPicPr>
          <p:cNvPr id="6" name="그림 5" descr="도표, 스케치, 라인, 디자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9489ADEB-0ED8-F777-1359-D59BDE3D2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579" y="2657755"/>
            <a:ext cx="9464843" cy="27122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F8E1C7-714B-BEDE-843D-69E78DF918C2}"/>
              </a:ext>
            </a:extLst>
          </p:cNvPr>
          <p:cNvSpPr txBox="1"/>
          <p:nvPr/>
        </p:nvSpPr>
        <p:spPr>
          <a:xfrm>
            <a:off x="7217505" y="5501619"/>
            <a:ext cx="3832917" cy="4574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Input과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output의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spatial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dim이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똑같아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짐</a:t>
            </a: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CBBC60-9FFF-2BBC-2DEE-4B5EFFABCF73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87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1.2 Deep dive in CNN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CNN</a:t>
            </a:r>
            <a:r>
              <a:rPr lang="ko-KR" sz="1500">
                <a:solidFill>
                  <a:srgbClr val="181818"/>
                </a:solidFill>
                <a:ea typeface="+mn-lt"/>
                <a:cs typeface="+mn-lt"/>
              </a:rPr>
              <a:t>의 특징 </a:t>
            </a:r>
            <a:r>
              <a:rPr lang="en-US" altLang="ko-KR" sz="1500">
                <a:solidFill>
                  <a:srgbClr val="181818"/>
                </a:solidFill>
                <a:ea typeface="+mn-lt"/>
                <a:cs typeface="+mn-lt"/>
              </a:rPr>
              <a:t>-</a:t>
            </a:r>
            <a:r>
              <a:rPr lang="en-US" sz="1500">
                <a:solidFill>
                  <a:srgbClr val="181818"/>
                </a:solidFill>
                <a:ea typeface="+mn-lt"/>
                <a:cs typeface="+mn-lt"/>
              </a:rPr>
              <a:t> Stride &amp; Padding</a:t>
            </a:r>
            <a:endParaRPr lang="ko-KR">
              <a:cs typeface="Pretendard Medium"/>
            </a:endParaRPr>
          </a:p>
        </p:txBody>
      </p:sp>
      <p:pic>
        <p:nvPicPr>
          <p:cNvPr id="9" name="그림 8" descr="큐브, 디자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ED38077A-E8DD-FA9E-F3A0-63FD187F5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86" y="3111250"/>
            <a:ext cx="2324100" cy="2466975"/>
          </a:xfrm>
          <a:prstGeom prst="rect">
            <a:avLst/>
          </a:prstGeom>
        </p:spPr>
      </p:pic>
      <p:pic>
        <p:nvPicPr>
          <p:cNvPr id="10" name="그림 9" descr="직사각형, 사각형, 큐브, 디자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DA9AC7F6-19B0-5239-5F11-2D5547046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6663" y="2939364"/>
            <a:ext cx="2509252" cy="2824114"/>
          </a:xfrm>
          <a:prstGeom prst="rect">
            <a:avLst/>
          </a:prstGeom>
        </p:spPr>
      </p:pic>
      <p:pic>
        <p:nvPicPr>
          <p:cNvPr id="11" name="그림 10" descr="큐브, 디자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439CC393-AF8D-6B5A-3C38-23684C4CE6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505" y="3007815"/>
            <a:ext cx="2743200" cy="2687216"/>
          </a:xfrm>
          <a:prstGeom prst="rect">
            <a:avLst/>
          </a:prstGeom>
        </p:spPr>
      </p:pic>
      <p:pic>
        <p:nvPicPr>
          <p:cNvPr id="13" name="그림 12" descr="큐브, 사각형, 디자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F500BC6F-E266-B089-A3C5-AAFC16CD0A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8347" y="3021752"/>
            <a:ext cx="2743199" cy="26459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592714C-8488-F283-F0F1-7F8EAA5A8284}"/>
              </a:ext>
            </a:extLst>
          </p:cNvPr>
          <p:cNvSpPr txBox="1"/>
          <p:nvPr/>
        </p:nvSpPr>
        <p:spPr>
          <a:xfrm>
            <a:off x="1228454" y="5682095"/>
            <a:ext cx="1486759" cy="697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Stride (1) </a:t>
            </a:r>
            <a:endParaRPr lang="ko-KR" altLang="en-US">
              <a:solidFill>
                <a:srgbClr val="2F2F2F"/>
              </a:solidFill>
              <a:latin typeface="Pretendard Medium"/>
              <a:ea typeface="Pretendard Medium"/>
              <a:cs typeface="Pretendard Medium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Padding (0)</a:t>
            </a:r>
            <a:endParaRPr lang="ko-KR" altLang="en-US">
              <a:cs typeface="Pretendard Medium"/>
            </a:endParaRP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5C9FF1-FB6C-3C8D-AF79-E924B373CB31}"/>
              </a:ext>
            </a:extLst>
          </p:cNvPr>
          <p:cNvSpPr txBox="1"/>
          <p:nvPr/>
        </p:nvSpPr>
        <p:spPr>
          <a:xfrm>
            <a:off x="3848664" y="5768989"/>
            <a:ext cx="1486759" cy="697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Stride (1)</a:t>
            </a:r>
            <a:b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Padding (1)</a:t>
            </a:r>
            <a:endParaRPr lang="ko-KR" dirty="0"/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4671C8-5B9B-ADC8-F33E-64F83A777882}"/>
              </a:ext>
            </a:extLst>
          </p:cNvPr>
          <p:cNvSpPr txBox="1"/>
          <p:nvPr/>
        </p:nvSpPr>
        <p:spPr>
          <a:xfrm>
            <a:off x="6816454" y="5768988"/>
            <a:ext cx="1587022" cy="697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Stride (2)</a:t>
            </a:r>
            <a:endParaRPr lang="ko-KR" dirty="0">
              <a:solidFill>
                <a:srgbClr val="2F2F2F"/>
              </a:solidFill>
              <a:latin typeface="Pretendard Light"/>
              <a:ea typeface="Pretendard Light"/>
              <a:cs typeface="Pretendard Light"/>
            </a:endParaRPr>
          </a:p>
          <a:p>
            <a:pPr>
              <a:lnSpc>
                <a:spcPct val="130000"/>
              </a:lnSpc>
              <a:defRPr/>
            </a:pP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Padding (0)</a:t>
            </a:r>
            <a:endParaRPr lang="ko-KR" dirty="0">
              <a:latin typeface="Pretendard Light"/>
              <a:ea typeface="Pretendard Light"/>
              <a:cs typeface="Pretendard Light"/>
            </a:endParaRP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1E5DF5-8527-BA42-1BF6-A28C312B40F5}"/>
              </a:ext>
            </a:extLst>
          </p:cNvPr>
          <p:cNvSpPr txBox="1"/>
          <p:nvPr/>
        </p:nvSpPr>
        <p:spPr>
          <a:xfrm>
            <a:off x="9690664" y="5755621"/>
            <a:ext cx="1780864" cy="697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Stride (2)</a:t>
            </a:r>
            <a:endParaRPr lang="ko-KR" altLang="en-US" dirty="0">
              <a:solidFill>
                <a:srgbClr val="2F2F2F"/>
              </a:solidFill>
              <a:latin typeface="Pretendard Medium"/>
              <a:ea typeface="Pretendard Medium"/>
              <a:cs typeface="Pretendard Medium"/>
            </a:endParaRPr>
          </a:p>
          <a:p>
            <a:pPr>
              <a:lnSpc>
                <a:spcPct val="130000"/>
              </a:lnSpc>
              <a:defRPr/>
            </a:pP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Padding (1)</a:t>
            </a:r>
            <a:endParaRPr lang="ko-KR" altLang="en-US" dirty="0">
              <a:cs typeface="Pretendard Medium"/>
            </a:endParaRP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59BB6D-3496-7F3D-EDCF-3E47099A3E24}"/>
              </a:ext>
            </a:extLst>
          </p:cNvPr>
          <p:cNvSpPr txBox="1"/>
          <p:nvPr/>
        </p:nvSpPr>
        <p:spPr>
          <a:xfrm>
            <a:off x="580085" y="1591357"/>
            <a:ext cx="11285811" cy="141769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적절한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크기의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padding,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stride를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설정하면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input과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feature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map의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spatial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dim이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같아짐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Ex1) padding 1, stride 1, 3x3 conv</a:t>
            </a: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Ex2) 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padding 2, stride 1, 5x5 conv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원하는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출력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size에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맞춰서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padding과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stride를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설정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가능</a:t>
            </a: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A019A7E-5A04-4A55-46AE-F3A40A51811B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49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1.2 Deep dive in CNN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왜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Input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과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Feature Map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의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Spatial Dimension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을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동일하게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유지?</a:t>
            </a:r>
            <a:endParaRPr lang="en-US" altLang="ko-KR" sz="1500" dirty="0">
              <a:solidFill>
                <a:srgbClr val="181818"/>
              </a:solidFill>
              <a:cs typeface="Pretendard Medium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59BB6D-3496-7F3D-EDCF-3E47099A3E24}"/>
              </a:ext>
            </a:extLst>
          </p:cNvPr>
          <p:cNvSpPr txBox="1"/>
          <p:nvPr/>
        </p:nvSpPr>
        <p:spPr>
          <a:xfrm>
            <a:off x="580085" y="1671568"/>
            <a:ext cx="11285811" cy="213789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ea typeface="+mn-lt"/>
                <a:cs typeface="+mn-lt"/>
              </a:rPr>
              <a:t>네트워크가 깊어지더라도 공간적인 정보가 일관되게 전달</a:t>
            </a:r>
            <a:endParaRPr lang="ko-KR" altLang="en-US" sz="12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ea typeface="+mn-lt"/>
                <a:cs typeface="+mn-lt"/>
              </a:rPr>
              <a:t>위치적 일관성(</a:t>
            </a:r>
            <a:r>
              <a:rPr lang="ko-KR" altLang="en-US" sz="1200" dirty="0" err="1">
                <a:solidFill>
                  <a:srgbClr val="181818"/>
                </a:solidFill>
                <a:ea typeface="+mn-lt"/>
                <a:cs typeface="+mn-lt"/>
              </a:rPr>
              <a:t>Position</a:t>
            </a:r>
            <a:r>
              <a:rPr lang="ko-KR" altLang="en-US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200" dirty="0" err="1">
                <a:solidFill>
                  <a:srgbClr val="181818"/>
                </a:solidFill>
                <a:ea typeface="+mn-lt"/>
                <a:cs typeface="+mn-lt"/>
              </a:rPr>
              <a:t>Consistency</a:t>
            </a:r>
            <a:r>
              <a:rPr lang="ko-KR" altLang="en-US" sz="1200" dirty="0">
                <a:solidFill>
                  <a:srgbClr val="181818"/>
                </a:solidFill>
                <a:ea typeface="+mn-lt"/>
                <a:cs typeface="+mn-lt"/>
              </a:rPr>
              <a:t>)을 유지</a:t>
            </a: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특정 영역의 픽셀들이 여러 계층을 거쳐도 자신의 상대적 위치를 잃지 않고 유지되기 때문에 위치 정보가 왜곡되지 않음</a:t>
            </a: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,Sans-Serif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ea typeface="+mn-lt"/>
                <a:cs typeface="+mn-lt"/>
              </a:rPr>
              <a:t>깊은 네트워크에서도 안정적인 학습 가능</a:t>
            </a:r>
            <a:endParaRPr lang="ko-KR" sz="1200" dirty="0">
              <a:solidFill>
                <a:srgbClr val="2F2F2F"/>
              </a:solidFill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r>
              <a:rPr lang="ko-KR" altLang="en-US" sz="1200" dirty="0">
                <a:solidFill>
                  <a:srgbClr val="181818"/>
                </a:solidFill>
                <a:ea typeface="+mn-lt"/>
                <a:cs typeface="+mn-lt"/>
              </a:rPr>
              <a:t>네트워크가 깊어지더라도 특징 </a:t>
            </a:r>
            <a:r>
              <a:rPr lang="ko-KR" altLang="en-US" sz="1200" dirty="0" err="1">
                <a:solidFill>
                  <a:srgbClr val="181818"/>
                </a:solidFill>
                <a:ea typeface="+mn-lt"/>
                <a:cs typeface="+mn-lt"/>
              </a:rPr>
              <a:t>맵의</a:t>
            </a:r>
            <a:r>
              <a:rPr lang="ko-KR" altLang="en-US" sz="1200" dirty="0">
                <a:solidFill>
                  <a:srgbClr val="181818"/>
                </a:solidFill>
                <a:ea typeface="+mn-lt"/>
                <a:cs typeface="+mn-lt"/>
              </a:rPr>
              <a:t> 크기가 급격히 줄어들지 않으면서도 정보 손실이 최소화</a:t>
            </a: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C1B07BE-707B-FC7E-9E55-479A8E70F0F0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55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AED42-306C-8F61-0870-92388E16F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E430E71-376F-9E51-5353-3E08B8357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8ED67-E881-2D22-D310-70B069173D4B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1.2 Deep dive in CNN</a:t>
            </a:r>
          </a:p>
          <a:p>
            <a:pPr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D8513C-9714-D887-C10D-B4FED23420D4}"/>
              </a:ext>
            </a:extLst>
          </p:cNvPr>
          <p:cNvSpPr txBox="1"/>
          <p:nvPr/>
        </p:nvSpPr>
        <p:spPr>
          <a:xfrm>
            <a:off x="580085" y="1591357"/>
            <a:ext cx="11285811" cy="30981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181818"/>
                </a:solidFill>
                <a:ea typeface="+mn-lt"/>
                <a:cs typeface="+mn-lt"/>
              </a:rPr>
              <a:t>공간적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181818"/>
                </a:solidFill>
                <a:ea typeface="+mn-lt"/>
                <a:cs typeface="+mn-lt"/>
              </a:rPr>
              <a:t>축소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 &amp; </a:t>
            </a:r>
            <a:r>
              <a:rPr lang="en-US" sz="1200" dirty="0" err="1">
                <a:solidFill>
                  <a:srgbClr val="181818"/>
                </a:solidFill>
                <a:ea typeface="+mn-lt"/>
                <a:cs typeface="+mn-lt"/>
              </a:rPr>
              <a:t>불변성</a:t>
            </a:r>
            <a:endParaRPr lang="en-US" altLang="ko-KR" sz="1200" dirty="0" err="1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Max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Pooling과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같은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풀링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층은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입력된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일부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영역을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대표하는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값을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추출하여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특징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맵의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크기를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축소</a:t>
            </a:r>
            <a:endParaRPr lang="ko-KR" altLang="en-US"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과정에서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중요한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특징을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유지하면서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위치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불변성을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더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강화할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수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있음</a:t>
            </a:r>
            <a:endParaRPr lang="en-US" altLang="ko-KR" sz="120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풀링을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통해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이미지는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일부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지역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정보만으로도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객체의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특징을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충분히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인식할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수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있기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때문에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객체의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위치가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변경되더라도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잘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인식할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수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있게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됨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,Sans-Serif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ea typeface="+mn-lt"/>
                <a:cs typeface="+mn-lt"/>
              </a:rPr>
              <a:t>정보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ea typeface="+mn-lt"/>
                <a:cs typeface="+mn-lt"/>
              </a:rPr>
              <a:t>요약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 &amp; </a:t>
            </a:r>
            <a:r>
              <a:rPr lang="ko-KR" altLang="en-US" sz="1200" dirty="0">
                <a:solidFill>
                  <a:srgbClr val="181818"/>
                </a:solidFill>
                <a:ea typeface="+mn-lt"/>
                <a:cs typeface="+mn-lt"/>
              </a:rPr>
              <a:t>일반화</a:t>
            </a:r>
            <a:endParaRPr lang="en-US" sz="1200" dirty="0">
              <a:solidFill>
                <a:srgbClr val="181818"/>
              </a:solidFill>
              <a:ea typeface="+mn-lt"/>
              <a:cs typeface="+mn-lt"/>
            </a:endParaRP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세부적인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정보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대신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핵심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패턴을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학습하게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하여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모델의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일반화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성능을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향상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,Sans-Serif" panose="020B0604020202020204" pitchFamily="34" charset="0"/>
              <a:buChar char="•"/>
              <a:defRPr/>
            </a:pPr>
            <a:r>
              <a:rPr lang="ko-KR" sz="1200" dirty="0">
                <a:solidFill>
                  <a:srgbClr val="181818"/>
                </a:solidFill>
                <a:ea typeface="+mn-lt"/>
                <a:cs typeface="+mn-lt"/>
              </a:rPr>
              <a:t>계층적</a:t>
            </a:r>
            <a:r>
              <a:rPr lang="ko-KR" altLang="en-US" sz="1200" dirty="0">
                <a:solidFill>
                  <a:srgbClr val="181818"/>
                </a:solidFill>
                <a:ea typeface="+mn-lt"/>
                <a:cs typeface="+mn-lt"/>
              </a:rPr>
              <a:t> 표현</a:t>
            </a:r>
            <a:r>
              <a:rPr lang="ko-KR" sz="1200" dirty="0">
                <a:solidFill>
                  <a:srgbClr val="181818"/>
                </a:solidFill>
                <a:ea typeface="+mn-lt"/>
                <a:cs typeface="+mn-lt"/>
              </a:rPr>
              <a:t> 학습</a:t>
            </a:r>
            <a:endParaRPr lang="en-US" sz="1200" dirty="0">
              <a:solidFill>
                <a:srgbClr val="2F2F2F"/>
              </a:solidFill>
              <a:latin typeface="Pretendard Medium"/>
              <a:ea typeface="Pretendard Medium"/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Medium"/>
              </a:rPr>
              <a:t>낮은 수준의 특징(모서리, 질감 등)을 점진적으로 더 높은 수준의 개념(객체, 의미적 패턴 등)</a:t>
            </a:r>
            <a:r>
              <a:rPr lang="ko-KR" alt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Medium"/>
              </a:rPr>
              <a:t>으로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Medium"/>
              </a:rPr>
              <a:t> 연결하는 과정</a:t>
            </a: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global avg pool, avg pool, max pool..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AE7664-C381-159C-5837-0FDDB7F8E454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0C72474-E0C7-B469-65B1-0E7AAF24D6F8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1A5FF16-71C9-62AD-FBB5-B541233994A2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CNN</a:t>
            </a:r>
            <a:r>
              <a:rPr lang="ko-KR" sz="1500" dirty="0">
                <a:solidFill>
                  <a:srgbClr val="181818"/>
                </a:solidFill>
                <a:ea typeface="+mn-lt"/>
                <a:cs typeface="+mn-lt"/>
              </a:rPr>
              <a:t>의 특징 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- Pooling (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어떤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정보를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버리고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어떤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정보를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유지할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것인가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)</a:t>
            </a:r>
            <a:endParaRPr lang="ko-KR" dirty="0">
              <a:cs typeface="Pretendard Medium"/>
            </a:endParaRPr>
          </a:p>
        </p:txBody>
      </p:sp>
      <p:pic>
        <p:nvPicPr>
          <p:cNvPr id="6" name="그림 5" descr="Max Pooling Layer | NumPyNet">
            <a:extLst>
              <a:ext uri="{FF2B5EF4-FFF2-40B4-BE49-F238E27FC236}">
                <a16:creationId xmlns:a16="http://schemas.microsoft.com/office/drawing/2014/main" id="{5E1E2642-475D-E039-83AD-47C40FB41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9088" y="4248984"/>
            <a:ext cx="3819355" cy="168877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3BFD945-F6E8-FFE2-8BD4-98DF06C85F3B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302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1.2 Deep dive in CNN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CNN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의 특징 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- 1x1 Convolution </a:t>
            </a:r>
            <a:endParaRPr lang="ko-KR" dirty="0">
              <a:cs typeface="Pretendard Medium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59BB6D-3496-7F3D-EDCF-3E47099A3E24}"/>
              </a:ext>
            </a:extLst>
          </p:cNvPr>
          <p:cNvSpPr txBox="1"/>
          <p:nvPr/>
        </p:nvSpPr>
        <p:spPr>
          <a:xfrm>
            <a:off x="580085" y="1577989"/>
            <a:ext cx="11285811" cy="54988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1x1 </a:t>
            </a: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conv은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 이미지의 어떤 영역을 보는 것은 아님</a:t>
            </a: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1x1 의미 자체가 한 픽셀만 본다는 것</a:t>
            </a: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채널 방향으로 줄이거나 늘리거나 할 때 사용</a:t>
            </a: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Ex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) </a:t>
            </a: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Dimension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reduction</a:t>
            </a: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256 </a:t>
            </a: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x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 256의 </a:t>
            </a: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spatial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ko-KR" altLang="en-US" sz="1200" dirty="0" err="1">
                <a:solidFill>
                  <a:srgbClr val="181818"/>
                </a:solidFill>
                <a:cs typeface="Pretendard Medium"/>
              </a:rPr>
              <a:t>dim은</a:t>
            </a:r>
            <a:r>
              <a:rPr lang="ko-KR" altLang="en-US" sz="1200" dirty="0">
                <a:solidFill>
                  <a:srgbClr val="181818"/>
                </a:solidFill>
                <a:cs typeface="Pretendard Medium"/>
              </a:rPr>
              <a:t> 유지하고 채널만 128에서 32로 줄임</a:t>
            </a: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ko-KR" sz="1200" dirty="0" err="1">
                <a:solidFill>
                  <a:srgbClr val="181818"/>
                </a:solidFill>
                <a:ea typeface="+mn-lt"/>
                <a:cs typeface="+mn-lt"/>
              </a:rPr>
              <a:t>To</a:t>
            </a:r>
            <a:r>
              <a:rPr lang="ko-KR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sz="1200" dirty="0" err="1">
                <a:solidFill>
                  <a:srgbClr val="181818"/>
                </a:solidFill>
                <a:ea typeface="+mn-lt"/>
                <a:cs typeface="+mn-lt"/>
              </a:rPr>
              <a:t>reduce</a:t>
            </a:r>
            <a:r>
              <a:rPr lang="ko-KR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sz="1200" dirty="0" err="1">
                <a:solidFill>
                  <a:srgbClr val="181818"/>
                </a:solidFill>
                <a:ea typeface="+mn-lt"/>
                <a:cs typeface="+mn-lt"/>
              </a:rPr>
              <a:t>the</a:t>
            </a:r>
            <a:r>
              <a:rPr lang="ko-KR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sz="1200" dirty="0" err="1">
                <a:solidFill>
                  <a:srgbClr val="181818"/>
                </a:solidFill>
                <a:ea typeface="+mn-lt"/>
                <a:cs typeface="+mn-lt"/>
              </a:rPr>
              <a:t>number</a:t>
            </a:r>
            <a:r>
              <a:rPr lang="ko-KR" sz="1200" dirty="0">
                <a:solidFill>
                  <a:srgbClr val="181818"/>
                </a:solidFill>
                <a:ea typeface="+mn-lt"/>
                <a:cs typeface="+mn-lt"/>
              </a:rPr>
              <a:t> of </a:t>
            </a:r>
            <a:r>
              <a:rPr lang="ko-KR" sz="1200" dirty="0" err="1">
                <a:solidFill>
                  <a:srgbClr val="181818"/>
                </a:solidFill>
                <a:ea typeface="+mn-lt"/>
                <a:cs typeface="+mn-lt"/>
              </a:rPr>
              <a:t>parameters</a:t>
            </a:r>
            <a:r>
              <a:rPr lang="ko-KR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sz="1200" dirty="0" err="1">
                <a:solidFill>
                  <a:srgbClr val="181818"/>
                </a:solidFill>
                <a:ea typeface="+mn-lt"/>
                <a:cs typeface="+mn-lt"/>
              </a:rPr>
              <a:t>while</a:t>
            </a:r>
            <a:r>
              <a:rPr lang="ko-KR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sz="1200" dirty="0" err="1">
                <a:solidFill>
                  <a:srgbClr val="181818"/>
                </a:solidFill>
                <a:ea typeface="+mn-lt"/>
                <a:cs typeface="+mn-lt"/>
              </a:rPr>
              <a:t>increasing</a:t>
            </a:r>
            <a:r>
              <a:rPr lang="ko-KR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sz="1200" dirty="0" err="1">
                <a:solidFill>
                  <a:srgbClr val="181818"/>
                </a:solidFill>
                <a:ea typeface="+mn-lt"/>
                <a:cs typeface="+mn-lt"/>
              </a:rPr>
              <a:t>the</a:t>
            </a:r>
            <a:r>
              <a:rPr lang="ko-KR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sz="1200" dirty="0" err="1">
                <a:solidFill>
                  <a:srgbClr val="181818"/>
                </a:solidFill>
                <a:ea typeface="+mn-lt"/>
                <a:cs typeface="+mn-lt"/>
              </a:rPr>
              <a:t>depth</a:t>
            </a:r>
            <a:r>
              <a:rPr lang="en-US" altLang="ko-KR" sz="1200" dirty="0">
                <a:solidFill>
                  <a:srgbClr val="181818"/>
                </a:solidFill>
                <a:ea typeface="+mn-lt"/>
                <a:cs typeface="+mn-lt"/>
              </a:rPr>
              <a:t>(layer)</a:t>
            </a:r>
            <a:endParaRPr lang="ko-KR" sz="1200" dirty="0" err="1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ko-KR" altLang="en-US" sz="1200" dirty="0" err="1">
                <a:solidFill>
                  <a:srgbClr val="181818"/>
                </a:solidFill>
                <a:ea typeface="+mn-lt"/>
                <a:cs typeface="+mn-lt"/>
              </a:rPr>
              <a:t>e.g</a:t>
            </a:r>
            <a:r>
              <a:rPr lang="ko-KR" altLang="en-US" sz="1200" dirty="0">
                <a:solidFill>
                  <a:srgbClr val="181818"/>
                </a:solidFill>
                <a:ea typeface="+mn-lt"/>
                <a:cs typeface="+mn-lt"/>
              </a:rPr>
              <a:t>., </a:t>
            </a:r>
            <a:r>
              <a:rPr lang="ko-KR" altLang="en-US" sz="1200" dirty="0" err="1">
                <a:solidFill>
                  <a:srgbClr val="181818"/>
                </a:solidFill>
                <a:ea typeface="+mn-lt"/>
                <a:cs typeface="+mn-lt"/>
              </a:rPr>
              <a:t>bottleneck</a:t>
            </a:r>
            <a:r>
              <a:rPr lang="ko-KR" altLang="en-US" sz="12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200" dirty="0" err="1">
                <a:solidFill>
                  <a:srgbClr val="181818"/>
                </a:solidFill>
                <a:ea typeface="+mn-lt"/>
                <a:cs typeface="+mn-lt"/>
              </a:rPr>
              <a:t>architecture</a:t>
            </a:r>
            <a:endParaRPr lang="ko-KR" altLang="en-US" sz="1200" dirty="0" err="1">
              <a:solidFill>
                <a:srgbClr val="181818"/>
              </a:solidFill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1x1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conv를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이용해서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NN을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깊게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쌓는데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파라미터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수를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줄이는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방법</a:t>
            </a:r>
            <a:endParaRPr lang="en-US" altLang="ko-KR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학습하고자 하는 모델의 파라미터 수가 늘어날수록 학습이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어렵고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generalization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performance가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떨어짐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→ CNN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발전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방향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: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최대한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모델을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Deep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하게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(conv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layer를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최대한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많이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)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하지만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동시에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파라미터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수를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 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줄이는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데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집중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→ </a:t>
            </a:r>
            <a:r>
              <a:rPr lang="en-US" altLang="ko-KR" sz="1200" dirty="0" err="1">
                <a:solidFill>
                  <a:srgbClr val="181818"/>
                </a:solidFill>
                <a:cs typeface="Pretendard Medium"/>
              </a:rPr>
              <a:t>여러</a:t>
            </a:r>
            <a:r>
              <a:rPr lang="en-US" altLang="ko-KR" sz="1200" dirty="0">
                <a:solidFill>
                  <a:srgbClr val="181818"/>
                </a:solidFill>
                <a:cs typeface="Pretendard Medium"/>
              </a:rPr>
              <a:t> technique</a:t>
            </a: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636905" indent="-179705">
              <a:lnSpc>
                <a:spcPct val="130000"/>
              </a:lnSpc>
              <a:buFont typeface="Courier New,monospace"/>
              <a:buChar char="o"/>
              <a:defRPr/>
            </a:pPr>
            <a:endParaRPr lang="ko-KR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</p:txBody>
      </p:sp>
      <p:pic>
        <p:nvPicPr>
          <p:cNvPr id="4" name="그림 3" descr="스크린샷, 텍스트, 도표, 디자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2B8A068A-C668-6553-40B9-F461EE03F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390" y="1226712"/>
            <a:ext cx="4413545" cy="366294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54CDA13-62FE-AAA2-9DCB-BEDC2ADF0899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44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1.2 Deep dive in CNN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B1903C-2636-F1AB-6251-2913A3D26666}"/>
              </a:ext>
            </a:extLst>
          </p:cNvPr>
          <p:cNvSpPr txBox="1"/>
          <p:nvPr/>
        </p:nvSpPr>
        <p:spPr>
          <a:xfrm>
            <a:off x="580085" y="1591357"/>
            <a:ext cx="11285811" cy="141769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I :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입력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feature map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크기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 : filter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크기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(kernel size)</a:t>
            </a: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P : Padding</a:t>
            </a: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S : Stride</a:t>
            </a: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Input의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가로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세로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길이는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동일하다고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가정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CNN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의 특징 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- conv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랑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pooling 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이후 </a:t>
            </a:r>
            <a:r>
              <a:rPr lang="ko-KR" altLang="en-US" sz="1500" dirty="0" err="1">
                <a:solidFill>
                  <a:srgbClr val="181818"/>
                </a:solidFill>
                <a:ea typeface="+mn-lt"/>
                <a:cs typeface="+mn-lt"/>
              </a:rPr>
              <a:t>output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 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feature map size 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계산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공식</a:t>
            </a:r>
            <a:endParaRPr lang="en-US" altLang="ko-KR">
              <a:cs typeface="Pretendard Medium"/>
            </a:endParaRPr>
          </a:p>
        </p:txBody>
      </p:sp>
      <p:pic>
        <p:nvPicPr>
          <p:cNvPr id="4" name="그림 3" descr="텍스트, 스크린샷, 번호, 폰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AB695F49-5723-FD14-BB49-FA7C296CE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529" y="1590524"/>
            <a:ext cx="4368514" cy="423938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B8B7712-14BB-764C-18BB-4E236BFC03F0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9320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1.2 Deep dive in CNN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B1903C-2636-F1AB-6251-2913A3D26666}"/>
              </a:ext>
            </a:extLst>
          </p:cNvPr>
          <p:cNvSpPr txBox="1"/>
          <p:nvPr/>
        </p:nvSpPr>
        <p:spPr>
          <a:xfrm>
            <a:off x="580085" y="1591357"/>
            <a:ext cx="11285811" cy="38183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Shallow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Layers</a:t>
            </a:r>
            <a:endParaRPr lang="ko-KR" alt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작은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receptive field →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픽셀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단위의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국소적인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특징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감지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모서리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텍스처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같은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기초적인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기하학적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패턴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추출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Deep Layers</a:t>
            </a: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Receptive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field가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점점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커짐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→ 더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넓은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영역에서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정보를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통합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작은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특징들을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조합하여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고차원적인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의미론적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정보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(semantic feature)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학습</a:t>
            </a:r>
            <a:endParaRPr 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개별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선이나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패턴이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아니라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사람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동물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사물의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형태와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의미를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인식</a:t>
            </a:r>
            <a:endParaRPr 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receptive</a:t>
            </a:r>
            <a:r>
              <a:rPr 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field</a:t>
            </a:r>
            <a:endParaRPr lang="ko-KR" alt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Conv filter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의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크기가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커지면서 가지는 이점은 하나의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filter가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연산될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때 고려되는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input의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크기가 커진다</a:t>
            </a: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feature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map을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얻기 위해 고려할 수 있는 입력의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spatial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dim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하나의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kernel이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볼 수 있는 이미지 레벨에서의 영역</a:t>
            </a:r>
            <a:endParaRPr lang="ko-KR" sz="1200" dirty="0" err="1">
              <a:solidFill>
                <a:srgbClr val="000000"/>
              </a:solidFill>
              <a:latin typeface="Pretendard Light"/>
              <a:ea typeface="Pretendard Light"/>
              <a:cs typeface="Pretendard Light"/>
            </a:endParaRP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endParaRPr lang="ko-KR" alt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,Sans-Serif" panose="020B0604020202020204" pitchFamily="34" charset="0"/>
              <a:buChar char="•"/>
              <a:defRPr/>
            </a:pPr>
            <a:r>
              <a:rPr 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Alexnet</a:t>
            </a:r>
            <a:r>
              <a:rPr lang="ko-KR" sz="120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→ VGG : 11x11, 7x7, 5x5 보다 </a:t>
            </a:r>
            <a:r>
              <a:rPr 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receptive</a:t>
            </a:r>
            <a:r>
              <a:rPr lang="ko-KR" sz="120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field를</a:t>
            </a:r>
            <a:r>
              <a:rPr lang="ko-KR" sz="120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늘리는 차원에서는 3x3을 여러 번 사용하는 게 좋다 </a:t>
            </a:r>
            <a:endParaRPr lang="en-US" altLang="ko-KR" sz="1200">
              <a:solidFill>
                <a:srgbClr val="2F2F2F"/>
              </a:solidFill>
              <a:latin typeface="Arial"/>
              <a:ea typeface="Pretendard Light"/>
              <a:cs typeface="Pretendard Light"/>
            </a:endParaRPr>
          </a:p>
          <a:p>
            <a:pPr marL="636905" lvl="1" indent="-179705">
              <a:lnSpc>
                <a:spcPct val="130000"/>
              </a:lnSpc>
              <a:buFont typeface="Courier New" panose="020B0604020202020204" pitchFamily="34" charset="0"/>
              <a:buChar char="o"/>
              <a:defRPr/>
            </a:pPr>
            <a:endParaRPr lang="ko-KR" alt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CNN</a:t>
            </a:r>
            <a:r>
              <a:rPr lang="ko-KR" sz="1500" dirty="0">
                <a:solidFill>
                  <a:srgbClr val="181818"/>
                </a:solidFill>
                <a:ea typeface="+mn-lt"/>
                <a:cs typeface="+mn-lt"/>
              </a:rPr>
              <a:t>의 특징 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- receptive field</a:t>
            </a:r>
            <a:endParaRPr lang="ko-KR" dirty="0">
              <a:cs typeface="Pretendard Medium"/>
            </a:endParaRPr>
          </a:p>
        </p:txBody>
      </p:sp>
      <p:pic>
        <p:nvPicPr>
          <p:cNvPr id="4" name="그림 3" descr="CNN Receptive Field | Deep Learning Animated">
            <a:extLst>
              <a:ext uri="{FF2B5EF4-FFF2-40B4-BE49-F238E27FC236}">
                <a16:creationId xmlns:a16="http://schemas.microsoft.com/office/drawing/2014/main" id="{AB39C3D2-A653-6031-1DEE-0595AC1A2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379" y="1222287"/>
            <a:ext cx="3538620" cy="267903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F24D14F-1795-ED59-AF85-F09FBBD4F368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500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1.2 Deep dive in CNN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CNN</a:t>
            </a:r>
            <a:r>
              <a:rPr lang="ko-KR" sz="1500" dirty="0">
                <a:solidFill>
                  <a:srgbClr val="181818"/>
                </a:solidFill>
                <a:ea typeface="+mn-lt"/>
                <a:cs typeface="+mn-lt"/>
              </a:rPr>
              <a:t>의 특징 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- hierarchical feature extraction</a:t>
            </a:r>
            <a:endParaRPr lang="ko-KR" dirty="0">
              <a:cs typeface="Pretendard Medium"/>
            </a:endParaRPr>
          </a:p>
        </p:txBody>
      </p:sp>
      <p:pic>
        <p:nvPicPr>
          <p:cNvPr id="10" name="그림 9" descr="텍스트, 스크린샷, 도표, 평면도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690A5E8B-DAFB-3FFC-3257-530472015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613" y="1586162"/>
            <a:ext cx="8296776" cy="473141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653092A-0112-EADA-7CA2-406000F52BEF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58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1.2 Deep dive in CNN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CNN</a:t>
            </a:r>
            <a:r>
              <a:rPr lang="ko-KR" sz="1500" dirty="0">
                <a:solidFill>
                  <a:srgbClr val="181818"/>
                </a:solidFill>
                <a:ea typeface="+mn-lt"/>
                <a:cs typeface="+mn-lt"/>
              </a:rPr>
              <a:t>의 특징 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- hierarchical feature extraction</a:t>
            </a:r>
            <a:endParaRPr lang="ko-KR" dirty="0">
              <a:cs typeface="Pretendard Medium"/>
            </a:endParaRPr>
          </a:p>
        </p:txBody>
      </p:sp>
      <p:pic>
        <p:nvPicPr>
          <p:cNvPr id="6" name="그림 5" descr="텍스트, 스크린샷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0F300FF3-90F3-0300-5E94-C0F064596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875" y="3431006"/>
            <a:ext cx="6057567" cy="2916991"/>
          </a:xfrm>
          <a:prstGeom prst="rect">
            <a:avLst/>
          </a:prstGeom>
        </p:spPr>
      </p:pic>
      <p:pic>
        <p:nvPicPr>
          <p:cNvPr id="9" name="그림 8" descr="텍스트, 스크린샷, 사람, 의류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C1B7392D-7CAD-0E27-5594-F66E8FF5F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8849" y="1489242"/>
            <a:ext cx="6966620" cy="177482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FFC4A77-9C2C-3D14-0DC4-A7AB11624488}"/>
              </a:ext>
            </a:extLst>
          </p:cNvPr>
          <p:cNvSpPr/>
          <p:nvPr/>
        </p:nvSpPr>
        <p:spPr>
          <a:xfrm>
            <a:off x="0" y="6383945"/>
            <a:ext cx="12192000" cy="47405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088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1.2 Deep dive in CNN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CNN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CNN</a:t>
            </a:r>
            <a:r>
              <a:rPr lang="ko-KR" sz="1500" dirty="0">
                <a:solidFill>
                  <a:srgbClr val="181818"/>
                </a:solidFill>
                <a:ea typeface="+mn-lt"/>
                <a:cs typeface="+mn-lt"/>
              </a:rPr>
              <a:t>의 특징 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- hierarchical feature extraction : 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무조건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layer</a:t>
            </a:r>
            <a:r>
              <a:rPr lang="ko-KR" altLang="en-US" sz="1500" dirty="0" err="1">
                <a:solidFill>
                  <a:srgbClr val="181818"/>
                </a:solidFill>
                <a:ea typeface="+mn-lt"/>
                <a:cs typeface="+mn-lt"/>
              </a:rPr>
              <a:t>를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깊게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쌓는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81818"/>
                </a:solidFill>
                <a:ea typeface="+mn-lt"/>
                <a:cs typeface="+mn-lt"/>
              </a:rPr>
              <a:t>것이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81818"/>
                </a:solidFill>
                <a:ea typeface="+mn-lt"/>
                <a:cs typeface="+mn-lt"/>
              </a:rPr>
              <a:t>좋은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게 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아니다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!</a:t>
            </a:r>
            <a:endParaRPr lang="en-US" sz="1500">
              <a:solidFill>
                <a:srgbClr val="181818"/>
              </a:solidFill>
              <a:cs typeface="Pretendard Medium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2395B2-D425-65BE-A297-44796D59F8C5}"/>
              </a:ext>
            </a:extLst>
          </p:cNvPr>
          <p:cNvSpPr txBox="1"/>
          <p:nvPr/>
        </p:nvSpPr>
        <p:spPr>
          <a:xfrm>
            <a:off x="580085" y="1591357"/>
            <a:ext cx="11285811" cy="4574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ct val="130000"/>
              </a:lnSpc>
              <a:buFont typeface="Arial"/>
              <a:buChar char="•"/>
              <a:defRPr/>
            </a:pP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실제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문제를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해결할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때 </a:t>
            </a: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해결해야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하는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문제에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따라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 </a:t>
            </a: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일부러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 </a:t>
            </a: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모델을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shallow하게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해서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선, </a:t>
            </a: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모서리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등의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low-level </a:t>
            </a: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features만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활용하는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경우도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있음</a:t>
            </a:r>
            <a:endParaRPr lang="ko-KR" altLang="en-US" err="1"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en-US" altLang="ko-KR" sz="1200" b="1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4337F9-07A5-4050-DCC1-8A1B91680FAA}"/>
              </a:ext>
            </a:extLst>
          </p:cNvPr>
          <p:cNvSpPr txBox="1"/>
          <p:nvPr/>
        </p:nvSpPr>
        <p:spPr>
          <a:xfrm>
            <a:off x="580085" y="2052567"/>
            <a:ext cx="11285811" cy="33382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28600" indent="-228600">
              <a:lnSpc>
                <a:spcPct val="130000"/>
              </a:lnSpc>
              <a:buAutoNum type="arabicPeriod"/>
              <a:defRPr/>
            </a:pP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문서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처리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(OCR,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필기체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인식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)</a:t>
            </a:r>
            <a:endParaRPr lang="ko-KR" altLang="en-US" dirty="0">
              <a:latin typeface="Pretendard Light"/>
              <a:ea typeface="Pretendard Light"/>
              <a:cs typeface="Pretendard Medium"/>
            </a:endParaRPr>
          </a:p>
          <a:p>
            <a:pPr marL="685800" lvl="1" indent="-228600">
              <a:lnSpc>
                <a:spcPct val="130000"/>
              </a:lnSpc>
              <a:buFont typeface="Courier New"/>
              <a:buChar char="o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글자는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기본적으로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선과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곡선의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조합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→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복잡한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semantic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feature보다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edge, corner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정보가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더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중요</a:t>
            </a:r>
            <a:endParaRPr lang="en-US" altLang="ko-KR" sz="120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685800" lvl="1" indent="-228600">
              <a:lnSpc>
                <a:spcPct val="130000"/>
              </a:lnSpc>
              <a:buFont typeface="Courier New"/>
              <a:buChar char="o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너무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깊은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모델을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쓰면 불필요한 변형을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학습할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수도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있음</a:t>
            </a:r>
          </a:p>
          <a:p>
            <a:pPr marL="685800" lvl="1" indent="-228600">
              <a:lnSpc>
                <a:spcPct val="130000"/>
              </a:lnSpc>
              <a:buFont typeface="Courier New"/>
              <a:buChar char="o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228600" indent="-228600">
              <a:lnSpc>
                <a:spcPct val="130000"/>
              </a:lnSpc>
              <a:buAutoNum type="arabicPeriod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Defect 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Detection (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결함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검사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)</a:t>
            </a:r>
            <a:endParaRPr lang="ko-KR" altLang="en-US" sz="1200" dirty="0">
              <a:solidFill>
                <a:srgbClr val="2F2F2F"/>
              </a:solidFill>
              <a:latin typeface="Pretendard Light"/>
              <a:ea typeface="Pretendard Light"/>
              <a:cs typeface="Pretendard Light"/>
            </a:endParaRPr>
          </a:p>
          <a:p>
            <a:pPr marL="685800" lvl="1" indent="-228600">
              <a:lnSpc>
                <a:spcPct val="130000"/>
              </a:lnSpc>
              <a:buFont typeface="Courier New"/>
              <a:buChar char="o"/>
              <a:defRPr/>
            </a:pP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기계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부품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반도체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웨이퍼,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의료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영상에서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스크래치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크랙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결함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같은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지역적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특징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탐지</a:t>
            </a:r>
            <a:endParaRPr lang="en-US" altLang="ko-KR" sz="1200" dirty="0" err="1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685800" lvl="1" indent="-228600">
              <a:lnSpc>
                <a:spcPct val="130000"/>
              </a:lnSpc>
              <a:buFont typeface="Courier New"/>
              <a:buChar char="o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결함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패턴이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특정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edge나 모양으로 나타나기 때문에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깊은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모델보다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shallow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CNN으로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처리하는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게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효과적일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때도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있음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685800" lvl="1" indent="-228600">
              <a:lnSpc>
                <a:spcPct val="130000"/>
              </a:lnSpc>
              <a:buFont typeface="Courier New"/>
              <a:buChar char="o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228600" indent="-228600">
              <a:lnSpc>
                <a:spcPct val="130000"/>
              </a:lnSpc>
              <a:buAutoNum type="arabicPeriod"/>
              <a:defRPr/>
            </a:pP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얼굴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감지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(Face Detection)</a:t>
            </a:r>
          </a:p>
          <a:p>
            <a:pPr marL="685800" lvl="1" indent="-228600">
              <a:lnSpc>
                <a:spcPct val="130000"/>
              </a:lnSpc>
              <a:buFont typeface="Courier New"/>
              <a:buChar char="o"/>
              <a:defRPr/>
            </a:pP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얼굴을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인식하는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게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아니라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얼굴이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있는지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여부만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판단할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경우</a:t>
            </a:r>
            <a:endParaRPr 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685800" lvl="1" indent="-228600">
              <a:lnSpc>
                <a:spcPct val="130000"/>
              </a:lnSpc>
              <a:buFont typeface="Courier New"/>
              <a:buChar char="o"/>
              <a:defRPr/>
            </a:pP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선, 경계, 윤곽 정보만 활용하는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Haar-like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feature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(흑백 이미지에서 밝기 차이(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contrast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)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를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이용해 특징을 추출) +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Shallow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CNN이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빠르고 가벼움 (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ex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.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Viola-Jones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Face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Detector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)</a:t>
            </a:r>
            <a:endParaRPr lang="ko-KR" altLang="en-US" sz="12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  <a:p>
            <a:pPr marL="685800" lvl="1" indent="-228600">
              <a:lnSpc>
                <a:spcPct val="130000"/>
              </a:lnSpc>
              <a:buFont typeface="Courier New"/>
              <a:buChar char="o"/>
              <a:defRPr/>
            </a:pPr>
            <a:endParaRPr 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AutoNum type="arabicPeriod"/>
              <a:defRPr/>
            </a:pPr>
            <a:endParaRPr lang="en-US" altLang="ko-KR" sz="1200" b="1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1924EE-FF0A-3CE8-6696-EA6878661300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8354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70F3254-5E4C-1471-D3D7-B0229E279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2390AD-4F62-E967-0427-DED4B31E8C53}"/>
              </a:ext>
            </a:extLst>
          </p:cNvPr>
          <p:cNvSpPr txBox="1"/>
          <p:nvPr/>
        </p:nvSpPr>
        <p:spPr>
          <a:xfrm>
            <a:off x="1250983" y="2169717"/>
            <a:ext cx="4264755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Introduction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183029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2D48A40-3E9C-C932-EE00-5B1BC271C871}"/>
              </a:ext>
            </a:extLst>
          </p:cNvPr>
          <p:cNvSpPr/>
          <p:nvPr/>
        </p:nvSpPr>
        <p:spPr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Medium"/>
              <a:ea typeface="Pretendard Medium"/>
              <a:cs typeface="+mn-cs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D85BC3A-EE72-40C3-594D-20514E03D757}"/>
              </a:ext>
            </a:extLst>
          </p:cNvPr>
          <p:cNvGrpSpPr/>
          <p:nvPr/>
        </p:nvGrpSpPr>
        <p:grpSpPr>
          <a:xfrm>
            <a:off x="5433380" y="2627477"/>
            <a:ext cx="1325240" cy="923330"/>
            <a:chOff x="4559636" y="2843932"/>
            <a:chExt cx="1325240" cy="92333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DBFAFA6-8413-061B-4866-8D48329F514D}"/>
                </a:ext>
              </a:extLst>
            </p:cNvPr>
            <p:cNvSpPr txBox="1"/>
            <p:nvPr/>
          </p:nvSpPr>
          <p:spPr>
            <a:xfrm>
              <a:off x="5618551" y="2843932"/>
              <a:ext cx="266325" cy="92333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Pretendard Medium"/>
                  <a:ea typeface="Pretendard Medium"/>
                  <a:cs typeface="+mn-cs"/>
                </a:rPr>
                <a:t>Ⅱ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retendard Medium"/>
                <a:ea typeface="Pretendard Medium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1EBC071-DB69-224A-A537-7521A7EF94DF}"/>
                </a:ext>
              </a:extLst>
            </p:cNvPr>
            <p:cNvSpPr txBox="1"/>
            <p:nvPr/>
          </p:nvSpPr>
          <p:spPr>
            <a:xfrm>
              <a:off x="4559636" y="2967042"/>
              <a:ext cx="1157194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Pretendard Medium"/>
                  <a:ea typeface="Pretendard Medium"/>
                  <a:cs typeface="Pretendard Medium"/>
                </a:rPr>
                <a:t>Chapter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81A4E21-ED3A-4946-CFEA-79D533A97314}"/>
              </a:ext>
            </a:extLst>
          </p:cNvPr>
          <p:cNvSpPr txBox="1"/>
          <p:nvPr/>
        </p:nvSpPr>
        <p:spPr>
          <a:xfrm>
            <a:off x="3399348" y="4277375"/>
            <a:ext cx="618589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Why is </a:t>
            </a:r>
            <a:r>
              <a:rPr kumimoji="0" lang="en-US" altLang="ko-KR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AlexNet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 important?</a:t>
            </a:r>
          </a:p>
        </p:txBody>
      </p:sp>
    </p:spTree>
    <p:extLst>
      <p:ext uri="{BB962C8B-B14F-4D97-AF65-F5344CB8AC3E}">
        <p14:creationId xmlns:p14="http://schemas.microsoft.com/office/powerpoint/2010/main" val="163396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2.1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Why is </a:t>
            </a:r>
            <a:r>
              <a:rPr lang="en-US" altLang="ko-KR" sz="24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AlexNet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important?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KoPubWorld돋움체 Bold" panose="000008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B1903C-2636-F1AB-6251-2913A3D26666}"/>
              </a:ext>
            </a:extLst>
          </p:cNvPr>
          <p:cNvSpPr txBox="1"/>
          <p:nvPr/>
        </p:nvSpPr>
        <p:spPr>
          <a:xfrm>
            <a:off x="580085" y="1591357"/>
            <a:ext cx="11285811" cy="11776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,Sans-Serif"/>
              <a:buChar char="•"/>
              <a:defRPr/>
            </a:pP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ImageNet Large-Scale Visual Recognition Challenge</a:t>
            </a:r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Classification / Detection / Localization / Segmentation</a:t>
            </a:r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1,000 different categories </a:t>
            </a:r>
            <a:endParaRPr lang="en-US" dirty="0">
              <a:solidFill>
                <a:srgbClr val="2F2F2F"/>
              </a:solidFill>
              <a:latin typeface="Pretendard Medium"/>
              <a:ea typeface="Pretendard Medium"/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Over 1 million images </a:t>
            </a:r>
            <a:endParaRPr lang="en-US" dirty="0">
              <a:solidFill>
                <a:srgbClr val="2F2F2F"/>
              </a:solidFill>
              <a:latin typeface="Pretendard Medium"/>
              <a:ea typeface="Pretendard Medium"/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Courier New"/>
              <a:buChar char="o"/>
              <a:defRPr/>
            </a:pP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Training set: 456,567 images</a:t>
            </a:r>
            <a:endParaRPr lang="en-US" dirty="0">
              <a:cs typeface="Pretendard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defTabSz="829544"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Why is </a:t>
            </a:r>
            <a:r>
              <a:rPr lang="en-US" sz="1100" dirty="0" err="1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AlexNet</a:t>
            </a: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 important?</a:t>
            </a:r>
          </a:p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endParaRPr lang="en-US" sz="1100" dirty="0">
              <a:latin typeface="Pretendard Light"/>
              <a:ea typeface="Pretendard Light"/>
              <a:cs typeface="Pretendard Light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ILSVRC</a:t>
            </a:r>
            <a:endParaRPr lang="ko-KR" altLang="en-US" dirty="0"/>
          </a:p>
        </p:txBody>
      </p:sp>
      <p:pic>
        <p:nvPicPr>
          <p:cNvPr id="9" name="그림 8" descr="텍스트, 콜라주, 스크린샷, 모자이크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36C594B1-7F96-92E8-E3EA-E7B06F685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822" y="1457157"/>
            <a:ext cx="5025568" cy="419768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84B95B1-A8D3-1C66-3D68-1C066D922487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655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2.1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Why is </a:t>
            </a:r>
            <a:r>
              <a:rPr lang="en-US" altLang="ko-KR" sz="24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AlexNet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important?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KoPubWorld돋움체 Bold" panose="000008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B1903C-2636-F1AB-6251-2913A3D26666}"/>
              </a:ext>
            </a:extLst>
          </p:cNvPr>
          <p:cNvSpPr txBox="1"/>
          <p:nvPr/>
        </p:nvSpPr>
        <p:spPr>
          <a:xfrm>
            <a:off x="580085" y="1591357"/>
            <a:ext cx="11285811" cy="4574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,Sans-Serif"/>
              <a:buChar char="•"/>
              <a:defRPr/>
            </a:pP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CNN은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1980년대부터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존재했지만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데이터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부족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+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하드웨어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성능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한계로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널리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쓰이지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못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했었음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.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AlexNet이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나오면서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CNN이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본격적으로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인식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분야를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혁신</a:t>
            </a:r>
            <a:endParaRPr lang="en-US" sz="1200" dirty="0">
              <a:solidFill>
                <a:srgbClr val="2F2F2F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,Sans-Serif"/>
              <a:buChar char="•"/>
              <a:defRPr/>
            </a:pPr>
            <a:endParaRPr 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defTabSz="829544">
              <a:defRPr/>
            </a:pP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Why is </a:t>
            </a:r>
            <a:r>
              <a:rPr lang="en-US" sz="1100" dirty="0" err="1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AlexNet</a:t>
            </a:r>
            <a:r>
              <a:rPr lang="en-US" sz="1100" dirty="0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 important?</a:t>
            </a:r>
          </a:p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endParaRPr lang="en-US" sz="1100" dirty="0">
              <a:latin typeface="Pretendard Light"/>
              <a:ea typeface="Pretendard Light"/>
              <a:cs typeface="Pretendard Light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CNN</a:t>
            </a:r>
            <a:r>
              <a:rPr lang="ko-KR" sz="1500" dirty="0">
                <a:solidFill>
                  <a:srgbClr val="181818"/>
                </a:solidFill>
                <a:ea typeface="+mn-lt"/>
                <a:cs typeface="+mn-lt"/>
              </a:rPr>
              <a:t>의 역사적 흐름</a:t>
            </a:r>
            <a:endParaRPr 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F9F57-64B3-7928-49B8-A28EAA7F7E08}"/>
              </a:ext>
            </a:extLst>
          </p:cNvPr>
          <p:cNvSpPr txBox="1"/>
          <p:nvPr/>
        </p:nvSpPr>
        <p:spPr>
          <a:xfrm>
            <a:off x="573400" y="2406831"/>
            <a:ext cx="11285811" cy="4574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2012년 ILSVRC (ImageNet Large Scale Visual Recognition Challenge)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에서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기존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SVM, Random Forest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기반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전통적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머신러닝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모델들을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크게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압도</a:t>
            </a:r>
            <a:endParaRPr lang="en-US" altLang="ko-KR" sz="120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latin typeface="Pretendard Light"/>
                <a:ea typeface="Pretendard Light"/>
                <a:cs typeface="Pretendard Light"/>
              </a:rPr>
              <a:t>이후</a:t>
            </a:r>
            <a:r>
              <a:rPr lang="en-US" altLang="ko-KR" sz="1200" dirty="0">
                <a:latin typeface="Pretendard Light"/>
                <a:ea typeface="Pretendard Light"/>
                <a:cs typeface="Pretendard Light"/>
              </a:rPr>
              <a:t> VGG, </a:t>
            </a:r>
            <a:r>
              <a:rPr lang="en-US" altLang="ko-KR" sz="1200" dirty="0" err="1">
                <a:latin typeface="Pretendard Light"/>
                <a:ea typeface="Pretendard Light"/>
                <a:cs typeface="Pretendard Light"/>
              </a:rPr>
              <a:t>GoogLeNet</a:t>
            </a:r>
            <a:r>
              <a:rPr lang="en-US" altLang="ko-KR" sz="1200" dirty="0">
                <a:latin typeface="Pretendard Light"/>
                <a:ea typeface="Pretendard Light"/>
                <a:cs typeface="Pretendard Light"/>
              </a:rPr>
              <a:t>, ResNet 등 더 </a:t>
            </a:r>
            <a:r>
              <a:rPr lang="en-US" altLang="ko-KR" sz="1200" dirty="0" err="1">
                <a:latin typeface="Pretendard Light"/>
                <a:ea typeface="Pretendard Light"/>
                <a:cs typeface="Pretendard Light"/>
              </a:rPr>
              <a:t>깊은</a:t>
            </a:r>
            <a:r>
              <a:rPr lang="en-US" altLang="ko-KR" sz="1200" dirty="0">
                <a:latin typeface="Pretendard Light"/>
                <a:ea typeface="Pretendard Light"/>
                <a:cs typeface="Pretendard Light"/>
              </a:rPr>
              <a:t> CNN </a:t>
            </a:r>
            <a:r>
              <a:rPr lang="en-US" altLang="ko-KR" sz="1200" dirty="0" err="1">
                <a:latin typeface="Pretendard Light"/>
                <a:ea typeface="Pretendard Light"/>
                <a:cs typeface="Pretendard Light"/>
              </a:rPr>
              <a:t>모델들이</a:t>
            </a:r>
            <a:r>
              <a:rPr lang="en-US" altLang="ko-KR" sz="1200" dirty="0"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latin typeface="Pretendard Light"/>
                <a:ea typeface="Pretendard Light"/>
                <a:cs typeface="Pretendard Light"/>
              </a:rPr>
              <a:t>등장하는</a:t>
            </a:r>
            <a:r>
              <a:rPr lang="en-US" altLang="ko-KR" sz="1200" dirty="0"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latin typeface="Pretendard Light"/>
                <a:ea typeface="Pretendard Light"/>
                <a:cs typeface="Pretendard Light"/>
              </a:rPr>
              <a:t>계기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2C3DD-ACA2-1961-E9FA-54634304A633}"/>
              </a:ext>
            </a:extLst>
          </p:cNvPr>
          <p:cNvCxnSpPr>
            <a:cxnSpLocks/>
          </p:cNvCxnSpPr>
          <p:nvPr/>
        </p:nvCxnSpPr>
        <p:spPr>
          <a:xfrm>
            <a:off x="440053" y="2048158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D6068DC-F197-2B38-AFA7-5796B0033A39}"/>
              </a:ext>
            </a:extLst>
          </p:cNvPr>
          <p:cNvSpPr txBox="1"/>
          <p:nvPr/>
        </p:nvSpPr>
        <p:spPr>
          <a:xfrm>
            <a:off x="573400" y="2039427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ko-KR" sz="1500" dirty="0" err="1">
                <a:solidFill>
                  <a:srgbClr val="181818"/>
                </a:solidFill>
                <a:ea typeface="+mn-lt"/>
                <a:cs typeface="+mn-lt"/>
              </a:rPr>
              <a:t>딥러닝의</a:t>
            </a:r>
            <a:r>
              <a:rPr lang="ko-KR" sz="1500" dirty="0">
                <a:solidFill>
                  <a:srgbClr val="181818"/>
                </a:solidFill>
                <a:ea typeface="+mn-lt"/>
                <a:cs typeface="+mn-lt"/>
              </a:rPr>
              <a:t> 부활 </a:t>
            </a: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&amp;</a:t>
            </a:r>
            <a:r>
              <a:rPr lang="ko-KR" sz="1500" dirty="0">
                <a:solidFill>
                  <a:srgbClr val="181818"/>
                </a:solidFill>
                <a:ea typeface="+mn-lt"/>
                <a:cs typeface="+mn-lt"/>
              </a:rPr>
              <a:t> 기존 </a:t>
            </a:r>
            <a:r>
              <a:rPr lang="ko-KR" sz="1500" dirty="0" err="1">
                <a:solidFill>
                  <a:srgbClr val="181818"/>
                </a:solidFill>
                <a:ea typeface="+mn-lt"/>
                <a:cs typeface="+mn-lt"/>
              </a:rPr>
              <a:t>머신러닝</a:t>
            </a:r>
            <a:r>
              <a:rPr lang="ko-KR" sz="1500" dirty="0">
                <a:solidFill>
                  <a:srgbClr val="181818"/>
                </a:solidFill>
                <a:ea typeface="+mn-lt"/>
                <a:cs typeface="+mn-lt"/>
              </a:rPr>
              <a:t> 방식과의 차이</a:t>
            </a:r>
            <a:endParaRPr lang="ko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EDEE97-E787-65BB-F744-DB5C4D551424}"/>
              </a:ext>
            </a:extLst>
          </p:cNvPr>
          <p:cNvSpPr txBox="1"/>
          <p:nvPr/>
        </p:nvSpPr>
        <p:spPr>
          <a:xfrm>
            <a:off x="580084" y="3516409"/>
            <a:ext cx="11285811" cy="4574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AlexNet은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CNN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연산을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가속하기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위해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GPU (NVIDIA GTX 580)를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적극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활용한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최초의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모델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latin typeface="Pretendard Light"/>
                <a:ea typeface="Pretendard Light"/>
                <a:cs typeface="Pretendard Light"/>
              </a:rPr>
              <a:t>이후</a:t>
            </a:r>
            <a:r>
              <a:rPr lang="en-US" altLang="ko-KR" sz="1200" dirty="0">
                <a:latin typeface="Pretendard Light"/>
                <a:ea typeface="Pretendard Light"/>
                <a:cs typeface="Pretendard Light"/>
              </a:rPr>
              <a:t> GPU </a:t>
            </a:r>
            <a:r>
              <a:rPr lang="en-US" altLang="ko-KR" sz="1200" dirty="0" err="1">
                <a:latin typeface="Pretendard Light"/>
                <a:ea typeface="Pretendard Light"/>
                <a:cs typeface="Pretendard Light"/>
              </a:rPr>
              <a:t>최적화</a:t>
            </a:r>
            <a:r>
              <a:rPr lang="en-US" altLang="ko-KR" sz="1200" dirty="0">
                <a:latin typeface="Pretendard Light"/>
                <a:ea typeface="Pretendard Light"/>
                <a:cs typeface="Pretendard Light"/>
              </a:rPr>
              <a:t> 연구가 </a:t>
            </a:r>
            <a:r>
              <a:rPr lang="en-US" altLang="ko-KR" sz="1200" dirty="0" err="1">
                <a:latin typeface="Pretendard Light"/>
                <a:ea typeface="Pretendard Light"/>
                <a:cs typeface="Pretendard Light"/>
              </a:rPr>
              <a:t>본격적으로</a:t>
            </a:r>
            <a:r>
              <a:rPr lang="en-US" altLang="ko-KR" sz="1200" dirty="0"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latin typeface="Pretendard Light"/>
                <a:ea typeface="Pretendard Light"/>
                <a:cs typeface="Pretendard Light"/>
              </a:rPr>
              <a:t>진행되면서</a:t>
            </a:r>
            <a:r>
              <a:rPr lang="en-US" altLang="ko-KR" sz="1200" dirty="0"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latin typeface="Pretendard Light"/>
                <a:ea typeface="Pretendard Light"/>
                <a:cs typeface="Pretendard Light"/>
              </a:rPr>
              <a:t>딥러닝</a:t>
            </a:r>
            <a:r>
              <a:rPr lang="en-US" altLang="ko-KR" sz="1200" dirty="0"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latin typeface="Pretendard Light"/>
                <a:ea typeface="Pretendard Light"/>
                <a:cs typeface="Pretendard Light"/>
              </a:rPr>
              <a:t>프레임워크</a:t>
            </a:r>
            <a:r>
              <a:rPr lang="en-US" altLang="ko-KR" sz="1200" dirty="0">
                <a:latin typeface="Pretendard Light"/>
                <a:ea typeface="Pretendard Light"/>
                <a:cs typeface="Pretendard Light"/>
              </a:rPr>
              <a:t>(TensorFlow, </a:t>
            </a:r>
            <a:r>
              <a:rPr lang="en-US" altLang="ko-KR" sz="1200" dirty="0" err="1">
                <a:latin typeface="Pretendard Light"/>
                <a:ea typeface="Pretendard Light"/>
                <a:cs typeface="Pretendard Light"/>
              </a:rPr>
              <a:t>PyTorch</a:t>
            </a:r>
            <a:r>
              <a:rPr lang="en-US" altLang="ko-KR" sz="1200" dirty="0">
                <a:latin typeface="Pretendard Light"/>
                <a:ea typeface="Pretendard Light"/>
                <a:cs typeface="Pretendard Light"/>
              </a:rPr>
              <a:t>) </a:t>
            </a:r>
            <a:r>
              <a:rPr lang="en-US" altLang="ko-KR" sz="1200" dirty="0" err="1">
                <a:latin typeface="Pretendard Light"/>
                <a:ea typeface="Pretendard Light"/>
                <a:cs typeface="Pretendard Light"/>
              </a:rPr>
              <a:t>발전의</a:t>
            </a:r>
            <a:r>
              <a:rPr lang="en-US" altLang="ko-KR" sz="1200" dirty="0"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latin typeface="Pretendard Light"/>
                <a:ea typeface="Pretendard Light"/>
                <a:cs typeface="Pretendard Light"/>
              </a:rPr>
              <a:t>계기가</a:t>
            </a:r>
            <a:r>
              <a:rPr lang="en-US" altLang="ko-KR" sz="1200" dirty="0">
                <a:latin typeface="Pretendard Light"/>
                <a:ea typeface="Pretendard Light"/>
                <a:cs typeface="Pretendard Light"/>
              </a:rPr>
              <a:t> 됨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2E96C63-AEFE-9F63-F9A3-AF0E8559F2D6}"/>
              </a:ext>
            </a:extLst>
          </p:cNvPr>
          <p:cNvCxnSpPr>
            <a:cxnSpLocks/>
          </p:cNvCxnSpPr>
          <p:nvPr/>
        </p:nvCxnSpPr>
        <p:spPr>
          <a:xfrm>
            <a:off x="446737" y="3157736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A109952-150C-7CF0-2EE2-7A9A5DF84B20}"/>
              </a:ext>
            </a:extLst>
          </p:cNvPr>
          <p:cNvSpPr txBox="1"/>
          <p:nvPr/>
        </p:nvSpPr>
        <p:spPr>
          <a:xfrm>
            <a:off x="580084" y="3149005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ko-KR" sz="1500">
                <a:solidFill>
                  <a:srgbClr val="181818"/>
                </a:solidFill>
                <a:ea typeface="+mn-lt"/>
                <a:cs typeface="+mn-lt"/>
              </a:rPr>
              <a:t>하드웨어 </a:t>
            </a:r>
            <a:r>
              <a:rPr lang="en-US" altLang="ko-KR" sz="1500">
                <a:solidFill>
                  <a:srgbClr val="181818"/>
                </a:solidFill>
                <a:ea typeface="+mn-lt"/>
                <a:cs typeface="+mn-lt"/>
              </a:rPr>
              <a:t>(GPU)</a:t>
            </a:r>
            <a:r>
              <a:rPr lang="ko-KR" sz="1500">
                <a:solidFill>
                  <a:srgbClr val="181818"/>
                </a:solidFill>
                <a:ea typeface="+mn-lt"/>
                <a:cs typeface="+mn-lt"/>
              </a:rPr>
              <a:t> 활용 본격화</a:t>
            </a:r>
            <a:endParaRPr lang="ko-K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79AAA9-4495-E635-44B4-BE95AED09651}"/>
              </a:ext>
            </a:extLst>
          </p:cNvPr>
          <p:cNvSpPr txBox="1"/>
          <p:nvPr/>
        </p:nvSpPr>
        <p:spPr>
          <a:xfrm>
            <a:off x="573400" y="4599250"/>
            <a:ext cx="11285811" cy="697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AlexNet이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도입한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핵심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기술들은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CNN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발전의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초석이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됨</a:t>
            </a:r>
            <a:endParaRPr lang="ko-KR" altLang="en-US" dirty="0">
              <a:solidFill>
                <a:srgbClr val="2F2F2F"/>
              </a:solidFill>
              <a:latin typeface="Pretendard Medium"/>
              <a:ea typeface="Pretendard Medium"/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ReLU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Dropout, Overlapping Max Pooling, Data Augmentation</a:t>
            </a: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 err="1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CFA4CDA-C4B1-C6CE-233B-6F56843A2AF2}"/>
              </a:ext>
            </a:extLst>
          </p:cNvPr>
          <p:cNvCxnSpPr>
            <a:cxnSpLocks/>
          </p:cNvCxnSpPr>
          <p:nvPr/>
        </p:nvCxnSpPr>
        <p:spPr>
          <a:xfrm>
            <a:off x="440053" y="4240577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0109596-2466-DEA8-89B9-7BDDF5893024}"/>
              </a:ext>
            </a:extLst>
          </p:cNvPr>
          <p:cNvSpPr txBox="1"/>
          <p:nvPr/>
        </p:nvSpPr>
        <p:spPr>
          <a:xfrm>
            <a:off x="573400" y="4231846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1500" dirty="0">
                <a:solidFill>
                  <a:srgbClr val="181818"/>
                </a:solidFill>
                <a:cs typeface="Pretendard Medium"/>
              </a:rPr>
              <a:t>Key ideas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04AC8A-4EB2-FB5E-54F2-78BA0960F889}"/>
              </a:ext>
            </a:extLst>
          </p:cNvPr>
          <p:cNvSpPr txBox="1"/>
          <p:nvPr/>
        </p:nvSpPr>
        <p:spPr>
          <a:xfrm>
            <a:off x="566715" y="5682092"/>
            <a:ext cx="11285811" cy="697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,Sans-Serif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AlexNet은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단순히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성능이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좋은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모델이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아니라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딥러닝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시대를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연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역사적인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모델</a:t>
            </a:r>
            <a:endParaRPr lang="en-US" sz="1200" dirty="0" err="1">
              <a:solidFill>
                <a:srgbClr val="2F2F2F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,Sans-Serif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이전에는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CNN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제한적으로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사용되었지만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AlexNet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이후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딥러닝이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인식의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표준이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되었음</a:t>
            </a:r>
            <a:endParaRPr 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8165E22-6C15-A66B-67A1-00ABB3B435E2}"/>
              </a:ext>
            </a:extLst>
          </p:cNvPr>
          <p:cNvCxnSpPr>
            <a:cxnSpLocks/>
          </p:cNvCxnSpPr>
          <p:nvPr/>
        </p:nvCxnSpPr>
        <p:spPr>
          <a:xfrm>
            <a:off x="433368" y="5323419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5D9F193-61EC-BDD1-BA3A-56F1288DA95B}"/>
              </a:ext>
            </a:extLst>
          </p:cNvPr>
          <p:cNvSpPr txBox="1"/>
          <p:nvPr/>
        </p:nvSpPr>
        <p:spPr>
          <a:xfrm>
            <a:off x="566715" y="5314688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ko-KR" sz="1500" dirty="0">
                <a:solidFill>
                  <a:srgbClr val="181818"/>
                </a:solidFill>
                <a:ea typeface="+mn-lt"/>
                <a:cs typeface="+mn-lt"/>
              </a:rPr>
              <a:t>결론</a:t>
            </a:r>
            <a:r>
              <a:rPr lang="en-US" altLang="ko-KR" sz="1500" dirty="0">
                <a:solidFill>
                  <a:srgbClr val="181818"/>
                </a:solidFill>
                <a:ea typeface="+mn-lt"/>
                <a:cs typeface="+mn-lt"/>
              </a:rPr>
              <a:t>:</a:t>
            </a:r>
            <a:r>
              <a:rPr lang="ko-KR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altLang="ko-KR" sz="1500" dirty="0" err="1">
                <a:solidFill>
                  <a:srgbClr val="181818"/>
                </a:solidFill>
                <a:ea typeface="+mn-lt"/>
                <a:cs typeface="+mn-lt"/>
              </a:rPr>
              <a:t>AlexNet</a:t>
            </a:r>
            <a:r>
              <a:rPr lang="ko-KR" sz="1500" dirty="0" err="1">
                <a:solidFill>
                  <a:srgbClr val="181818"/>
                </a:solidFill>
                <a:ea typeface="+mn-lt"/>
                <a:cs typeface="+mn-lt"/>
              </a:rPr>
              <a:t>이</a:t>
            </a:r>
            <a:r>
              <a:rPr lang="ko-KR" sz="1500">
                <a:solidFill>
                  <a:srgbClr val="181818"/>
                </a:solidFill>
                <a:ea typeface="+mn-lt"/>
                <a:cs typeface="+mn-lt"/>
              </a:rPr>
              <a:t> 없었으면 지금의 딥러닝도 없었다</a:t>
            </a:r>
            <a:endParaRPr lang="ko-KR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EAF1E3-D305-DE23-A136-4C5138C2B4EB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401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5E659A4-89D2-5F9B-550D-300F3C38E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20B669-5D11-E38A-0B72-68B11D2EE07B}"/>
              </a:ext>
            </a:extLst>
          </p:cNvPr>
          <p:cNvSpPr txBox="1"/>
          <p:nvPr/>
        </p:nvSpPr>
        <p:spPr>
          <a:xfrm>
            <a:off x="1250983" y="2169717"/>
            <a:ext cx="4264755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Introduction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183029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27505D-0007-9466-649D-6B5A35444F48}"/>
              </a:ext>
            </a:extLst>
          </p:cNvPr>
          <p:cNvSpPr/>
          <p:nvPr/>
        </p:nvSpPr>
        <p:spPr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Medium"/>
              <a:ea typeface="Pretendard Medium"/>
              <a:cs typeface="+mn-cs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BF273AA-9412-829F-8D0E-04424B578DDD}"/>
              </a:ext>
            </a:extLst>
          </p:cNvPr>
          <p:cNvGrpSpPr/>
          <p:nvPr/>
        </p:nvGrpSpPr>
        <p:grpSpPr>
          <a:xfrm>
            <a:off x="5433380" y="2627477"/>
            <a:ext cx="1325240" cy="923330"/>
            <a:chOff x="4559636" y="2843932"/>
            <a:chExt cx="1325240" cy="92333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0C29112-9129-0FC8-457D-FA5BB929390D}"/>
                </a:ext>
              </a:extLst>
            </p:cNvPr>
            <p:cNvSpPr txBox="1"/>
            <p:nvPr/>
          </p:nvSpPr>
          <p:spPr>
            <a:xfrm>
              <a:off x="5618551" y="2843932"/>
              <a:ext cx="266325" cy="92333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183029"/>
                  </a:solidFill>
                  <a:effectLst/>
                  <a:uLnTx/>
                  <a:uFillTx/>
                  <a:latin typeface="Pretendard Medium"/>
                  <a:ea typeface="Pretendard Medium"/>
                  <a:cs typeface="Pretendard Light" panose="02000403000000020004" pitchFamily="50" charset="-127"/>
                </a:rPr>
                <a:t>Ⅲ</a:t>
              </a:r>
              <a:endPara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retendard Medium"/>
                <a:ea typeface="Pretendard Medium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retendard Medium"/>
                <a:ea typeface="Pretendard Medium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F619D2B-90E0-685A-485D-803DE9390746}"/>
                </a:ext>
              </a:extLst>
            </p:cNvPr>
            <p:cNvSpPr txBox="1"/>
            <p:nvPr/>
          </p:nvSpPr>
          <p:spPr>
            <a:xfrm>
              <a:off x="4559636" y="2967042"/>
              <a:ext cx="1157194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Pretendard Medium"/>
                  <a:ea typeface="Pretendard Medium"/>
                  <a:cs typeface="Pretendard Medium"/>
                </a:rPr>
                <a:t>Chapter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4F575F9-A510-FDF1-E01B-409B535E22DD}"/>
              </a:ext>
            </a:extLst>
          </p:cNvPr>
          <p:cNvSpPr txBox="1"/>
          <p:nvPr/>
        </p:nvSpPr>
        <p:spPr>
          <a:xfrm>
            <a:off x="3840910" y="4306871"/>
            <a:ext cx="5195932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AlexNet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 - Architecture</a:t>
            </a:r>
          </a:p>
        </p:txBody>
      </p:sp>
    </p:spTree>
    <p:extLst>
      <p:ext uri="{BB962C8B-B14F-4D97-AF65-F5344CB8AC3E}">
        <p14:creationId xmlns:p14="http://schemas.microsoft.com/office/powerpoint/2010/main" val="1492384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3.1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AlexNet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구조</a:t>
            </a:r>
            <a:endParaRPr lang="en-US" altLang="ko-KR" sz="24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  <a:p>
            <a:pPr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KoPubWorld돋움체 Bold" panose="000008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B1903C-2636-F1AB-6251-2913A3D26666}"/>
              </a:ext>
            </a:extLst>
          </p:cNvPr>
          <p:cNvSpPr txBox="1"/>
          <p:nvPr/>
        </p:nvSpPr>
        <p:spPr>
          <a:xfrm>
            <a:off x="580085" y="1591357"/>
            <a:ext cx="11285811" cy="165776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b="1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네트워크가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2개의 </a:t>
            </a:r>
            <a:r>
              <a:rPr lang="en-US" altLang="ko-KR" sz="1200" b="1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path로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b="1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갈라짐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→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당시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사용하던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gpu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메모리가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크지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않아서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파라미터가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한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번에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네트워크가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들어가지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않기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때문에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2개의 </a:t>
            </a:r>
            <a:r>
              <a:rPr lang="en-US" altLang="ko-KR" sz="1200" b="1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gpu로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b="1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나눠서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training</a:t>
            </a: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Input에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11x11 </a:t>
            </a: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filter를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b="1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사용함</a:t>
            </a:r>
            <a:r>
              <a:rPr lang="en-US" altLang="ko-KR" sz="1200" b="1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→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파라미터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수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관점에서는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11x11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좋은 선택이 아님, </a:t>
            </a:r>
            <a:r>
              <a:rPr lang="ko-KR" alt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receptive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field는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커지지만 상대적으로 더 많은 파라미터 필요 </a:t>
            </a: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총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depth는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8 (8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layers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) 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+mn-lt"/>
                <a:cs typeface="Pretendard Light"/>
              </a:rPr>
              <a:t>→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+mn-lt"/>
                <a:cs typeface="Pretendard Light"/>
              </a:rPr>
              <a:t>요즘의 모델과 비교하면 많이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+mn-lt"/>
                <a:cs typeface="Pretendard Light"/>
              </a:rPr>
              <a:t>shallow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+mn-lt"/>
                <a:cs typeface="Pretendard Light"/>
              </a:rPr>
              <a:t> 하지만 당시 2012에는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+mn-lt"/>
                <a:cs typeface="Pretendard Light"/>
              </a:rPr>
              <a:t>deep한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+mn-lt"/>
                <a:cs typeface="Pretendard Light"/>
              </a:rPr>
              <a:t> 네트워크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+mn-l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+mn-lt"/>
                <a:cs typeface="Pretendard Light"/>
              </a:rPr>
              <a:t>1000개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+mn-lt"/>
                <a:cs typeface="Pretendard Light"/>
              </a:rPr>
              <a:t>카테고리의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+mn-l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+mn-lt"/>
                <a:cs typeface="Pretendard Light"/>
              </a:rPr>
              <a:t>데이터셋을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+mn-l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+mn-lt"/>
                <a:cs typeface="Pretendard Light"/>
              </a:rPr>
              <a:t>활용했기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+mn-l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+mn-lt"/>
                <a:cs typeface="Pretendard Light"/>
              </a:rPr>
              <a:t>때문에</a:t>
            </a:r>
            <a:r>
              <a:rPr lang="en-US" altLang="ko-KR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마지막 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1000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개 노드 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+mn-l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원래 논문에서는 입력 이미지 크기가 224×224×3으로 되어있지만, 실제 코드 구현에서는 </a:t>
            </a:r>
            <a:r>
              <a:rPr lang="ko-KR" alt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padding을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적용하여 입력 크기를 227×227×3으로 변경</a:t>
            </a: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>
              <a:solidFill>
                <a:srgbClr val="181818"/>
              </a:solidFill>
              <a:latin typeface="Pretendard Medium"/>
              <a:ea typeface="Pretendard Medium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 err="1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AlexNet</a:t>
            </a:r>
            <a:endParaRPr lang="ko-KR" dirty="0" err="1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 err="1">
                <a:solidFill>
                  <a:srgbClr val="181818"/>
                </a:solidFill>
                <a:ea typeface="+mn-lt"/>
                <a:cs typeface="+mn-lt"/>
              </a:rPr>
              <a:t>AlexNet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81818"/>
                </a:solidFill>
                <a:ea typeface="+mn-lt"/>
                <a:cs typeface="+mn-lt"/>
              </a:rPr>
              <a:t>구조</a:t>
            </a:r>
          </a:p>
          <a:p>
            <a:pPr>
              <a:defRPr/>
            </a:pPr>
            <a:endParaRPr lang="en-US" sz="1500" dirty="0">
              <a:solidFill>
                <a:srgbClr val="181818"/>
              </a:solidFill>
              <a:cs typeface="Pretendard Medium"/>
            </a:endParaRPr>
          </a:p>
        </p:txBody>
      </p:sp>
      <p:pic>
        <p:nvPicPr>
          <p:cNvPr id="10" name="그림 9" descr="도표, 텍스트, 평면도, 기술 도면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B08DAB6E-166C-B16B-D981-7D326671FA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71" t="3099" r="4469" b="64184"/>
          <a:stretch/>
        </p:blipFill>
        <p:spPr>
          <a:xfrm>
            <a:off x="2926639" y="2938397"/>
            <a:ext cx="6347127" cy="334290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AC5B2FA-EBF0-CCF7-A19C-3C71954F57F3}"/>
              </a:ext>
            </a:extLst>
          </p:cNvPr>
          <p:cNvSpPr/>
          <p:nvPr/>
        </p:nvSpPr>
        <p:spPr>
          <a:xfrm>
            <a:off x="0" y="6346216"/>
            <a:ext cx="12192000" cy="51178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906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3.1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AlexNet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구조</a:t>
            </a:r>
            <a:endParaRPr lang="en-US" altLang="ko-KR" sz="24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  <a:p>
            <a:pPr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KoPubWorld돋움체 Bold" panose="000008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B1903C-2636-F1AB-6251-2913A3D26666}"/>
              </a:ext>
            </a:extLst>
          </p:cNvPr>
          <p:cNvSpPr txBox="1"/>
          <p:nvPr/>
        </p:nvSpPr>
        <p:spPr>
          <a:xfrm>
            <a:off x="580085" y="1591357"/>
            <a:ext cx="11285811" cy="697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입력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크기는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227x227x3(RGB)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입니다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.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원본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크기가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다르면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256×256로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리사이징한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후 227×227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영역을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잘라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(crop)냄</a:t>
            </a: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>
              <a:solidFill>
                <a:srgbClr val="181818"/>
              </a:solidFill>
              <a:latin typeface="Pretendard Medium"/>
              <a:ea typeface="Pretendard Medium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 err="1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AlexNet</a:t>
            </a:r>
            <a:endParaRPr lang="ko-KR" dirty="0" err="1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 err="1">
                <a:solidFill>
                  <a:srgbClr val="181818"/>
                </a:solidFill>
                <a:ea typeface="+mn-lt"/>
                <a:cs typeface="+mn-lt"/>
              </a:rPr>
              <a:t>AlexNet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81818"/>
                </a:solidFill>
                <a:ea typeface="+mn-lt"/>
                <a:cs typeface="+mn-lt"/>
              </a:rPr>
              <a:t>구조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- 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입력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이미지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500" dirty="0" err="1">
                <a:solidFill>
                  <a:srgbClr val="181818"/>
                </a:solidFill>
                <a:ea typeface="+mn-lt"/>
                <a:cs typeface="+mn-lt"/>
              </a:rPr>
              <a:t>전처리</a:t>
            </a:r>
            <a:endParaRPr lang="en-US" sz="1500" dirty="0" err="1">
              <a:solidFill>
                <a:srgbClr val="181818"/>
              </a:solidFill>
              <a:ea typeface="+mn-lt"/>
              <a:cs typeface="+mn-lt"/>
            </a:endParaRPr>
          </a:p>
          <a:p>
            <a:pPr>
              <a:defRPr/>
            </a:pPr>
            <a:endParaRPr lang="en-US" sz="1500" dirty="0">
              <a:solidFill>
                <a:srgbClr val="181818"/>
              </a:solidFill>
              <a:cs typeface="Pretendard Medium"/>
            </a:endParaRPr>
          </a:p>
        </p:txBody>
      </p:sp>
      <p:pic>
        <p:nvPicPr>
          <p:cNvPr id="6" name="그림 5" descr="고양이, 포유류, 중소형 고양이, 고양잇과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B5545679-66D5-D158-8B96-1708370CB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585" y="2776203"/>
            <a:ext cx="6552197" cy="272264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BAFEDD3-C6CF-E09C-C236-C34E391540CC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06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3.1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AlexNet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구조</a:t>
            </a:r>
            <a:endParaRPr lang="en-US" altLang="ko-KR" sz="24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  <a:p>
            <a:pPr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KoPubWorld돋움체 Bold" panose="000008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B1903C-2636-F1AB-6251-2913A3D26666}"/>
              </a:ext>
            </a:extLst>
          </p:cNvPr>
          <p:cNvSpPr txBox="1"/>
          <p:nvPr/>
        </p:nvSpPr>
        <p:spPr>
          <a:xfrm>
            <a:off x="580085" y="1591357"/>
            <a:ext cx="11285811" cy="697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입력부터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완전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연결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계층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이전까지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동일한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모델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구조를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두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가지로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병렬하여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빌드</a:t>
            </a:r>
            <a:endParaRPr lang="ko-KR" dirty="0" err="1"/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>
              <a:solidFill>
                <a:srgbClr val="181818"/>
              </a:solidFill>
              <a:latin typeface="Pretendard Medium"/>
              <a:ea typeface="Pretendard Medium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 err="1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AlexNet</a:t>
            </a:r>
            <a:endParaRPr lang="ko-KR" dirty="0" err="1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 err="1">
                <a:solidFill>
                  <a:srgbClr val="181818"/>
                </a:solidFill>
                <a:ea typeface="+mn-lt"/>
                <a:cs typeface="+mn-lt"/>
              </a:rPr>
              <a:t>AlexNet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81818"/>
                </a:solidFill>
                <a:ea typeface="+mn-lt"/>
                <a:cs typeface="+mn-lt"/>
              </a:rPr>
              <a:t>구조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- 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입력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이미지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500" dirty="0" err="1">
                <a:solidFill>
                  <a:srgbClr val="181818"/>
                </a:solidFill>
                <a:ea typeface="+mn-lt"/>
                <a:cs typeface="+mn-lt"/>
              </a:rPr>
              <a:t>전처리</a:t>
            </a:r>
            <a:endParaRPr lang="en-US" sz="1500" dirty="0" err="1">
              <a:solidFill>
                <a:srgbClr val="181818"/>
              </a:solidFill>
              <a:ea typeface="+mn-lt"/>
              <a:cs typeface="+mn-lt"/>
            </a:endParaRPr>
          </a:p>
          <a:p>
            <a:pPr>
              <a:defRPr/>
            </a:pPr>
            <a:endParaRPr lang="en-US" sz="1500" dirty="0">
              <a:solidFill>
                <a:srgbClr val="181818"/>
              </a:solidFill>
              <a:cs typeface="Pretendard Medium"/>
            </a:endParaRPr>
          </a:p>
        </p:txBody>
      </p:sp>
      <p:pic>
        <p:nvPicPr>
          <p:cNvPr id="4" name="그림 3" descr="텍스트, 스크린샷, 도표, 디자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F05B31AF-B05D-8F60-95D3-AD33D80C8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36" y="1942264"/>
            <a:ext cx="7348620" cy="409641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7741200-58E6-4A0C-2472-362421D72EA6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902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800E-90A9-1366-4D06-8750909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6CA98-ADEF-E931-CD85-C54B81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B04E-4CD7-88A4-973F-AD21A27FE1BE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3.1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AlexNet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구조</a:t>
            </a:r>
            <a:endParaRPr lang="en-US" altLang="ko-KR" sz="24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  <a:p>
            <a:pPr>
              <a:defRPr/>
            </a:pPr>
            <a:endParaRPr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Pretendard Medium"/>
              <a:ea typeface="Pretendard Medium"/>
              <a:cs typeface="KoPubWorld돋움체 Bold" panose="000008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B1903C-2636-F1AB-6251-2913A3D26666}"/>
              </a:ext>
            </a:extLst>
          </p:cNvPr>
          <p:cNvSpPr txBox="1"/>
          <p:nvPr/>
        </p:nvSpPr>
        <p:spPr>
          <a:xfrm>
            <a:off x="580085" y="1591357"/>
            <a:ext cx="11285811" cy="52587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Light"/>
              </a:rPr>
              <a:t>합성곱</a:t>
            </a:r>
            <a:r>
              <a:rPr lang="en-US" altLang="ko-KR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Light"/>
              </a:rPr>
              <a:t>계층</a:t>
            </a:r>
            <a:r>
              <a:rPr lang="en-US" altLang="ko-KR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Light"/>
              </a:rPr>
              <a:t> 1</a:t>
            </a:r>
          </a:p>
          <a:p>
            <a:pPr marL="636905" lvl="1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11x11x3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크기의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커널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48개를 2개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그룹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사용하여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, 55x55x(48×2)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특징맵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출력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(stride=4, padding=0)</a:t>
            </a:r>
            <a:endParaRPr lang="en-US" dirty="0"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3×3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중첩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최대풀링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Overlapping Max Pooling 을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적용하여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, 27x27x(48×2)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특징맵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출력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(stride=2)</a:t>
            </a:r>
            <a:endParaRPr lang="en-US" dirty="0"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지역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응답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정규화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Local Response Normalization 를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적용하고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, 27x27x(48×2)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특징맵을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출력</a:t>
            </a:r>
            <a:endParaRPr lang="en-US" err="1"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합성곱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계층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2</a:t>
            </a:r>
            <a:endParaRPr lang="en-US" dirty="0"/>
          </a:p>
          <a:p>
            <a:pPr marL="636905" lvl="1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5x5x48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크기의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커널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128개를 2개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그룹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사용하여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, 27x27x(128×2)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특징맵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출력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(stride=1, padding=2)</a:t>
            </a:r>
            <a:endParaRPr lang="en-US" dirty="0"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3×3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중첩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최대풀링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적용하여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, 13x13x128x2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특징맵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출력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(stride=2)</a:t>
            </a:r>
            <a:endParaRPr lang="en-US" dirty="0"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지역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응답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정규화를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적용하고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, 13x13x128x2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특징맵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출력</a:t>
            </a:r>
            <a:endParaRPr lang="en-US" err="1"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합성곱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계층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3</a:t>
            </a:r>
            <a:endParaRPr lang="en-US" dirty="0"/>
          </a:p>
          <a:p>
            <a:pPr marL="636905" lvl="1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3x3x256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크기의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커널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192개를 2개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그룹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사용하여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, 13x13x192x2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특징맵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출력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(stride=1, padding=1)</a:t>
            </a:r>
            <a:endParaRPr lang="en-US" dirty="0"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합성곱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계층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4</a:t>
            </a:r>
            <a:endParaRPr lang="en-US" dirty="0"/>
          </a:p>
          <a:p>
            <a:pPr marL="636905" lvl="1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3x3x192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크기의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커널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192개를 2개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그룹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사용하여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, 13x13x192x2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특징맵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출력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(stride=1, padding=1)</a:t>
            </a:r>
            <a:endParaRPr lang="en-US" dirty="0"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합성곱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계층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5</a:t>
            </a:r>
            <a:endParaRPr lang="en-US"/>
          </a:p>
          <a:p>
            <a:pPr marL="636905" lvl="1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3x3x192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크기의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커널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128개를 2개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그룹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사용하여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, 13x13x128x2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특징맵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출력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(stride=1, padding=1)</a:t>
            </a:r>
            <a:endParaRPr lang="en-US" dirty="0"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3×3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중첩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최대풀링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(stride=2)을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적용하여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, 6x6x128x2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특징맵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출력</a:t>
            </a:r>
            <a:endParaRPr lang="en-US" err="1"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완전연결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계층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6-8</a:t>
            </a:r>
            <a:endParaRPr lang="en-US" dirty="0"/>
          </a:p>
          <a:p>
            <a:pPr marL="636905" lvl="1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5계층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합성곱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후 6계층, 7계층에서는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각각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4096개의 </a:t>
            </a:r>
            <a:r>
              <a:rPr lang="ko-KR" alt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노드</a:t>
            </a:r>
            <a:endParaRPr lang="en-US" sz="1200" dirty="0" err="1">
              <a:solidFill>
                <a:srgbClr val="181818"/>
              </a:solidFill>
              <a:cs typeface="Pretendard Medium"/>
            </a:endParaRPr>
          </a:p>
          <a:p>
            <a:pPr marL="636905" lvl="1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마지막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8계층에는 1000개의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노드가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있어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1000개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클래스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구분을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의미하는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확률값을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출력(</a:t>
            </a:r>
            <a:r>
              <a:rPr lang="ko-KR" alt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softmax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)</a:t>
            </a:r>
            <a:endParaRPr 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파라미터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수와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계산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복잡도</a:t>
            </a:r>
            <a:endParaRPr lang="en-US" dirty="0" err="1"/>
          </a:p>
          <a:p>
            <a:pPr marL="636905" lvl="1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AlexNet에는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약 6천만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개의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학습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가능한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파라미터가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있습니다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.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당시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GPU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환경에서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5~6일(!!)이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걸렸던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대규모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모델</a:t>
            </a:r>
            <a:endParaRPr lang="en-US" sz="1200" dirty="0">
              <a:solidFill>
                <a:srgbClr val="181818"/>
              </a:solidFill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Medium"/>
              <a:ea typeface="Pretendard Medium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ko-KR" altLang="en-US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E8F7-A683-9BA2-C1FB-1ADA4E624028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 err="1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AlexNet</a:t>
            </a:r>
            <a:endParaRPr lang="ko-KR" dirty="0" err="1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B3082D-54EF-42D7-55DF-8CCB823A84D4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D66D77-ED74-9187-E813-8A81B83B22EE}"/>
              </a:ext>
            </a:extLst>
          </p:cNvPr>
          <p:cNvSpPr txBox="1"/>
          <p:nvPr/>
        </p:nvSpPr>
        <p:spPr>
          <a:xfrm>
            <a:off x="580085" y="1223953"/>
            <a:ext cx="11303003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 err="1">
                <a:solidFill>
                  <a:srgbClr val="181818"/>
                </a:solidFill>
                <a:ea typeface="+mn-lt"/>
                <a:cs typeface="+mn-lt"/>
              </a:rPr>
              <a:t>AlexNet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81818"/>
                </a:solidFill>
                <a:ea typeface="+mn-lt"/>
                <a:cs typeface="+mn-lt"/>
              </a:rPr>
              <a:t>구조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- 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입력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500" dirty="0">
                <a:solidFill>
                  <a:srgbClr val="181818"/>
                </a:solidFill>
                <a:ea typeface="+mn-lt"/>
                <a:cs typeface="+mn-lt"/>
              </a:rPr>
              <a:t>이미지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 </a:t>
            </a:r>
            <a:r>
              <a:rPr lang="ko-KR" altLang="en-US" sz="1500" dirty="0" err="1">
                <a:solidFill>
                  <a:srgbClr val="181818"/>
                </a:solidFill>
                <a:ea typeface="+mn-lt"/>
                <a:cs typeface="+mn-lt"/>
              </a:rPr>
              <a:t>전처리</a:t>
            </a:r>
            <a:endParaRPr lang="en-US" sz="1500" dirty="0" err="1">
              <a:solidFill>
                <a:srgbClr val="181818"/>
              </a:solidFill>
              <a:ea typeface="+mn-lt"/>
              <a:cs typeface="+mn-lt"/>
            </a:endParaRPr>
          </a:p>
          <a:p>
            <a:pPr>
              <a:defRPr/>
            </a:pPr>
            <a:endParaRPr lang="en-US" sz="1500" dirty="0">
              <a:solidFill>
                <a:srgbClr val="181818"/>
              </a:solidFill>
              <a:cs typeface="Pretendard Medium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4195A6F-950E-5060-13F2-A0FB023B04AD}"/>
              </a:ext>
            </a:extLst>
          </p:cNvPr>
          <p:cNvSpPr/>
          <p:nvPr/>
        </p:nvSpPr>
        <p:spPr>
          <a:xfrm>
            <a:off x="0" y="6396335"/>
            <a:ext cx="12192000" cy="46166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066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1349184-D917-1B07-46A2-6DC4DA385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329E03-898B-B687-6BC6-C49F2A950540}"/>
              </a:ext>
            </a:extLst>
          </p:cNvPr>
          <p:cNvSpPr txBox="1"/>
          <p:nvPr/>
        </p:nvSpPr>
        <p:spPr>
          <a:xfrm>
            <a:off x="1250983" y="2169717"/>
            <a:ext cx="4264755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Introduction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183029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B8D4CB0-DF3A-AA70-0C40-AF86D5ED3469}"/>
              </a:ext>
            </a:extLst>
          </p:cNvPr>
          <p:cNvSpPr/>
          <p:nvPr/>
        </p:nvSpPr>
        <p:spPr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Medium"/>
              <a:ea typeface="Pretendard Medium"/>
              <a:cs typeface="+mn-cs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CF3C456-E3DD-4C29-4772-9AC6A065568C}"/>
              </a:ext>
            </a:extLst>
          </p:cNvPr>
          <p:cNvGrpSpPr/>
          <p:nvPr/>
        </p:nvGrpSpPr>
        <p:grpSpPr>
          <a:xfrm>
            <a:off x="5433375" y="2627477"/>
            <a:ext cx="1697264" cy="1477328"/>
            <a:chOff x="4559636" y="2843932"/>
            <a:chExt cx="1505921" cy="147732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75F8318-9E7D-EDA2-764C-779CBBA30709}"/>
                </a:ext>
              </a:extLst>
            </p:cNvPr>
            <p:cNvSpPr txBox="1"/>
            <p:nvPr/>
          </p:nvSpPr>
          <p:spPr>
            <a:xfrm>
              <a:off x="5506905" y="2843932"/>
              <a:ext cx="558652" cy="147732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Pretendard Medium"/>
                  <a:ea typeface="Pretendard Medium"/>
                  <a:cs typeface="Pretendard Medium"/>
                </a:rPr>
                <a:t>IV</a:t>
              </a:r>
              <a:endPara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retendard Medium"/>
                <a:ea typeface="Pretendard Medium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retendard Medium"/>
                <a:ea typeface="Pretendard Medium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A6E5DB0-3D07-F92A-D8DF-9E196F129509}"/>
                </a:ext>
              </a:extLst>
            </p:cNvPr>
            <p:cNvSpPr txBox="1"/>
            <p:nvPr/>
          </p:nvSpPr>
          <p:spPr>
            <a:xfrm>
              <a:off x="4559636" y="2967042"/>
              <a:ext cx="1157194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Pretendard Medium"/>
                  <a:ea typeface="Pretendard Medium"/>
                  <a:cs typeface="Pretendard Medium"/>
                </a:rPr>
                <a:t>Chapter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DE4D509-ECBD-8A7E-67CF-E6098E87FAB1}"/>
              </a:ext>
            </a:extLst>
          </p:cNvPr>
          <p:cNvSpPr txBox="1"/>
          <p:nvPr/>
        </p:nvSpPr>
        <p:spPr>
          <a:xfrm>
            <a:off x="4151797" y="4259996"/>
            <a:ext cx="442873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AlexNet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 - Key ideas</a:t>
            </a:r>
          </a:p>
        </p:txBody>
      </p:sp>
    </p:spTree>
    <p:extLst>
      <p:ext uri="{BB962C8B-B14F-4D97-AF65-F5344CB8AC3E}">
        <p14:creationId xmlns:p14="http://schemas.microsoft.com/office/powerpoint/2010/main" val="1821528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93AE4-03E3-3D4B-2472-8F4FDB3AC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9F87C5A-0157-DCC7-E275-84AB26A13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FB82D8-DE44-BC54-A0DA-8FFC96E46981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4.1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AlexNet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- Key ideas</a:t>
            </a:r>
          </a:p>
          <a:p>
            <a:pPr>
              <a:defRPr/>
            </a:pPr>
            <a:endParaRPr lang="en-US" altLang="ko-KR" sz="2400" dirty="0">
              <a:solidFill>
                <a:srgbClr val="18181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52E880-45B9-B37E-D5CE-9A9BB1B679B3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 err="1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AlexNet</a:t>
            </a:r>
            <a:endParaRPr lang="ko-KR" altLang="en-US" dirty="0" err="1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8F57FBA-192C-62D1-6E8D-315C8B1DA5FB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34B98FC-F504-621E-3D6D-3926C618FBA3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Rectified Linear Unit (</a:t>
            </a:r>
            <a:r>
              <a:rPr lang="en-US" sz="1500" dirty="0" err="1">
                <a:solidFill>
                  <a:srgbClr val="181818"/>
                </a:solidFill>
                <a:ea typeface="+mn-lt"/>
                <a:cs typeface="+mn-lt"/>
              </a:rPr>
              <a:t>ReLU</a:t>
            </a: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) activation</a:t>
            </a:r>
            <a:endParaRPr lang="ko-KR" dirty="0"/>
          </a:p>
        </p:txBody>
      </p:sp>
      <p:pic>
        <p:nvPicPr>
          <p:cNvPr id="4" name="그림 3" descr="코드로 이해하는 딥러닝 12] - ReLU(Rectified Linear Unit)">
            <a:extLst>
              <a:ext uri="{FF2B5EF4-FFF2-40B4-BE49-F238E27FC236}">
                <a16:creationId xmlns:a16="http://schemas.microsoft.com/office/drawing/2014/main" id="{CB34468D-3C8F-B5A4-CFB3-5877CCAA8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876" y="2282300"/>
            <a:ext cx="4309533" cy="3357780"/>
          </a:xfrm>
          <a:prstGeom prst="rect">
            <a:avLst/>
          </a:prstGeom>
        </p:spPr>
      </p:pic>
      <p:pic>
        <p:nvPicPr>
          <p:cNvPr id="6" name="그림 5" descr="텍스트, 라인, 도표, 그래프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9CE32007-34D3-ED8B-BCD1-539A26898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305" y="2294467"/>
            <a:ext cx="4031341" cy="33455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63E1F7-4E1A-6B16-3F40-D5208DDE53CA}"/>
              </a:ext>
            </a:extLst>
          </p:cNvPr>
          <p:cNvSpPr txBox="1"/>
          <p:nvPr/>
        </p:nvSpPr>
        <p:spPr>
          <a:xfrm>
            <a:off x="599437" y="1604662"/>
            <a:ext cx="11285811" cy="4574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AlexNet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using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ReLUs</a:t>
            </a:r>
            <a:r>
              <a:rPr lang="en-US" altLang="ko-KR" sz="120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(solid curve) could achieve a 25% training error rate six times faster than an equivalent network using tanh(dotted curve)</a:t>
            </a:r>
            <a:endParaRPr lang="en-US" altLang="ko-KR" sz="12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Vanishing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gradient가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해결되기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때문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E3F429E-A880-AF3E-A10A-1162F22BD05C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820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93AE4-03E3-3D4B-2472-8F4FDB3AC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9F87C5A-0157-DCC7-E275-84AB26A13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FB82D8-DE44-BC54-A0DA-8FFC96E46981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4.1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AlexNet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- Key ideas</a:t>
            </a:r>
          </a:p>
          <a:p>
            <a:pPr>
              <a:defRPr/>
            </a:pPr>
            <a:endParaRPr lang="en-US" altLang="ko-KR" sz="2400" dirty="0">
              <a:solidFill>
                <a:srgbClr val="181818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3D3147-33AF-B3DB-020A-85946C7FB672}"/>
              </a:ext>
            </a:extLst>
          </p:cNvPr>
          <p:cNvSpPr txBox="1"/>
          <p:nvPr/>
        </p:nvSpPr>
        <p:spPr>
          <a:xfrm>
            <a:off x="580085" y="1591357"/>
            <a:ext cx="11285811" cy="21736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 err="1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52E880-45B9-B37E-D5CE-9A9BB1B679B3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 err="1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AlexNet</a:t>
            </a:r>
            <a:endParaRPr lang="ko-KR" altLang="en-US" dirty="0" err="1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8F57FBA-192C-62D1-6E8D-315C8B1DA5FB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34B98FC-F504-621E-3D6D-3926C618FBA3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GPU implementation (2 GPUs)</a:t>
            </a:r>
            <a:endParaRPr lang="ko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0B4315-E993-69DC-BF4D-F6B30934D6DB}"/>
              </a:ext>
            </a:extLst>
          </p:cNvPr>
          <p:cNvSpPr txBox="1"/>
          <p:nvPr/>
        </p:nvSpPr>
        <p:spPr>
          <a:xfrm>
            <a:off x="599437" y="1604662"/>
            <a:ext cx="11285811" cy="697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단일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GTX 580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GPU는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메모리가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3GB에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불과하여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학습할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수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있는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네트워크의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최대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크기에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제한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따라서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우리는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네트워크를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두 개의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GPU에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분산하여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학습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동일한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합성곱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계층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구조가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두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개의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그룹으로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설정되어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각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GPU에서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계산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711D153-1BB2-3745-A515-C7FF008F3310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06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51BB5-8685-734C-8002-E26086A09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56A9AD-DCC4-BD2B-324F-13C424881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8C4D5D-4F7F-398C-218A-60611B1DF2F2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4.1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AlexNet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- Key ideas</a:t>
            </a:r>
          </a:p>
          <a:p>
            <a:pPr>
              <a:defRPr/>
            </a:pPr>
            <a:endParaRPr lang="en-US" altLang="ko-KR" sz="2400" dirty="0">
              <a:solidFill>
                <a:srgbClr val="181818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0E9B89-9999-6C80-DED7-AC8A0DDDDC2A}"/>
              </a:ext>
            </a:extLst>
          </p:cNvPr>
          <p:cNvSpPr txBox="1"/>
          <p:nvPr/>
        </p:nvSpPr>
        <p:spPr>
          <a:xfrm>
            <a:off x="580085" y="1591357"/>
            <a:ext cx="11285811" cy="141769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AlexNet에서는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데이터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증강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기법을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활용해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총 2048 배의 데이터셋을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만들어내면서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효과적으로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오버피팅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문제를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해결</a:t>
            </a: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평행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이동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: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입력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이미지에서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무작위로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227×227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영역을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잘라내어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데이터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수를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1024배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증가</a:t>
            </a:r>
            <a:endParaRPr lang="en-US" altLang="ko-KR" sz="120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수평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반전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</a:rPr>
              <a:t>Horizontal Flip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):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이미지를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수평으로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반전시켜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데이터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수를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2배로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늘림</a:t>
            </a: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조명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변화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: PCA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기법을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활용해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각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이미지의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픽셀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강도를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부드럽게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변형</a:t>
            </a:r>
            <a:endParaRPr lang="en-US" dirty="0"/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F3B59E-10A2-C27C-452E-6A533E38FCBD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 err="1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AlexNet</a:t>
            </a:r>
            <a:endParaRPr lang="ko-KR" altLang="en-US" dirty="0" err="1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6086A6A-4C70-C426-CF0D-DA118D19BF42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CA0F4E1-0663-214E-5772-261DB04FF9C0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Data augmentation</a:t>
            </a:r>
            <a:endParaRPr lang="ko-KR" dirty="0"/>
          </a:p>
        </p:txBody>
      </p:sp>
      <p:pic>
        <p:nvPicPr>
          <p:cNvPr id="4" name="그림 3" descr="고양이, 포유류, 중소형 고양이, 고양잇과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EB91ABB3-5666-40A0-EB00-D78B43373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74" y="3144632"/>
            <a:ext cx="4888829" cy="2747789"/>
          </a:xfrm>
          <a:prstGeom prst="rect">
            <a:avLst/>
          </a:prstGeom>
        </p:spPr>
      </p:pic>
      <p:pic>
        <p:nvPicPr>
          <p:cNvPr id="6" name="그림 5" descr="CNN - Data Augmentation">
            <a:extLst>
              <a:ext uri="{FF2B5EF4-FFF2-40B4-BE49-F238E27FC236}">
                <a16:creationId xmlns:a16="http://schemas.microsoft.com/office/drawing/2014/main" id="{3F32E753-5590-2099-706C-7318121E7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716" y="3039398"/>
            <a:ext cx="4300618" cy="2864677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D60462-BBE4-3D37-5A13-6615CCC55752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355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CF7EF-A4D4-3D7F-C0A5-81B7F52FB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7E4D6EE-6397-9510-3E2A-CBCF4CE75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927D2C-7798-A4D4-0AD4-C79BFDA1A456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4.1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AlexNet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- Key ideas</a:t>
            </a:r>
          </a:p>
          <a:p>
            <a:pPr>
              <a:defRPr/>
            </a:pPr>
            <a:endParaRPr lang="en-US" altLang="ko-KR" sz="2400" dirty="0">
              <a:solidFill>
                <a:srgbClr val="18181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7E7BD0-90E0-694F-1987-A7C460460D33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 err="1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AlexNet</a:t>
            </a:r>
            <a:endParaRPr lang="ko-KR" altLang="en-US" dirty="0" err="1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40D50B8-BE66-972B-AAFB-5B5B55E67D1A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708BFC4-33D1-6660-D12E-7ABE60C7C548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Dropout</a:t>
            </a:r>
            <a:endParaRPr 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45C813-EF4B-BFEF-7D40-F8C88898E2F3}"/>
              </a:ext>
            </a:extLst>
          </p:cNvPr>
          <p:cNvSpPr txBox="1"/>
          <p:nvPr/>
        </p:nvSpPr>
        <p:spPr>
          <a:xfrm>
            <a:off x="580085" y="1591357"/>
            <a:ext cx="11285811" cy="141769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,Sans-Serif" panose="020B0604020202020204" pitchFamily="34" charset="0"/>
              <a:buChar char="•"/>
              <a:defRPr/>
            </a:pPr>
            <a:r>
              <a:rPr 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Dropout은</a:t>
            </a:r>
            <a:r>
              <a:rPr lang="en-US" sz="120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신경망의</a:t>
            </a:r>
            <a:r>
              <a:rPr lang="en-US" sz="120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과적합을</a:t>
            </a:r>
            <a:r>
              <a:rPr lang="en-US" sz="120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방지하기</a:t>
            </a:r>
            <a:r>
              <a:rPr lang="en-US" sz="120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위한</a:t>
            </a:r>
            <a:r>
              <a:rPr lang="en-US" sz="120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regularization </a:t>
            </a:r>
            <a:r>
              <a:rPr lang="en-US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기술</a:t>
            </a:r>
            <a:endParaRPr lang="en-US" sz="1200" err="1">
              <a:solidFill>
                <a:srgbClr val="2F2F2F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,Sans-Serif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각 iteration(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데이터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 1개)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마다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은닉층의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일부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노드를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무작위로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꺼서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과적합을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방지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endParaRPr lang="en-US" sz="1200" dirty="0">
              <a:solidFill>
                <a:srgbClr val="2F2F2F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,Sans-Serif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AlexNet에서는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완전연결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계층에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0.5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확률의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dropout을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적용</a:t>
            </a:r>
            <a:endParaRPr lang="en-US" sz="1200" dirty="0" err="1">
              <a:solidFill>
                <a:srgbClr val="2F2F2F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,Sans-Serif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테스트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시에는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모든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뉴런을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활성화하지만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출력값을</a:t>
            </a:r>
            <a:r>
              <a:rPr lang="en-US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0.5배로 </a:t>
            </a:r>
            <a:r>
              <a:rPr lang="en-US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조정</a:t>
            </a:r>
            <a:endParaRPr lang="en-US" dirty="0" err="1"/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pic>
        <p:nvPicPr>
          <p:cNvPr id="10" name="그림 9" descr="도표, 원, 라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3AEA31EB-C742-765C-538C-B614B65A7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558" y="3010246"/>
            <a:ext cx="5924883" cy="302992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48D46E2-B759-4A26-3E70-62A3DD118786}"/>
              </a:ext>
            </a:extLst>
          </p:cNvPr>
          <p:cNvSpPr/>
          <p:nvPr/>
        </p:nvSpPr>
        <p:spPr>
          <a:xfrm>
            <a:off x="0" y="6321105"/>
            <a:ext cx="12192000" cy="53689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016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93AE4-03E3-3D4B-2472-8F4FDB3AC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9F87C5A-0157-DCC7-E275-84AB26A13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FB82D8-DE44-BC54-A0DA-8FFC96E46981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4.1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AlexNet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- Key ideas</a:t>
            </a:r>
          </a:p>
          <a:p>
            <a:pPr>
              <a:defRPr/>
            </a:pPr>
            <a:endParaRPr lang="en-US" altLang="ko-KR" sz="2400" dirty="0">
              <a:solidFill>
                <a:srgbClr val="181818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3D3147-33AF-B3DB-020A-85946C7FB672}"/>
              </a:ext>
            </a:extLst>
          </p:cNvPr>
          <p:cNvSpPr txBox="1"/>
          <p:nvPr/>
        </p:nvSpPr>
        <p:spPr>
          <a:xfrm>
            <a:off x="546664" y="1591357"/>
            <a:ext cx="11332600" cy="697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일반적인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Max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pooling은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커널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크기와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스트라이드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크기가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동일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.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하지만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AlexNet에서는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3×3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크기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커널을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2픽셀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단위로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움직이며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pooling을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수행하는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Overlapping Max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pooling을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사용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통해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Top-1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오차율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0.4%, Top-5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오차율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0.3%가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감소하는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효과가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있었음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.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중첩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pooling이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더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세밀한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특징을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추출할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수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있었기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때문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52E880-45B9-B37E-D5CE-9A9BB1B679B3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 err="1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AlexNet</a:t>
            </a:r>
            <a:endParaRPr lang="ko-KR" altLang="en-US" dirty="0" err="1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8F57FBA-192C-62D1-6E8D-315C8B1DA5FB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34B98FC-F504-621E-3D6D-3926C618FBA3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Overlapping Max pooling</a:t>
            </a:r>
            <a:endParaRPr lang="ko-KR" dirty="0"/>
          </a:p>
        </p:txBody>
      </p:sp>
      <p:pic>
        <p:nvPicPr>
          <p:cNvPr id="4" name="그림 3" descr="Max Pooling Layer | NumPyNet">
            <a:extLst>
              <a:ext uri="{FF2B5EF4-FFF2-40B4-BE49-F238E27FC236}">
                <a16:creationId xmlns:a16="http://schemas.microsoft.com/office/drawing/2014/main" id="{BF29C329-287D-F544-D9AC-59B2036B5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72" y="2457615"/>
            <a:ext cx="3819355" cy="1688770"/>
          </a:xfrm>
          <a:prstGeom prst="rect">
            <a:avLst/>
          </a:prstGeom>
        </p:spPr>
      </p:pic>
      <p:pic>
        <p:nvPicPr>
          <p:cNvPr id="9" name="그림 8" descr="CNN Networks] 1. AlexNet">
            <a:extLst>
              <a:ext uri="{FF2B5EF4-FFF2-40B4-BE49-F238E27FC236}">
                <a16:creationId xmlns:a16="http://schemas.microsoft.com/office/drawing/2014/main" id="{95BE5348-3C82-947B-1A53-14452FA08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430" y="4287336"/>
            <a:ext cx="7595770" cy="205322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F8905BF-CC84-BBC6-68DF-60E6EC970AB4}"/>
              </a:ext>
            </a:extLst>
          </p:cNvPr>
          <p:cNvSpPr/>
          <p:nvPr/>
        </p:nvSpPr>
        <p:spPr>
          <a:xfrm>
            <a:off x="0" y="6392372"/>
            <a:ext cx="12192000" cy="46562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8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93AE4-03E3-3D4B-2472-8F4FDB3AC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9F87C5A-0157-DCC7-E275-84AB26A13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FB82D8-DE44-BC54-A0DA-8FFC96E46981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4.1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AlexNet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- Key ideas</a:t>
            </a:r>
          </a:p>
          <a:p>
            <a:pPr>
              <a:defRPr/>
            </a:pPr>
            <a:endParaRPr lang="en-US" altLang="ko-KR" sz="2400" dirty="0">
              <a:solidFill>
                <a:srgbClr val="181818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3D3147-33AF-B3DB-020A-85946C7FB672}"/>
              </a:ext>
            </a:extLst>
          </p:cNvPr>
          <p:cNvSpPr txBox="1"/>
          <p:nvPr/>
        </p:nvSpPr>
        <p:spPr>
          <a:xfrm>
            <a:off x="580085" y="1591357"/>
            <a:ext cx="11285811" cy="28580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AlexNet에서는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합성곱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계층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후에 지역 응답 정규화 계층을 추가했습니다. 이 계층은 입력 매핑(feature map) 각각의 뉴런에 대해 주변 뉴런들의 활성화 정도에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의해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정규화를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수행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생물학적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신경망에서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관찰되는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"Lateral Inhibition(측방 억제)" 현상에서 영감을 받았습니다. 즉, 강한 자극을 받은 뉴런이 주변 뉴런의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활성화를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억제하는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방식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Alexnet은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왜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LRN을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사용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? → 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ReLU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때문</a:t>
            </a: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ReLU는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양수에서는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입력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값을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그대로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사용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.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그럼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conv, pooling 시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매우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높은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하나의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픽셀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값이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주변에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영향</a:t>
            </a:r>
            <a:endParaRPr lang="en-US" altLang="ko-KR" sz="1200" dirty="0" err="1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LRN은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큰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값을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가진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뉴런의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영향을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감소시켜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학습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안정성을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높임</a:t>
            </a:r>
            <a:endParaRPr lang="en-US" altLang="ko-KR" sz="120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>
              <a:lnSpc>
                <a:spcPct val="130000"/>
              </a:lnSpc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지역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응답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정규화를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통해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Top-1, Top-5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오차율이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각각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1.4%, 1.2%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감소하는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효과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.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이는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학습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수렴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속도를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높여주었기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때문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.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현재는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대신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**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배치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정규화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(Batch Normalization)**가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주로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사용</a:t>
            </a:r>
            <a:endParaRPr lang="en-US" altLang="ko-KR" sz="120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52E880-45B9-B37E-D5CE-9A9BB1B679B3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 err="1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AlexNet</a:t>
            </a:r>
            <a:endParaRPr lang="ko-KR" altLang="en-US" dirty="0" err="1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8F57FBA-192C-62D1-6E8D-315C8B1DA5FB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34B98FC-F504-621E-3D6D-3926C618FBA3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Local response normalization</a:t>
            </a:r>
            <a:endParaRPr lang="ko-KR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FCD00FF-346B-815E-8C5E-516EB403ED72}"/>
              </a:ext>
            </a:extLst>
          </p:cNvPr>
          <p:cNvSpPr/>
          <p:nvPr/>
        </p:nvSpPr>
        <p:spPr>
          <a:xfrm>
            <a:off x="0" y="6392372"/>
            <a:ext cx="12192000" cy="46562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5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93AE4-03E3-3D4B-2472-8F4FDB3AC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9F87C5A-0157-DCC7-E275-84AB26A13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FB82D8-DE44-BC54-A0DA-8FFC96E46981}"/>
              </a:ext>
            </a:extLst>
          </p:cNvPr>
          <p:cNvSpPr txBox="1"/>
          <p:nvPr/>
        </p:nvSpPr>
        <p:spPr>
          <a:xfrm>
            <a:off x="355600" y="511784"/>
            <a:ext cx="11463338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4.1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 </a:t>
            </a:r>
            <a:r>
              <a:rPr lang="en-US" altLang="ko-KR" sz="2400" dirty="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AlexNet</a:t>
            </a:r>
            <a:r>
              <a:rPr lang="en-US" altLang="ko-KR" sz="24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- Key ideas</a:t>
            </a:r>
          </a:p>
          <a:p>
            <a:pPr>
              <a:defRPr/>
            </a:pPr>
            <a:endParaRPr lang="en-US" altLang="ko-KR" sz="2400" dirty="0">
              <a:solidFill>
                <a:srgbClr val="18181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52E880-45B9-B37E-D5CE-9A9BB1B679B3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8295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100" dirty="0" err="1">
                <a:solidFill>
                  <a:srgbClr val="2F2F2F"/>
                </a:solidFill>
                <a:latin typeface="Pretendard Light"/>
                <a:ea typeface="Pretendard Light"/>
                <a:cs typeface="Pretendard Light"/>
              </a:rPr>
              <a:t>AlexNet</a:t>
            </a:r>
            <a:endParaRPr lang="ko-KR" altLang="en-US" dirty="0" err="1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8F57FBA-192C-62D1-6E8D-315C8B1DA5FB}"/>
              </a:ext>
            </a:extLst>
          </p:cNvPr>
          <p:cNvCxnSpPr>
            <a:cxnSpLocks/>
          </p:cNvCxnSpPr>
          <p:nvPr/>
        </p:nvCxnSpPr>
        <p:spPr>
          <a:xfrm>
            <a:off x="446738" y="1232684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34B98FC-F504-621E-3D6D-3926C618FBA3}"/>
              </a:ext>
            </a:extLst>
          </p:cNvPr>
          <p:cNvSpPr txBox="1"/>
          <p:nvPr/>
        </p:nvSpPr>
        <p:spPr>
          <a:xfrm>
            <a:off x="580085" y="1223953"/>
            <a:ext cx="11303003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srgbClr val="181818"/>
                </a:solidFill>
                <a:ea typeface="+mn-lt"/>
                <a:cs typeface="+mn-lt"/>
              </a:rPr>
              <a:t>Local response normalization</a:t>
            </a:r>
            <a:endParaRPr lang="ko-KR" dirty="0"/>
          </a:p>
        </p:txBody>
      </p:sp>
      <p:pic>
        <p:nvPicPr>
          <p:cNvPr id="4" name="그림 3" descr="Local Response Normalization Explained | Papers With Code">
            <a:extLst>
              <a:ext uri="{FF2B5EF4-FFF2-40B4-BE49-F238E27FC236}">
                <a16:creationId xmlns:a16="http://schemas.microsoft.com/office/drawing/2014/main" id="{7815AD0C-BCA1-2D7C-649B-1C613352F3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3" r="-43" b="7404"/>
          <a:stretch/>
        </p:blipFill>
        <p:spPr>
          <a:xfrm>
            <a:off x="58030" y="2385339"/>
            <a:ext cx="5978822" cy="2721674"/>
          </a:xfrm>
          <a:prstGeom prst="rect">
            <a:avLst/>
          </a:prstGeom>
        </p:spPr>
      </p:pic>
      <p:pic>
        <p:nvPicPr>
          <p:cNvPr id="6" name="그림 5" descr="텍스트, 스크린샷, 폰트, 디자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200E62CD-D1A8-7481-DEFF-3F559B27E3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903" y="1916951"/>
            <a:ext cx="6077858" cy="338695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2EB4595-BC59-9E27-54A0-F06A8AA26598}"/>
              </a:ext>
            </a:extLst>
          </p:cNvPr>
          <p:cNvSpPr/>
          <p:nvPr/>
        </p:nvSpPr>
        <p:spPr>
          <a:xfrm>
            <a:off x="0" y="6392372"/>
            <a:ext cx="12192000" cy="46562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68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93C1C-FAE8-7E20-F7D7-73F4332FF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0378042-5190-8C32-99D8-FD6F48EB1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6D550-5C19-40CD-8609-A3C92F1D3FA9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74B906-CFB3-2ACB-5C29-527268792162}"/>
              </a:ext>
            </a:extLst>
          </p:cNvPr>
          <p:cNvSpPr txBox="1"/>
          <p:nvPr/>
        </p:nvSpPr>
        <p:spPr>
          <a:xfrm>
            <a:off x="355600" y="511784"/>
            <a:ext cx="1146333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>
                <a:solidFill>
                  <a:srgbClr val="181818">
                    <a:lumMod val="90000"/>
                    <a:lumOff val="10000"/>
                  </a:srgbClr>
                </a:solidFill>
                <a:latin typeface="Pretendard Medium"/>
                <a:ea typeface="Pretendard Medium"/>
                <a:cs typeface="KoPubWorld돋움체 Bold" panose="00000800000000000000" pitchFamily="2" charset="-127"/>
              </a:rPr>
              <a:t>Reference</a:t>
            </a:r>
            <a:endParaRPr kumimoji="0" lang="en-US" altLang="ko-KR" sz="2400" b="0" i="0" u="none" strike="noStrike" kern="1200" cap="none" spc="0" normalizeH="0" baseline="0" noProof="0">
              <a:ln>
                <a:noFill/>
              </a:ln>
              <a:solidFill>
                <a:srgbClr val="181818">
                  <a:lumMod val="90000"/>
                  <a:lumOff val="10000"/>
                </a:srgbClr>
              </a:solidFill>
              <a:effectLst/>
              <a:uLnTx/>
              <a:uFillTx/>
              <a:latin typeface="Pretendard Medium"/>
              <a:ea typeface="Pretendard Medium"/>
              <a:cs typeface="KoPubWorld돋움체 Bold" panose="00000800000000000000" pitchFamily="2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B911F84-909A-A166-9432-A420D584F711}"/>
              </a:ext>
            </a:extLst>
          </p:cNvPr>
          <p:cNvCxnSpPr>
            <a:cxnSpLocks/>
          </p:cNvCxnSpPr>
          <p:nvPr/>
        </p:nvCxnSpPr>
        <p:spPr>
          <a:xfrm>
            <a:off x="382588" y="1166777"/>
            <a:ext cx="0" cy="219719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592CAF6-A6DB-94C3-5E2C-180DF073A90F}"/>
              </a:ext>
            </a:extLst>
          </p:cNvPr>
          <p:cNvSpPr txBox="1"/>
          <p:nvPr/>
        </p:nvSpPr>
        <p:spPr>
          <a:xfrm>
            <a:off x="515935" y="1158046"/>
            <a:ext cx="11303003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0" i="0" u="none" strike="noStrike" kern="1200" cap="none" spc="0" normalizeH="0" baseline="0" noProof="0">
                <a:ln>
                  <a:noFill/>
                </a:ln>
                <a:solidFill>
                  <a:srgbClr val="181818">
                    <a:lumMod val="90000"/>
                    <a:lumOff val="10000"/>
                  </a:srgbClr>
                </a:solidFill>
                <a:effectLst/>
                <a:uLnTx/>
                <a:uFillTx/>
                <a:latin typeface="Pretendard Medium"/>
                <a:ea typeface="Pretendard Medium"/>
                <a:cs typeface="KoPubWorld돋움체 Bold" panose="00000800000000000000" pitchFamily="2" charset="-127"/>
              </a:rPr>
              <a:t>Reference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500" b="0" i="0" u="none" strike="noStrike" kern="1200" cap="none" spc="0" normalizeH="0" baseline="0" noProof="0">
              <a:ln>
                <a:noFill/>
              </a:ln>
              <a:solidFill>
                <a:srgbClr val="181818">
                  <a:lumMod val="90000"/>
                  <a:lumOff val="10000"/>
                </a:srgbClr>
              </a:solidFill>
              <a:effectLst/>
              <a:uLnTx/>
              <a:uFillTx/>
              <a:latin typeface="Pretendard Medium"/>
              <a:ea typeface="Pretendard Medium"/>
              <a:cs typeface="KoPubWorld돋움체 Bold" panose="000008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54D2FB-60E4-C970-2FEC-FEFA8047CEA0}"/>
              </a:ext>
            </a:extLst>
          </p:cNvPr>
          <p:cNvSpPr txBox="1"/>
          <p:nvPr/>
        </p:nvSpPr>
        <p:spPr>
          <a:xfrm>
            <a:off x="485697" y="1492779"/>
            <a:ext cx="11503525" cy="30981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Fei-FeiLi, Justin Johnson, Serena Yeung, CS231n </a:t>
            </a: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  <a:hlinkClick r:id="rId2"/>
              </a:rPr>
              <a:t>https://legacy.gitbook.com/@leonardoaraujosantos</a:t>
            </a: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네이버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부스트코스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-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인공지능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기초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다지기</a:t>
            </a:r>
            <a:r>
              <a:rPr lang="en-US" altLang="ko-KR" sz="1200" dirty="0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 (AI Basic) </a:t>
            </a:r>
            <a:r>
              <a:rPr lang="en-US" altLang="ko-KR" sz="1200" dirty="0" err="1">
                <a:solidFill>
                  <a:srgbClr val="181818"/>
                </a:solidFill>
                <a:latin typeface="Pretendard Light"/>
                <a:ea typeface="Pretendard Light"/>
                <a:cs typeface="Pretendard Light"/>
              </a:rPr>
              <a:t>강의</a:t>
            </a:r>
            <a:endParaRPr lang="en-US" altLang="ko-KR" sz="120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en-US" sz="1200" dirty="0">
                <a:solidFill>
                  <a:srgbClr val="181818"/>
                </a:solidFill>
                <a:ea typeface="+mn-lt"/>
                <a:cs typeface="+mn-lt"/>
                <a:hlinkClick r:id="rId3"/>
              </a:rPr>
              <a:t>https://github.com/vdumoulin/conv_arithmetic</a:t>
            </a:r>
            <a:endParaRPr lang="en-US" altLang="ko-KR" sz="1200" dirty="0">
              <a:solidFill>
                <a:srgbClr val="181818"/>
              </a:solidFill>
              <a:ea typeface="+mn-lt"/>
              <a:cs typeface="+mn-lt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output feature map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계산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공식</a:t>
            </a:r>
            <a:r>
              <a:rPr lang="en-US" sz="1200" dirty="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: 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  <a:hlinkClick r:id="rId4"/>
              </a:rPr>
              <a:t>https://woochan-autobiography.tistory.com/884#2.%20Stride%EA%B0%80%201%EC%9D%B4%EA%B3%A0%20Padding%EC%9D%B4%20%EC%97%86%EB%8A%94%20%EA%B2%BD%EC%9A%B0</a:t>
            </a:r>
            <a:endParaRPr lang="en-US" sz="12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r>
              <a:rPr lang="en-US" sz="1200" err="1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Alexnet</a:t>
            </a:r>
            <a:r>
              <a:rPr lang="en-US" sz="1200">
                <a:solidFill>
                  <a:srgbClr val="181818"/>
                </a:solidFill>
                <a:latin typeface="Pretendard Medium"/>
                <a:ea typeface="Pretendard Medium"/>
                <a:cs typeface="Pretendard Medium"/>
              </a:rPr>
              <a:t> : </a:t>
            </a:r>
            <a:r>
              <a:rPr lang="en-US" sz="1200" dirty="0">
                <a:solidFill>
                  <a:srgbClr val="181818"/>
                </a:solidFill>
                <a:ea typeface="+mn-lt"/>
                <a:cs typeface="+mn-lt"/>
                <a:hlinkClick r:id="rId5"/>
              </a:rPr>
              <a:t>https://modulabs.co.kr/blog/alexnet_structure</a:t>
            </a:r>
            <a:endParaRPr lang="en-US" sz="12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en-US" sz="1200" dirty="0">
              <a:solidFill>
                <a:srgbClr val="181818"/>
              </a:solidFill>
              <a:ea typeface="+mn-lt"/>
              <a:cs typeface="+mn-lt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en-US" sz="12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en-US" sz="12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en-US" sz="1200" dirty="0">
              <a:solidFill>
                <a:srgbClr val="181818"/>
              </a:solidFill>
              <a:latin typeface="Pretendard Medium"/>
              <a:ea typeface="Pretendard Medium"/>
              <a:cs typeface="Pretendard Medium"/>
            </a:endParaRPr>
          </a:p>
          <a:p>
            <a:pPr marL="179705" indent="-179705">
              <a:lnSpc>
                <a:spcPct val="130000"/>
              </a:lnSpc>
              <a:buFont typeface="Arial"/>
              <a:buChar char="•"/>
              <a:defRPr/>
            </a:pPr>
            <a:endParaRPr lang="en-US" altLang="ko-KR" sz="1200" dirty="0">
              <a:solidFill>
                <a:srgbClr val="181818"/>
              </a:solidFill>
              <a:latin typeface="Pretendard Light"/>
              <a:ea typeface="Pretendard Light"/>
              <a:cs typeface="Pretendard Light"/>
            </a:endParaRPr>
          </a:p>
          <a:p>
            <a:pPr>
              <a:lnSpc>
                <a:spcPct val="130000"/>
              </a:lnSpc>
              <a:defRPr/>
            </a:pPr>
            <a:endParaRPr lang="ko-KR" altLang="en-US" sz="1200" dirty="0">
              <a:solidFill>
                <a:srgbClr val="181818"/>
              </a:solidFill>
              <a:cs typeface="Pretendard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D730B-8C1E-7E50-EE04-5D0AAC1C53DE}"/>
              </a:ext>
            </a:extLst>
          </p:cNvPr>
          <p:cNvSpPr txBox="1"/>
          <p:nvPr/>
        </p:nvSpPr>
        <p:spPr>
          <a:xfrm>
            <a:off x="5722938" y="186085"/>
            <a:ext cx="6096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Reference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08AF05-1D73-607C-2FF3-E4C412B281E6}"/>
              </a:ext>
            </a:extLst>
          </p:cNvPr>
          <p:cNvSpPr/>
          <p:nvPr/>
        </p:nvSpPr>
        <p:spPr>
          <a:xfrm>
            <a:off x="0" y="6392372"/>
            <a:ext cx="12192000" cy="46562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697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테마">
  <a:themeElements>
    <a:clrScheme name="CMES COLOR">
      <a:dk1>
        <a:srgbClr val="2F2F2F"/>
      </a:dk1>
      <a:lt1>
        <a:srgbClr val="FFFFFF"/>
      </a:lt1>
      <a:dk2>
        <a:srgbClr val="183029"/>
      </a:dk2>
      <a:lt2>
        <a:srgbClr val="FDD26E"/>
      </a:lt2>
      <a:accent1>
        <a:srgbClr val="FC4C02"/>
      </a:accent1>
      <a:accent2>
        <a:srgbClr val="141B4D"/>
      </a:accent2>
      <a:accent3>
        <a:srgbClr val="491442"/>
      </a:accent3>
      <a:accent4>
        <a:srgbClr val="FDD26E"/>
      </a:accent4>
      <a:accent5>
        <a:srgbClr val="181818"/>
      </a:accent5>
      <a:accent6>
        <a:srgbClr val="FC4C02"/>
      </a:accent6>
      <a:hlink>
        <a:srgbClr val="3C7867"/>
      </a:hlink>
      <a:folHlink>
        <a:srgbClr val="3C7867"/>
      </a:folHlink>
    </a:clrScheme>
    <a:fontScheme name="CMES FONT">
      <a:majorFont>
        <a:latin typeface="Pretendard SemiBold"/>
        <a:ea typeface="Pretendard SemiBold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4168</Words>
  <Application>Microsoft Office PowerPoint</Application>
  <PresentationFormat>와이드스크린</PresentationFormat>
  <Paragraphs>686</Paragraphs>
  <Slides>60</Slides>
  <Notes>53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68" baseType="lpstr">
      <vt:lpstr>Arial,Sans-Serif</vt:lpstr>
      <vt:lpstr>Pretendard Medium</vt:lpstr>
      <vt:lpstr>Courier New</vt:lpstr>
      <vt:lpstr>Courier New,monospace</vt:lpstr>
      <vt:lpstr>Arial</vt:lpstr>
      <vt:lpstr>Pretendard Light</vt:lpstr>
      <vt:lpstr>Pretendard SemiBold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이보라(Bora)</dc:creator>
  <cp:lastModifiedBy>윤준 박</cp:lastModifiedBy>
  <cp:revision>2734</cp:revision>
  <dcterms:created xsi:type="dcterms:W3CDTF">2024-08-22T05:45:33Z</dcterms:created>
  <dcterms:modified xsi:type="dcterms:W3CDTF">2026-03-27T07:48:38Z</dcterms:modified>
</cp:coreProperties>
</file>